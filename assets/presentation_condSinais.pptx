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307" r:id="rId2"/>
    <p:sldId id="404" r:id="rId3"/>
    <p:sldId id="325" r:id="rId4"/>
    <p:sldId id="405" r:id="rId5"/>
    <p:sldId id="326" r:id="rId6"/>
    <p:sldId id="406" r:id="rId7"/>
    <p:sldId id="327" r:id="rId8"/>
    <p:sldId id="407" r:id="rId9"/>
    <p:sldId id="328" r:id="rId10"/>
    <p:sldId id="408" r:id="rId11"/>
    <p:sldId id="329" r:id="rId12"/>
    <p:sldId id="409" r:id="rId13"/>
    <p:sldId id="330" r:id="rId14"/>
    <p:sldId id="410" r:id="rId15"/>
    <p:sldId id="331" r:id="rId16"/>
    <p:sldId id="369" r:id="rId17"/>
    <p:sldId id="298" r:id="rId18"/>
    <p:sldId id="370" r:id="rId19"/>
    <p:sldId id="371" r:id="rId20"/>
    <p:sldId id="372" r:id="rId21"/>
    <p:sldId id="368" r:id="rId22"/>
    <p:sldId id="411" r:id="rId23"/>
    <p:sldId id="353" r:id="rId24"/>
    <p:sldId id="354" r:id="rId25"/>
    <p:sldId id="412" r:id="rId26"/>
    <p:sldId id="333" r:id="rId27"/>
    <p:sldId id="361" r:id="rId28"/>
    <p:sldId id="362" r:id="rId29"/>
    <p:sldId id="413" r:id="rId30"/>
    <p:sldId id="334" r:id="rId31"/>
    <p:sldId id="414" r:id="rId32"/>
    <p:sldId id="335" r:id="rId33"/>
    <p:sldId id="415" r:id="rId34"/>
    <p:sldId id="336" r:id="rId35"/>
    <p:sldId id="416" r:id="rId36"/>
    <p:sldId id="337" r:id="rId37"/>
    <p:sldId id="417" r:id="rId38"/>
    <p:sldId id="338" r:id="rId39"/>
    <p:sldId id="418" r:id="rId40"/>
    <p:sldId id="339" r:id="rId41"/>
    <p:sldId id="419" r:id="rId42"/>
    <p:sldId id="340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C1FDF-EEEC-42FB-B6AD-BA8B0C602608}" v="1" dt="2026-05-27T01:44:56.848"/>
    <p1510:client id="{EA4F79C5-5D1C-496A-AA39-C2C92CC0381C}" v="53" dt="2026-05-27T19:20:49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58" y="12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undo custSel addSld delSld modSld sldOrd addMainMaster delMainMaster">
      <pc:chgData name="Josué Silva de Morais" userId="f406c2cd-edfc-4057-be10-75858098c663" providerId="ADAL" clId="{DD587564-A78D-4561-8E64-C12CF1DF9BAA}" dt="2026-05-27T19:20:50.880" v="7435" actId="478"/>
      <pc:docMkLst>
        <pc:docMk/>
      </pc:docMkLst>
      <pc:sldChg chg="del">
        <pc:chgData name="Josué Silva de Morais" userId="f406c2cd-edfc-4057-be10-75858098c663" providerId="ADAL" clId="{DD587564-A78D-4561-8E64-C12CF1DF9BAA}" dt="2026-05-27T01:41:05.858" v="1"/>
        <pc:sldMkLst>
          <pc:docMk/>
          <pc:sldMk cId="625936308" sldId="256"/>
        </pc:sldMkLst>
      </pc:sldChg>
      <pc:sldChg chg="add del">
        <pc:chgData name="Josué Silva de Morais" userId="f406c2cd-edfc-4057-be10-75858098c663" providerId="ADAL" clId="{DD587564-A78D-4561-8E64-C12CF1DF9BAA}" dt="2026-05-27T01:41:28.124" v="3"/>
        <pc:sldMkLst>
          <pc:docMk/>
          <pc:sldMk cId="2671225743" sldId="257"/>
        </pc:sldMkLst>
      </pc:sldChg>
      <pc:sldChg chg="add del">
        <pc:chgData name="Josué Silva de Morais" userId="f406c2cd-edfc-4057-be10-75858098c663" providerId="ADAL" clId="{DD587564-A78D-4561-8E64-C12CF1DF9BAA}" dt="2026-05-27T01:58:07.698" v="86"/>
        <pc:sldMkLst>
          <pc:docMk/>
          <pc:sldMk cId="491723667" sldId="258"/>
        </pc:sldMkLst>
      </pc:sldChg>
      <pc:sldChg chg="new del">
        <pc:chgData name="Josué Silva de Morais" userId="f406c2cd-edfc-4057-be10-75858098c663" providerId="ADAL" clId="{DD587564-A78D-4561-8E64-C12CF1DF9BAA}" dt="2026-05-27T01:43:32.827" v="21"/>
        <pc:sldMkLst>
          <pc:docMk/>
          <pc:sldMk cId="1356586413" sldId="259"/>
        </pc:sldMkLst>
      </pc:sldChg>
      <pc:sldChg chg="new del">
        <pc:chgData name="Josué Silva de Morais" userId="f406c2cd-edfc-4057-be10-75858098c663" providerId="ADAL" clId="{DD587564-A78D-4561-8E64-C12CF1DF9BAA}" dt="2026-05-27T01:44:21.632" v="23"/>
        <pc:sldMkLst>
          <pc:docMk/>
          <pc:sldMk cId="1146896476" sldId="260"/>
        </pc:sldMkLst>
      </pc:sldChg>
      <pc:sldChg chg="new del">
        <pc:chgData name="Josué Silva de Morais" userId="f406c2cd-edfc-4057-be10-75858098c663" providerId="ADAL" clId="{DD587564-A78D-4561-8E64-C12CF1DF9BAA}" dt="2026-05-27T01:44:57.145" v="26"/>
        <pc:sldMkLst>
          <pc:docMk/>
          <pc:sldMk cId="3047862900" sldId="261"/>
        </pc:sldMkLst>
      </pc:sldChg>
      <pc:sldChg chg="new del">
        <pc:chgData name="Josué Silva de Morais" userId="f406c2cd-edfc-4057-be10-75858098c663" providerId="ADAL" clId="{DD587564-A78D-4561-8E64-C12CF1DF9BAA}" dt="2026-05-27T01:45:35.701" v="28"/>
        <pc:sldMkLst>
          <pc:docMk/>
          <pc:sldMk cId="3794105130" sldId="262"/>
        </pc:sldMkLst>
      </pc:sldChg>
      <pc:sldChg chg="new del">
        <pc:chgData name="Josué Silva de Morais" userId="f406c2cd-edfc-4057-be10-75858098c663" providerId="ADAL" clId="{DD587564-A78D-4561-8E64-C12CF1DF9BAA}" dt="2026-05-27T01:46:09.685" v="30"/>
        <pc:sldMkLst>
          <pc:docMk/>
          <pc:sldMk cId="3792732735" sldId="263"/>
        </pc:sldMkLst>
      </pc:sldChg>
      <pc:sldChg chg="new del">
        <pc:chgData name="Josué Silva de Morais" userId="f406c2cd-edfc-4057-be10-75858098c663" providerId="ADAL" clId="{DD587564-A78D-4561-8E64-C12CF1DF9BAA}" dt="2026-05-27T01:46:44.545" v="32"/>
        <pc:sldMkLst>
          <pc:docMk/>
          <pc:sldMk cId="2218118821" sldId="264"/>
        </pc:sldMkLst>
      </pc:sldChg>
      <pc:sldChg chg="new del">
        <pc:chgData name="Josué Silva de Morais" userId="f406c2cd-edfc-4057-be10-75858098c663" providerId="ADAL" clId="{DD587564-A78D-4561-8E64-C12CF1DF9BAA}" dt="2026-05-27T01:47:20.236" v="34"/>
        <pc:sldMkLst>
          <pc:docMk/>
          <pc:sldMk cId="277994886" sldId="265"/>
        </pc:sldMkLst>
      </pc:sldChg>
      <pc:sldChg chg="new del">
        <pc:chgData name="Josué Silva de Morais" userId="f406c2cd-edfc-4057-be10-75858098c663" providerId="ADAL" clId="{DD587564-A78D-4561-8E64-C12CF1DF9BAA}" dt="2026-05-27T01:47:58.903" v="36"/>
        <pc:sldMkLst>
          <pc:docMk/>
          <pc:sldMk cId="4288198320" sldId="266"/>
        </pc:sldMkLst>
      </pc:sldChg>
      <pc:sldChg chg="new del">
        <pc:chgData name="Josué Silva de Morais" userId="f406c2cd-edfc-4057-be10-75858098c663" providerId="ADAL" clId="{DD587564-A78D-4561-8E64-C12CF1DF9BAA}" dt="2026-05-27T01:48:33.734" v="38"/>
        <pc:sldMkLst>
          <pc:docMk/>
          <pc:sldMk cId="2290994018" sldId="267"/>
        </pc:sldMkLst>
      </pc:sldChg>
      <pc:sldChg chg="new del">
        <pc:chgData name="Josué Silva de Morais" userId="f406c2cd-edfc-4057-be10-75858098c663" providerId="ADAL" clId="{DD587564-A78D-4561-8E64-C12CF1DF9BAA}" dt="2026-05-27T01:49:29.740" v="40"/>
        <pc:sldMkLst>
          <pc:docMk/>
          <pc:sldMk cId="1280581011" sldId="268"/>
        </pc:sldMkLst>
      </pc:sldChg>
      <pc:sldChg chg="new del">
        <pc:chgData name="Josué Silva de Morais" userId="f406c2cd-edfc-4057-be10-75858098c663" providerId="ADAL" clId="{DD587564-A78D-4561-8E64-C12CF1DF9BAA}" dt="2026-05-27T01:50:24.752" v="42"/>
        <pc:sldMkLst>
          <pc:docMk/>
          <pc:sldMk cId="3911477294" sldId="269"/>
        </pc:sldMkLst>
      </pc:sldChg>
      <pc:sldChg chg="new del">
        <pc:chgData name="Josué Silva de Morais" userId="f406c2cd-edfc-4057-be10-75858098c663" providerId="ADAL" clId="{DD587564-A78D-4561-8E64-C12CF1DF9BAA}" dt="2026-05-27T01:51:36.737" v="44"/>
        <pc:sldMkLst>
          <pc:docMk/>
          <pc:sldMk cId="2354121305" sldId="270"/>
        </pc:sldMkLst>
      </pc:sldChg>
      <pc:sldChg chg="new del">
        <pc:chgData name="Josué Silva de Morais" userId="f406c2cd-edfc-4057-be10-75858098c663" providerId="ADAL" clId="{DD587564-A78D-4561-8E64-C12CF1DF9BAA}" dt="2026-05-27T01:52:23.200" v="46"/>
        <pc:sldMkLst>
          <pc:docMk/>
          <pc:sldMk cId="1681012482" sldId="271"/>
        </pc:sldMkLst>
      </pc:sldChg>
      <pc:sldChg chg="new del">
        <pc:chgData name="Josué Silva de Morais" userId="f406c2cd-edfc-4057-be10-75858098c663" providerId="ADAL" clId="{DD587564-A78D-4561-8E64-C12CF1DF9BAA}" dt="2026-05-27T01:53:09.175" v="48"/>
        <pc:sldMkLst>
          <pc:docMk/>
          <pc:sldMk cId="1635174679" sldId="272"/>
        </pc:sldMkLst>
      </pc:sldChg>
      <pc:sldChg chg="new del">
        <pc:chgData name="Josué Silva de Morais" userId="f406c2cd-edfc-4057-be10-75858098c663" providerId="ADAL" clId="{DD587564-A78D-4561-8E64-C12CF1DF9BAA}" dt="2026-05-27T01:54:03.921" v="50"/>
        <pc:sldMkLst>
          <pc:docMk/>
          <pc:sldMk cId="828760228" sldId="273"/>
        </pc:sldMkLst>
      </pc:sldChg>
      <pc:sldChg chg="modSp add del mod">
        <pc:chgData name="Josué Silva de Morais" userId="f406c2cd-edfc-4057-be10-75858098c663" providerId="ADAL" clId="{DD587564-A78D-4561-8E64-C12CF1DF9BAA}" dt="2026-05-27T17:33:39.777" v="7229" actId="47"/>
        <pc:sldMkLst>
          <pc:docMk/>
          <pc:sldMk cId="3514832992" sldId="273"/>
        </pc:sldMkLst>
        <pc:spChg chg="mod">
          <ac:chgData name="Josué Silva de Morais" userId="f406c2cd-edfc-4057-be10-75858098c663" providerId="ADAL" clId="{DD587564-A78D-4561-8E64-C12CF1DF9BAA}" dt="2026-05-27T17:32:53.489" v="7219" actId="207"/>
          <ac:spMkLst>
            <pc:docMk/>
            <pc:sldMk cId="3514832992" sldId="273"/>
            <ac:spMk id="2" creationId="{FFC51862-DF5E-4869-6431-70B1B9DFDCED}"/>
          </ac:spMkLst>
        </pc:spChg>
        <pc:spChg chg="mod">
          <ac:chgData name="Josué Silva de Morais" userId="f406c2cd-edfc-4057-be10-75858098c663" providerId="ADAL" clId="{DD587564-A78D-4561-8E64-C12CF1DF9BAA}" dt="2026-05-27T17:33:31.371" v="7228" actId="207"/>
          <ac:spMkLst>
            <pc:docMk/>
            <pc:sldMk cId="3514832992" sldId="273"/>
            <ac:spMk id="3" creationId="{7D8F02AB-74BC-22CB-C071-A2636D95722F}"/>
          </ac:spMkLst>
        </pc:spChg>
      </pc:sldChg>
      <pc:sldChg chg="new del">
        <pc:chgData name="Josué Silva de Morais" userId="f406c2cd-edfc-4057-be10-75858098c663" providerId="ADAL" clId="{DD587564-A78D-4561-8E64-C12CF1DF9BAA}" dt="2026-05-27T01:54:50.561" v="52"/>
        <pc:sldMkLst>
          <pc:docMk/>
          <pc:sldMk cId="1841747122" sldId="274"/>
        </pc:sldMkLst>
      </pc:sldChg>
      <pc:sldChg chg="modSp add del mod">
        <pc:chgData name="Josué Silva de Morais" userId="f406c2cd-edfc-4057-be10-75858098c663" providerId="ADAL" clId="{DD587564-A78D-4561-8E64-C12CF1DF9BAA}" dt="2026-05-27T17:35:15.278" v="7241" actId="47"/>
        <pc:sldMkLst>
          <pc:docMk/>
          <pc:sldMk cId="1911663473" sldId="275"/>
        </pc:sldMkLst>
        <pc:spChg chg="mod">
          <ac:chgData name="Josué Silva de Morais" userId="f406c2cd-edfc-4057-be10-75858098c663" providerId="ADAL" clId="{DD587564-A78D-4561-8E64-C12CF1DF9BAA}" dt="2026-05-27T17:34:46.697" v="7237" actId="207"/>
          <ac:spMkLst>
            <pc:docMk/>
            <pc:sldMk cId="1911663473" sldId="275"/>
            <ac:spMk id="2" creationId="{25FEA708-977C-9208-86AA-88B10B889CB8}"/>
          </ac:spMkLst>
        </pc:spChg>
        <pc:spChg chg="mod">
          <ac:chgData name="Josué Silva de Morais" userId="f406c2cd-edfc-4057-be10-75858098c663" providerId="ADAL" clId="{DD587564-A78D-4561-8E64-C12CF1DF9BAA}" dt="2026-05-27T17:35:02.178" v="7240" actId="207"/>
          <ac:spMkLst>
            <pc:docMk/>
            <pc:sldMk cId="1911663473" sldId="275"/>
            <ac:spMk id="3" creationId="{83353F22-8E11-FA76-D54C-51149B8AF66C}"/>
          </ac:spMkLst>
        </pc:spChg>
      </pc:sldChg>
      <pc:sldChg chg="modSp add del">
        <pc:chgData name="Josué Silva de Morais" userId="f406c2cd-edfc-4057-be10-75858098c663" providerId="ADAL" clId="{DD587564-A78D-4561-8E64-C12CF1DF9BAA}" dt="2026-05-27T01:55:33.331" v="54"/>
        <pc:sldMkLst>
          <pc:docMk/>
          <pc:sldMk cId="2738822726" sldId="275"/>
        </pc:sldMkLst>
        <pc:spChg chg="mod">
          <ac:chgData name="Josué Silva de Morais" userId="f406c2cd-edfc-4057-be10-75858098c663" providerId="ADAL" clId="{DD587564-A78D-4561-8E64-C12CF1DF9BAA}" dt="2026-05-27T01:44:56.847" v="24" actId="20578"/>
          <ac:spMkLst>
            <pc:docMk/>
            <pc:sldMk cId="2738822726" sldId="275"/>
            <ac:spMk id="103" creationId="{00000000-0000-0000-0000-000000000000}"/>
          </ac:spMkLst>
        </pc:spChg>
      </pc:sldChg>
      <pc:sldChg chg="add del">
        <pc:chgData name="Josué Silva de Morais" userId="f406c2cd-edfc-4057-be10-75858098c663" providerId="ADAL" clId="{DD587564-A78D-4561-8E64-C12CF1DF9BAA}" dt="2026-05-27T01:55:40.143" v="56"/>
        <pc:sldMkLst>
          <pc:docMk/>
          <pc:sldMk cId="73140427" sldId="276"/>
        </pc:sldMkLst>
      </pc:sldChg>
      <pc:sldChg chg="add del">
        <pc:chgData name="Josué Silva de Morais" userId="f406c2cd-edfc-4057-be10-75858098c663" providerId="ADAL" clId="{DD587564-A78D-4561-8E64-C12CF1DF9BAA}" dt="2026-05-27T17:34:31.279" v="7236" actId="47"/>
        <pc:sldMkLst>
          <pc:docMk/>
          <pc:sldMk cId="746034110" sldId="276"/>
        </pc:sldMkLst>
      </pc:sldChg>
      <pc:sldChg chg="add del">
        <pc:chgData name="Josué Silva de Morais" userId="f406c2cd-edfc-4057-be10-75858098c663" providerId="ADAL" clId="{DD587564-A78D-4561-8E64-C12CF1DF9BAA}" dt="2026-05-27T01:55:48.013" v="58"/>
        <pc:sldMkLst>
          <pc:docMk/>
          <pc:sldMk cId="58343726" sldId="277"/>
        </pc:sldMkLst>
      </pc:sldChg>
      <pc:sldChg chg="add del">
        <pc:chgData name="Josué Silva de Morais" userId="f406c2cd-edfc-4057-be10-75858098c663" providerId="ADAL" clId="{DD587564-A78D-4561-8E64-C12CF1DF9BAA}" dt="2026-05-27T01:55:54.747" v="60"/>
        <pc:sldMkLst>
          <pc:docMk/>
          <pc:sldMk cId="930563542" sldId="278"/>
        </pc:sldMkLst>
      </pc:sldChg>
      <pc:sldChg chg="add del">
        <pc:chgData name="Josué Silva de Morais" userId="f406c2cd-edfc-4057-be10-75858098c663" providerId="ADAL" clId="{DD587564-A78D-4561-8E64-C12CF1DF9BAA}" dt="2026-05-27T01:56:00.059" v="62"/>
        <pc:sldMkLst>
          <pc:docMk/>
          <pc:sldMk cId="3226569523" sldId="279"/>
        </pc:sldMkLst>
      </pc:sldChg>
      <pc:sldChg chg="add del">
        <pc:chgData name="Josué Silva de Morais" userId="f406c2cd-edfc-4057-be10-75858098c663" providerId="ADAL" clId="{DD587564-A78D-4561-8E64-C12CF1DF9BAA}" dt="2026-05-27T01:56:05.670" v="64"/>
        <pc:sldMkLst>
          <pc:docMk/>
          <pc:sldMk cId="1790110529" sldId="280"/>
        </pc:sldMkLst>
      </pc:sldChg>
      <pc:sldChg chg="add del">
        <pc:chgData name="Josué Silva de Morais" userId="f406c2cd-edfc-4057-be10-75858098c663" providerId="ADAL" clId="{DD587564-A78D-4561-8E64-C12CF1DF9BAA}" dt="2026-05-27T01:56:11.424" v="66"/>
        <pc:sldMkLst>
          <pc:docMk/>
          <pc:sldMk cId="3927996591" sldId="281"/>
        </pc:sldMkLst>
      </pc:sldChg>
      <pc:sldChg chg="add del">
        <pc:chgData name="Josué Silva de Morais" userId="f406c2cd-edfc-4057-be10-75858098c663" providerId="ADAL" clId="{DD587564-A78D-4561-8E64-C12CF1DF9BAA}" dt="2026-05-27T01:56:15.835" v="68"/>
        <pc:sldMkLst>
          <pc:docMk/>
          <pc:sldMk cId="2924589756" sldId="282"/>
        </pc:sldMkLst>
      </pc:sldChg>
      <pc:sldChg chg="add del">
        <pc:chgData name="Josué Silva de Morais" userId="f406c2cd-edfc-4057-be10-75858098c663" providerId="ADAL" clId="{DD587564-A78D-4561-8E64-C12CF1DF9BAA}" dt="2026-05-27T01:56:19.897" v="70"/>
        <pc:sldMkLst>
          <pc:docMk/>
          <pc:sldMk cId="3319235349" sldId="283"/>
        </pc:sldMkLst>
      </pc:sldChg>
      <pc:sldChg chg="add del">
        <pc:chgData name="Josué Silva de Morais" userId="f406c2cd-edfc-4057-be10-75858098c663" providerId="ADAL" clId="{DD587564-A78D-4561-8E64-C12CF1DF9BAA}" dt="2026-05-27T01:56:24.009" v="72"/>
        <pc:sldMkLst>
          <pc:docMk/>
          <pc:sldMk cId="794061953" sldId="284"/>
        </pc:sldMkLst>
      </pc:sldChg>
      <pc:sldChg chg="add del">
        <pc:chgData name="Josué Silva de Morais" userId="f406c2cd-edfc-4057-be10-75858098c663" providerId="ADAL" clId="{DD587564-A78D-4561-8E64-C12CF1DF9BAA}" dt="2026-05-27T01:56:28.948" v="74"/>
        <pc:sldMkLst>
          <pc:docMk/>
          <pc:sldMk cId="1083587156" sldId="285"/>
        </pc:sldMkLst>
      </pc:sldChg>
      <pc:sldChg chg="add del">
        <pc:chgData name="Josué Silva de Morais" userId="f406c2cd-edfc-4057-be10-75858098c663" providerId="ADAL" clId="{DD587564-A78D-4561-8E64-C12CF1DF9BAA}" dt="2026-05-27T01:56:32.785" v="76"/>
        <pc:sldMkLst>
          <pc:docMk/>
          <pc:sldMk cId="3872914172" sldId="286"/>
        </pc:sldMkLst>
      </pc:sldChg>
      <pc:sldChg chg="add del">
        <pc:chgData name="Josué Silva de Morais" userId="f406c2cd-edfc-4057-be10-75858098c663" providerId="ADAL" clId="{DD587564-A78D-4561-8E64-C12CF1DF9BAA}" dt="2026-05-27T01:56:36.196" v="78"/>
        <pc:sldMkLst>
          <pc:docMk/>
          <pc:sldMk cId="2085097012" sldId="287"/>
        </pc:sldMkLst>
      </pc:sldChg>
      <pc:sldChg chg="add del">
        <pc:chgData name="Josué Silva de Morais" userId="f406c2cd-edfc-4057-be10-75858098c663" providerId="ADAL" clId="{DD587564-A78D-4561-8E64-C12CF1DF9BAA}" dt="2026-05-27T01:56:39.853" v="80"/>
        <pc:sldMkLst>
          <pc:docMk/>
          <pc:sldMk cId="1387008405" sldId="288"/>
        </pc:sldMkLst>
      </pc:sldChg>
      <pc:sldChg chg="add del">
        <pc:chgData name="Josué Silva de Morais" userId="f406c2cd-edfc-4057-be10-75858098c663" providerId="ADAL" clId="{DD587564-A78D-4561-8E64-C12CF1DF9BAA}" dt="2026-05-27T01:56:43.230" v="82"/>
        <pc:sldMkLst>
          <pc:docMk/>
          <pc:sldMk cId="4098784733" sldId="289"/>
        </pc:sldMkLst>
      </pc:sldChg>
      <pc:sldChg chg="add del">
        <pc:chgData name="Josué Silva de Morais" userId="f406c2cd-edfc-4057-be10-75858098c663" providerId="ADAL" clId="{DD587564-A78D-4561-8E64-C12CF1DF9BAA}" dt="2026-05-27T01:56:46.939" v="84"/>
        <pc:sldMkLst>
          <pc:docMk/>
          <pc:sldMk cId="436433583" sldId="290"/>
        </pc:sldMkLst>
      </pc:sldChg>
      <pc:sldChg chg="add del">
        <pc:chgData name="Josué Silva de Morais" userId="f406c2cd-edfc-4057-be10-75858098c663" providerId="ADAL" clId="{DD587564-A78D-4561-8E64-C12CF1DF9BAA}" dt="2026-05-27T01:58:20.976" v="88"/>
        <pc:sldMkLst>
          <pc:docMk/>
          <pc:sldMk cId="1813066706" sldId="291"/>
        </pc:sldMkLst>
      </pc:sldChg>
      <pc:sldChg chg="add del">
        <pc:chgData name="Josué Silva de Morais" userId="f406c2cd-edfc-4057-be10-75858098c663" providerId="ADAL" clId="{DD587564-A78D-4561-8E64-C12CF1DF9BAA}" dt="2026-05-27T01:58:56.951" v="92"/>
        <pc:sldMkLst>
          <pc:docMk/>
          <pc:sldMk cId="3745420907" sldId="292"/>
        </pc:sldMkLst>
      </pc:sldChg>
      <pc:sldChg chg="add del">
        <pc:chgData name="Josué Silva de Morais" userId="f406c2cd-edfc-4057-be10-75858098c663" providerId="ADAL" clId="{DD587564-A78D-4561-8E64-C12CF1DF9BAA}" dt="2026-05-27T01:59:03.841" v="94"/>
        <pc:sldMkLst>
          <pc:docMk/>
          <pc:sldMk cId="1906075692" sldId="293"/>
        </pc:sldMkLst>
      </pc:sldChg>
      <pc:sldChg chg="add del">
        <pc:chgData name="Josué Silva de Morais" userId="f406c2cd-edfc-4057-be10-75858098c663" providerId="ADAL" clId="{DD587564-A78D-4561-8E64-C12CF1DF9BAA}" dt="2026-05-27T01:59:08.863" v="96"/>
        <pc:sldMkLst>
          <pc:docMk/>
          <pc:sldMk cId="3073398164" sldId="294"/>
        </pc:sldMkLst>
      </pc:sldChg>
      <pc:sldChg chg="add del">
        <pc:chgData name="Josué Silva de Morais" userId="f406c2cd-edfc-4057-be10-75858098c663" providerId="ADAL" clId="{DD587564-A78D-4561-8E64-C12CF1DF9BAA}" dt="2026-05-27T01:59:14.038" v="98"/>
        <pc:sldMkLst>
          <pc:docMk/>
          <pc:sldMk cId="3809996799" sldId="295"/>
        </pc:sldMkLst>
      </pc:sldChg>
      <pc:sldChg chg="add del">
        <pc:chgData name="Josué Silva de Morais" userId="f406c2cd-edfc-4057-be10-75858098c663" providerId="ADAL" clId="{DD587564-A78D-4561-8E64-C12CF1DF9BAA}" dt="2026-05-27T01:59:25.022" v="100"/>
        <pc:sldMkLst>
          <pc:docMk/>
          <pc:sldMk cId="3573765471" sldId="296"/>
        </pc:sldMkLst>
      </pc:sldChg>
      <pc:sldChg chg="add del">
        <pc:chgData name="Josué Silva de Morais" userId="f406c2cd-edfc-4057-be10-75858098c663" providerId="ADAL" clId="{DD587564-A78D-4561-8E64-C12CF1DF9BAA}" dt="2026-05-27T01:59:29.011" v="102"/>
        <pc:sldMkLst>
          <pc:docMk/>
          <pc:sldMk cId="2204031199" sldId="297"/>
        </pc:sldMkLst>
      </pc:sldChg>
      <pc:sldChg chg="add del">
        <pc:chgData name="Josué Silva de Morais" userId="f406c2cd-edfc-4057-be10-75858098c663" providerId="ADAL" clId="{DD587564-A78D-4561-8E64-C12CF1DF9BAA}" dt="2026-05-27T01:59:34.470" v="104"/>
        <pc:sldMkLst>
          <pc:docMk/>
          <pc:sldMk cId="2132947922" sldId="298"/>
        </pc:sldMkLst>
      </pc:sldChg>
      <pc:sldChg chg="modSp add mod">
        <pc:chgData name="Josué Silva de Morais" userId="f406c2cd-edfc-4057-be10-75858098c663" providerId="ADAL" clId="{DD587564-A78D-4561-8E64-C12CF1DF9BAA}" dt="2026-05-27T17:39:00.261" v="7340" actId="207"/>
        <pc:sldMkLst>
          <pc:docMk/>
          <pc:sldMk cId="2715861638" sldId="298"/>
        </pc:sldMkLst>
        <pc:spChg chg="mod">
          <ac:chgData name="Josué Silva de Morais" userId="f406c2cd-edfc-4057-be10-75858098c663" providerId="ADAL" clId="{DD587564-A78D-4561-8E64-C12CF1DF9BAA}" dt="2026-05-27T17:38:55.541" v="7339" actId="207"/>
          <ac:spMkLst>
            <pc:docMk/>
            <pc:sldMk cId="2715861638" sldId="298"/>
            <ac:spMk id="2" creationId="{9146B0A4-1E1D-C6BA-11E9-60B8CA12185F}"/>
          </ac:spMkLst>
        </pc:spChg>
        <pc:spChg chg="mod">
          <ac:chgData name="Josué Silva de Morais" userId="f406c2cd-edfc-4057-be10-75858098c663" providerId="ADAL" clId="{DD587564-A78D-4561-8E64-C12CF1DF9BAA}" dt="2026-05-27T17:39:00.261" v="7340" actId="207"/>
          <ac:spMkLst>
            <pc:docMk/>
            <pc:sldMk cId="2715861638" sldId="298"/>
            <ac:spMk id="3" creationId="{63C37698-2BD3-2105-1398-365BBBB196F8}"/>
          </ac:spMkLst>
        </pc:spChg>
      </pc:sldChg>
      <pc:sldChg chg="add del">
        <pc:chgData name="Josué Silva de Morais" userId="f406c2cd-edfc-4057-be10-75858098c663" providerId="ADAL" clId="{DD587564-A78D-4561-8E64-C12CF1DF9BAA}" dt="2026-05-27T01:59:38.929" v="106"/>
        <pc:sldMkLst>
          <pc:docMk/>
          <pc:sldMk cId="3600820871" sldId="299"/>
        </pc:sldMkLst>
      </pc:sldChg>
      <pc:sldChg chg="add del">
        <pc:chgData name="Josué Silva de Morais" userId="f406c2cd-edfc-4057-be10-75858098c663" providerId="ADAL" clId="{DD587564-A78D-4561-8E64-C12CF1DF9BAA}" dt="2026-05-27T01:59:50.506" v="108"/>
        <pc:sldMkLst>
          <pc:docMk/>
          <pc:sldMk cId="3932240412" sldId="300"/>
        </pc:sldMkLst>
      </pc:sldChg>
      <pc:sldChg chg="add del">
        <pc:chgData name="Josué Silva de Morais" userId="f406c2cd-edfc-4057-be10-75858098c663" providerId="ADAL" clId="{DD587564-A78D-4561-8E64-C12CF1DF9BAA}" dt="2026-05-27T01:59:54.766" v="110"/>
        <pc:sldMkLst>
          <pc:docMk/>
          <pc:sldMk cId="4102457996" sldId="301"/>
        </pc:sldMkLst>
      </pc:sldChg>
      <pc:sldChg chg="add del">
        <pc:chgData name="Josué Silva de Morais" userId="f406c2cd-edfc-4057-be10-75858098c663" providerId="ADAL" clId="{DD587564-A78D-4561-8E64-C12CF1DF9BAA}" dt="2026-05-27T01:59:58.714" v="112"/>
        <pc:sldMkLst>
          <pc:docMk/>
          <pc:sldMk cId="2820478658" sldId="302"/>
        </pc:sldMkLst>
      </pc:sldChg>
      <pc:sldChg chg="add del">
        <pc:chgData name="Josué Silva de Morais" userId="f406c2cd-edfc-4057-be10-75858098c663" providerId="ADAL" clId="{DD587564-A78D-4561-8E64-C12CF1DF9BAA}" dt="2026-05-27T02:00:02.399" v="114"/>
        <pc:sldMkLst>
          <pc:docMk/>
          <pc:sldMk cId="1214645767" sldId="303"/>
        </pc:sldMkLst>
      </pc:sldChg>
      <pc:sldChg chg="add del">
        <pc:chgData name="Josué Silva de Morais" userId="f406c2cd-edfc-4057-be10-75858098c663" providerId="ADAL" clId="{DD587564-A78D-4561-8E64-C12CF1DF9BAA}" dt="2026-05-27T02:00:07.462" v="116"/>
        <pc:sldMkLst>
          <pc:docMk/>
          <pc:sldMk cId="3404955332" sldId="304"/>
        </pc:sldMkLst>
      </pc:sldChg>
      <pc:sldChg chg="add del">
        <pc:chgData name="Josué Silva de Morais" userId="f406c2cd-edfc-4057-be10-75858098c663" providerId="ADAL" clId="{DD587564-A78D-4561-8E64-C12CF1DF9BAA}" dt="2026-05-27T02:00:12.512" v="118"/>
        <pc:sldMkLst>
          <pc:docMk/>
          <pc:sldMk cId="625006550" sldId="305"/>
        </pc:sldMkLst>
      </pc:sldChg>
      <pc:sldChg chg="add del">
        <pc:chgData name="Josué Silva de Morais" userId="f406c2cd-edfc-4057-be10-75858098c663" providerId="ADAL" clId="{DD587564-A78D-4561-8E64-C12CF1DF9BAA}" dt="2026-05-27T02:00:17.835" v="120"/>
        <pc:sldMkLst>
          <pc:docMk/>
          <pc:sldMk cId="2994196070" sldId="306"/>
        </pc:sldMkLst>
      </pc:sldChg>
      <pc:sldChg chg="modSp add mod">
        <pc:chgData name="Josué Silva de Morais" userId="f406c2cd-edfc-4057-be10-75858098c663" providerId="ADAL" clId="{DD587564-A78D-4561-8E64-C12CF1DF9BAA}" dt="2026-05-27T16:23:21.157" v="462" actId="14100"/>
        <pc:sldMkLst>
          <pc:docMk/>
          <pc:sldMk cId="3953648475" sldId="307"/>
        </pc:sldMkLst>
        <pc:spChg chg="mod">
          <ac:chgData name="Josué Silva de Morais" userId="f406c2cd-edfc-4057-be10-75858098c663" providerId="ADAL" clId="{DD587564-A78D-4561-8E64-C12CF1DF9BAA}" dt="2026-05-27T16:23:21.157" v="462" actId="14100"/>
          <ac:spMkLst>
            <pc:docMk/>
            <pc:sldMk cId="3953648475" sldId="307"/>
            <ac:spMk id="2" creationId="{F25C280A-BEA3-B4AE-8074-91D3B99F0B20}"/>
          </ac:spMkLst>
        </pc:spChg>
        <pc:spChg chg="mod">
          <ac:chgData name="Josué Silva de Morais" userId="f406c2cd-edfc-4057-be10-75858098c663" providerId="ADAL" clId="{DD587564-A78D-4561-8E64-C12CF1DF9BAA}" dt="2026-05-27T16:23:16.633" v="461" actId="6549"/>
          <ac:spMkLst>
            <pc:docMk/>
            <pc:sldMk cId="3953648475" sldId="307"/>
            <ac:spMk id="3" creationId="{8FCBFDE7-F587-41C9-911A-16F9F5BABD09}"/>
          </ac:spMkLst>
        </pc:spChg>
      </pc:sldChg>
      <pc:sldChg chg="add del">
        <pc:chgData name="Josué Silva de Morais" userId="f406c2cd-edfc-4057-be10-75858098c663" providerId="ADAL" clId="{DD587564-A78D-4561-8E64-C12CF1DF9BAA}" dt="2026-05-27T01:58:42.986" v="90"/>
        <pc:sldMkLst>
          <pc:docMk/>
          <pc:sldMk cId="2254002424" sldId="308"/>
        </pc:sldMkLst>
      </pc:sldChg>
      <pc:sldChg chg="addSp delSp modSp add mod">
        <pc:chgData name="Josué Silva de Morais" userId="f406c2cd-edfc-4057-be10-75858098c663" providerId="ADAL" clId="{DD587564-A78D-4561-8E64-C12CF1DF9BAA}" dt="2026-05-27T19:19:18.864" v="7401" actId="478"/>
        <pc:sldMkLst>
          <pc:docMk/>
          <pc:sldMk cId="1545795130" sldId="309"/>
        </pc:sldMkLst>
        <pc:spChg chg="mod">
          <ac:chgData name="Josué Silva de Morais" userId="f406c2cd-edfc-4057-be10-75858098c663" providerId="ADAL" clId="{DD587564-A78D-4561-8E64-C12CF1DF9BAA}" dt="2026-05-27T17:42:12.914" v="7367" actId="962"/>
          <ac:spMkLst>
            <pc:docMk/>
            <pc:sldMk cId="1545795130" sldId="309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34.333" v="301" actId="478"/>
          <ac:spMkLst>
            <pc:docMk/>
            <pc:sldMk cId="1545795130" sldId="309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29:43.199" v="1165" actId="14100"/>
          <ac:spMkLst>
            <pc:docMk/>
            <pc:sldMk cId="1545795130" sldId="309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5:56:05.633" v="128" actId="478"/>
          <ac:spMkLst>
            <pc:docMk/>
            <pc:sldMk cId="1545795130" sldId="309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7:11.439" v="323" actId="1076"/>
          <ac:spMkLst>
            <pc:docMk/>
            <pc:sldMk cId="1545795130" sldId="309"/>
            <ac:spMk id="105" creationId="{00000000-0000-0000-0000-000000000000}"/>
          </ac:spMkLst>
        </pc:spChg>
        <pc:spChg chg="add del mod">
          <ac:chgData name="Josué Silva de Morais" userId="f406c2cd-edfc-4057-be10-75858098c663" providerId="ADAL" clId="{DD587564-A78D-4561-8E64-C12CF1DF9BAA}" dt="2026-05-27T19:19:18.864" v="7401" actId="478"/>
          <ac:spMkLst>
            <pc:docMk/>
            <pc:sldMk cId="1545795130" sldId="309"/>
            <ac:spMk id="106" creationId="{00000000-0000-0000-0000-000000000000}"/>
          </ac:spMkLst>
        </pc:spChg>
      </pc:sldChg>
      <pc:sldChg chg="addSp delSp modSp add mod">
        <pc:chgData name="Josué Silva de Morais" userId="f406c2cd-edfc-4057-be10-75858098c663" providerId="ADAL" clId="{DD587564-A78D-4561-8E64-C12CF1DF9BAA}" dt="2026-05-27T19:19:24.456" v="7403" actId="478"/>
        <pc:sldMkLst>
          <pc:docMk/>
          <pc:sldMk cId="1342169414" sldId="310"/>
        </pc:sldMkLst>
        <pc:spChg chg="add del">
          <ac:chgData name="Josué Silva de Morais" userId="f406c2cd-edfc-4057-be10-75858098c663" providerId="ADAL" clId="{DD587564-A78D-4561-8E64-C12CF1DF9BAA}" dt="2026-05-27T17:42:18.218" v="7369" actId="22"/>
          <ac:spMkLst>
            <pc:docMk/>
            <pc:sldMk cId="1342169414" sldId="310"/>
            <ac:spMk id="3" creationId="{7720612C-06FF-7173-E6FF-2CFCE9F17618}"/>
          </ac:spMkLst>
        </pc:spChg>
        <pc:spChg chg="mod">
          <ac:chgData name="Josué Silva de Morais" userId="f406c2cd-edfc-4057-be10-75858098c663" providerId="ADAL" clId="{DD587564-A78D-4561-8E64-C12CF1DF9BAA}" dt="2026-05-27T17:42:20.369" v="7371" actId="962"/>
          <ac:spMkLst>
            <pc:docMk/>
            <pc:sldMk cId="1342169414" sldId="310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37.781" v="302" actId="478"/>
          <ac:spMkLst>
            <pc:docMk/>
            <pc:sldMk cId="1342169414" sldId="310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7:34.040" v="326" actId="14100"/>
          <ac:spMkLst>
            <pc:docMk/>
            <pc:sldMk cId="1342169414" sldId="310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5:57:11.517" v="140" actId="478"/>
          <ac:spMkLst>
            <pc:docMk/>
            <pc:sldMk cId="1342169414" sldId="310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29:56.192" v="1166" actId="1076"/>
          <ac:spMkLst>
            <pc:docMk/>
            <pc:sldMk cId="1342169414" sldId="310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19:24.456" v="7403" actId="478"/>
          <ac:spMkLst>
            <pc:docMk/>
            <pc:sldMk cId="1342169414" sldId="310"/>
            <ac:spMk id="106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19:29.880" v="7405" actId="478"/>
        <pc:sldMkLst>
          <pc:docMk/>
          <pc:sldMk cId="2802130239" sldId="311"/>
        </pc:sldMkLst>
        <pc:spChg chg="mod">
          <ac:chgData name="Josué Silva de Morais" userId="f406c2cd-edfc-4057-be10-75858098c663" providerId="ADAL" clId="{DD587564-A78D-4561-8E64-C12CF1DF9BAA}" dt="2026-05-27T17:42:25.057" v="7373" actId="962"/>
          <ac:spMkLst>
            <pc:docMk/>
            <pc:sldMk cId="2802130239" sldId="311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40.734" v="303" actId="478"/>
          <ac:spMkLst>
            <pc:docMk/>
            <pc:sldMk cId="2802130239" sldId="311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7:59.793" v="330" actId="14100"/>
          <ac:spMkLst>
            <pc:docMk/>
            <pc:sldMk cId="2802130239" sldId="311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1:39.441" v="228" actId="478"/>
          <ac:spMkLst>
            <pc:docMk/>
            <pc:sldMk cId="2802130239" sldId="311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8:03.736" v="331" actId="1076"/>
          <ac:spMkLst>
            <pc:docMk/>
            <pc:sldMk cId="2802130239" sldId="311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19:29.880" v="7405" actId="478"/>
          <ac:spMkLst>
            <pc:docMk/>
            <pc:sldMk cId="2802130239" sldId="311"/>
            <ac:spMk id="106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19:35.952" v="7407" actId="478"/>
        <pc:sldMkLst>
          <pc:docMk/>
          <pc:sldMk cId="80803856" sldId="312"/>
        </pc:sldMkLst>
        <pc:spChg chg="mod">
          <ac:chgData name="Josué Silva de Morais" userId="f406c2cd-edfc-4057-be10-75858098c663" providerId="ADAL" clId="{DD587564-A78D-4561-8E64-C12CF1DF9BAA}" dt="2026-05-27T17:42:29.457" v="7375" actId="962"/>
          <ac:spMkLst>
            <pc:docMk/>
            <pc:sldMk cId="80803856" sldId="312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43.373" v="304" actId="478"/>
          <ac:spMkLst>
            <pc:docMk/>
            <pc:sldMk cId="80803856" sldId="312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8:17.465" v="333" actId="14100"/>
          <ac:spMkLst>
            <pc:docMk/>
            <pc:sldMk cId="80803856" sldId="312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1:44.633" v="230" actId="478"/>
          <ac:spMkLst>
            <pc:docMk/>
            <pc:sldMk cId="80803856" sldId="312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8:36.240" v="336" actId="14100"/>
          <ac:spMkLst>
            <pc:docMk/>
            <pc:sldMk cId="80803856" sldId="312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19:35.952" v="7407" actId="478"/>
          <ac:spMkLst>
            <pc:docMk/>
            <pc:sldMk cId="80803856" sldId="312"/>
            <ac:spMk id="106" creationId="{00000000-0000-0000-0000-000000000000}"/>
          </ac:spMkLst>
        </pc:spChg>
      </pc:sldChg>
      <pc:sldChg chg="addSp delSp modSp add mod">
        <pc:chgData name="Josué Silva de Morais" userId="f406c2cd-edfc-4057-be10-75858098c663" providerId="ADAL" clId="{DD587564-A78D-4561-8E64-C12CF1DF9BAA}" dt="2026-05-27T19:19:44.648" v="7413" actId="478"/>
        <pc:sldMkLst>
          <pc:docMk/>
          <pc:sldMk cId="1202406366" sldId="313"/>
        </pc:sldMkLst>
        <pc:spChg chg="add del">
          <ac:chgData name="Josué Silva de Morais" userId="f406c2cd-edfc-4057-be10-75858098c663" providerId="ADAL" clId="{DD587564-A78D-4561-8E64-C12CF1DF9BAA}" dt="2026-05-27T19:19:41.513" v="7412" actId="22"/>
          <ac:spMkLst>
            <pc:docMk/>
            <pc:sldMk cId="1202406366" sldId="313"/>
            <ac:spMk id="3" creationId="{60B97BD7-5FAC-A4A1-643B-5D4D155AA614}"/>
          </ac:spMkLst>
        </pc:spChg>
        <pc:spChg chg="mod">
          <ac:chgData name="Josué Silva de Morais" userId="f406c2cd-edfc-4057-be10-75858098c663" providerId="ADAL" clId="{DD587564-A78D-4561-8E64-C12CF1DF9BAA}" dt="2026-05-27T17:42:32.746" v="7377" actId="962"/>
          <ac:spMkLst>
            <pc:docMk/>
            <pc:sldMk cId="1202406366" sldId="313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45.942" v="305" actId="478"/>
          <ac:spMkLst>
            <pc:docMk/>
            <pc:sldMk cId="1202406366" sldId="313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8:47.865" v="337" actId="14100"/>
          <ac:spMkLst>
            <pc:docMk/>
            <pc:sldMk cId="1202406366" sldId="313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1:57.529" v="233" actId="478"/>
          <ac:spMkLst>
            <pc:docMk/>
            <pc:sldMk cId="1202406366" sldId="313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8:54.617" v="339" actId="1076"/>
          <ac:spMkLst>
            <pc:docMk/>
            <pc:sldMk cId="1202406366" sldId="313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19:44.648" v="7413" actId="478"/>
          <ac:spMkLst>
            <pc:docMk/>
            <pc:sldMk cId="1202406366" sldId="313"/>
            <ac:spMk id="106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19:50.680" v="7415" actId="478"/>
        <pc:sldMkLst>
          <pc:docMk/>
          <pc:sldMk cId="4113127631" sldId="314"/>
        </pc:sldMkLst>
        <pc:spChg chg="mod">
          <ac:chgData name="Josué Silva de Morais" userId="f406c2cd-edfc-4057-be10-75858098c663" providerId="ADAL" clId="{DD587564-A78D-4561-8E64-C12CF1DF9BAA}" dt="2026-05-27T17:42:44.650" v="7379" actId="962"/>
          <ac:spMkLst>
            <pc:docMk/>
            <pc:sldMk cId="4113127631" sldId="314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51.526" v="306" actId="478"/>
          <ac:spMkLst>
            <pc:docMk/>
            <pc:sldMk cId="4113127631" sldId="314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08.202" v="340" actId="14100"/>
          <ac:spMkLst>
            <pc:docMk/>
            <pc:sldMk cId="4113127631" sldId="314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2:18.866" v="240" actId="478"/>
          <ac:spMkLst>
            <pc:docMk/>
            <pc:sldMk cId="4113127631" sldId="314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13.994" v="342" actId="1076"/>
          <ac:spMkLst>
            <pc:docMk/>
            <pc:sldMk cId="4113127631" sldId="314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19:50.680" v="7415" actId="478"/>
          <ac:spMkLst>
            <pc:docMk/>
            <pc:sldMk cId="4113127631" sldId="314"/>
            <ac:spMk id="106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19:56.320" v="7417" actId="478"/>
        <pc:sldMkLst>
          <pc:docMk/>
          <pc:sldMk cId="786384085" sldId="315"/>
        </pc:sldMkLst>
        <pc:spChg chg="mod">
          <ac:chgData name="Josué Silva de Morais" userId="f406c2cd-edfc-4057-be10-75858098c663" providerId="ADAL" clId="{DD587564-A78D-4561-8E64-C12CF1DF9BAA}" dt="2026-05-27T17:42:54.210" v="7381" actId="962"/>
          <ac:spMkLst>
            <pc:docMk/>
            <pc:sldMk cId="786384085" sldId="315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54.334" v="307" actId="478"/>
          <ac:spMkLst>
            <pc:docMk/>
            <pc:sldMk cId="786384085" sldId="315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19.697" v="343" actId="14100"/>
          <ac:spMkLst>
            <pc:docMk/>
            <pc:sldMk cId="786384085" sldId="315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2:25.394" v="244" actId="478"/>
          <ac:spMkLst>
            <pc:docMk/>
            <pc:sldMk cId="786384085" sldId="315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26.946" v="345" actId="14100"/>
          <ac:spMkLst>
            <pc:docMk/>
            <pc:sldMk cId="786384085" sldId="315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19:56.320" v="7417" actId="478"/>
          <ac:spMkLst>
            <pc:docMk/>
            <pc:sldMk cId="786384085" sldId="315"/>
            <ac:spMk id="106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20:04.680" v="7419" actId="478"/>
        <pc:sldMkLst>
          <pc:docMk/>
          <pc:sldMk cId="822427520" sldId="316"/>
        </pc:sldMkLst>
        <pc:spChg chg="mod">
          <ac:chgData name="Josué Silva de Morais" userId="f406c2cd-edfc-4057-be10-75858098c663" providerId="ADAL" clId="{DD587564-A78D-4561-8E64-C12CF1DF9BAA}" dt="2026-05-27T17:42:03.161" v="7365" actId="962"/>
          <ac:spMkLst>
            <pc:docMk/>
            <pc:sldMk cId="822427520" sldId="316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5:57.253" v="308" actId="478"/>
          <ac:spMkLst>
            <pc:docMk/>
            <pc:sldMk cId="822427520" sldId="316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39.426" v="347" actId="14100"/>
          <ac:spMkLst>
            <pc:docMk/>
            <pc:sldMk cId="822427520" sldId="316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2:37.043" v="248" actId="478"/>
          <ac:spMkLst>
            <pc:docMk/>
            <pc:sldMk cId="822427520" sldId="316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46.162" v="349" actId="1076"/>
          <ac:spMkLst>
            <pc:docMk/>
            <pc:sldMk cId="822427520" sldId="316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04.680" v="7419" actId="478"/>
          <ac:spMkLst>
            <pc:docMk/>
            <pc:sldMk cId="822427520" sldId="316"/>
            <ac:spMk id="106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20:09.896" v="7421" actId="478"/>
        <pc:sldMkLst>
          <pc:docMk/>
          <pc:sldMk cId="274324437" sldId="317"/>
        </pc:sldMkLst>
        <pc:spChg chg="mod">
          <ac:chgData name="Josué Silva de Morais" userId="f406c2cd-edfc-4057-be10-75858098c663" providerId="ADAL" clId="{DD587564-A78D-4561-8E64-C12CF1DF9BAA}" dt="2026-05-27T17:43:06.242" v="7383" actId="962"/>
          <ac:spMkLst>
            <pc:docMk/>
            <pc:sldMk cId="274324437" sldId="317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6:01.293" v="309" actId="478"/>
          <ac:spMkLst>
            <pc:docMk/>
            <pc:sldMk cId="274324437" sldId="317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50.698" v="350" actId="14100"/>
          <ac:spMkLst>
            <pc:docMk/>
            <pc:sldMk cId="274324437" sldId="317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2:44.138" v="252" actId="478"/>
          <ac:spMkLst>
            <pc:docMk/>
            <pc:sldMk cId="274324437" sldId="317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9:58.858" v="352" actId="1076"/>
          <ac:spMkLst>
            <pc:docMk/>
            <pc:sldMk cId="274324437" sldId="317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09.896" v="7421" actId="478"/>
          <ac:spMkLst>
            <pc:docMk/>
            <pc:sldMk cId="274324437" sldId="317"/>
            <ac:spMk id="106" creationId="{00000000-0000-0000-0000-000000000000}"/>
          </ac:spMkLst>
        </pc:spChg>
      </pc:sldChg>
      <pc:sldChg chg="addSp delSp modSp add del mod">
        <pc:chgData name="Josué Silva de Morais" userId="f406c2cd-edfc-4057-be10-75858098c663" providerId="ADAL" clId="{DD587564-A78D-4561-8E64-C12CF1DF9BAA}" dt="2026-05-27T16:59:00.921" v="5008"/>
        <pc:sldMkLst>
          <pc:docMk/>
          <pc:sldMk cId="465207247" sldId="318"/>
        </pc:sldMkLst>
        <pc:spChg chg="del">
          <ac:chgData name="Josué Silva de Morais" userId="f406c2cd-edfc-4057-be10-75858098c663" providerId="ADAL" clId="{DD587564-A78D-4561-8E64-C12CF1DF9BAA}" dt="2026-05-27T16:06:03.702" v="310" actId="478"/>
          <ac:spMkLst>
            <pc:docMk/>
            <pc:sldMk cId="465207247" sldId="318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2:38.517" v="386" actId="1076"/>
          <ac:spMkLst>
            <pc:docMk/>
            <pc:sldMk cId="465207247" sldId="318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2:48.522" v="254" actId="478"/>
          <ac:spMkLst>
            <pc:docMk/>
            <pc:sldMk cId="465207247" sldId="318"/>
            <ac:spMk id="104" creationId="{00000000-0000-0000-0000-000000000000}"/>
          </ac:spMkLst>
        </pc:spChg>
        <pc:spChg chg="add del mod">
          <ac:chgData name="Josué Silva de Morais" userId="f406c2cd-edfc-4057-be10-75858098c663" providerId="ADAL" clId="{DD587564-A78D-4561-8E64-C12CF1DF9BAA}" dt="2026-05-27T16:11:20.435" v="372" actId="1076"/>
          <ac:spMkLst>
            <pc:docMk/>
            <pc:sldMk cId="465207247" sldId="318"/>
            <ac:spMk id="105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0:54.236" v="364" actId="478"/>
          <ac:spMkLst>
            <pc:docMk/>
            <pc:sldMk cId="465207247" sldId="318"/>
            <ac:spMk id="106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1:00.427" v="367" actId="478"/>
          <ac:spMkLst>
            <pc:docMk/>
            <pc:sldMk cId="465207247" sldId="318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0:53.171" v="363" actId="478"/>
          <ac:spMkLst>
            <pc:docMk/>
            <pc:sldMk cId="465207247" sldId="318"/>
            <ac:spMk id="10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1:15.348" v="371" actId="1076"/>
          <ac:spMkLst>
            <pc:docMk/>
            <pc:sldMk cId="465207247" sldId="318"/>
            <ac:spMk id="109" creationId="{00000000-0000-0000-0000-000000000000}"/>
          </ac:spMkLst>
        </pc:spChg>
      </pc:sldChg>
      <pc:sldChg chg="delSp modSp add del mod">
        <pc:chgData name="Josué Silva de Morais" userId="f406c2cd-edfc-4057-be10-75858098c663" providerId="ADAL" clId="{DD587564-A78D-4561-8E64-C12CF1DF9BAA}" dt="2026-05-27T16:59:09.913" v="5010"/>
        <pc:sldMkLst>
          <pc:docMk/>
          <pc:sldMk cId="603145502" sldId="319"/>
        </pc:sldMkLst>
        <pc:spChg chg="del">
          <ac:chgData name="Josué Silva de Morais" userId="f406c2cd-edfc-4057-be10-75858098c663" providerId="ADAL" clId="{DD587564-A78D-4561-8E64-C12CF1DF9BAA}" dt="2026-05-27T16:06:06.517" v="311" actId="478"/>
          <ac:spMkLst>
            <pc:docMk/>
            <pc:sldMk cId="603145502" sldId="319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52:49.467" v="4995" actId="20577"/>
          <ac:spMkLst>
            <pc:docMk/>
            <pc:sldMk cId="603145502" sldId="319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2:56.907" v="260" actId="478"/>
          <ac:spMkLst>
            <pc:docMk/>
            <pc:sldMk cId="603145502" sldId="319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54:30.687" v="5000" actId="20577"/>
          <ac:spMkLst>
            <pc:docMk/>
            <pc:sldMk cId="603145502" sldId="319"/>
            <ac:spMk id="105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1:57.220" v="378" actId="478"/>
          <ac:spMkLst>
            <pc:docMk/>
            <pc:sldMk cId="603145502" sldId="319"/>
            <ac:spMk id="106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2:11.549" v="381" actId="478"/>
          <ac:spMkLst>
            <pc:docMk/>
            <pc:sldMk cId="603145502" sldId="319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2:10.206" v="380" actId="478"/>
          <ac:spMkLst>
            <pc:docMk/>
            <pc:sldMk cId="603145502" sldId="319"/>
            <ac:spMk id="10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55:06.508" v="5006" actId="14100"/>
          <ac:spMkLst>
            <pc:docMk/>
            <pc:sldMk cId="603145502" sldId="319"/>
            <ac:spMk id="109" creationId="{00000000-0000-0000-0000-000000000000}"/>
          </ac:spMkLst>
        </pc:spChg>
      </pc:sldChg>
      <pc:sldChg chg="delSp modSp add del mod">
        <pc:chgData name="Josué Silva de Morais" userId="f406c2cd-edfc-4057-be10-75858098c663" providerId="ADAL" clId="{DD587564-A78D-4561-8E64-C12CF1DF9BAA}" dt="2026-05-27T16:59:18.987" v="5012"/>
        <pc:sldMkLst>
          <pc:docMk/>
          <pc:sldMk cId="3321251806" sldId="320"/>
        </pc:sldMkLst>
        <pc:spChg chg="del">
          <ac:chgData name="Josué Silva de Morais" userId="f406c2cd-edfc-4057-be10-75858098c663" providerId="ADAL" clId="{DD587564-A78D-4561-8E64-C12CF1DF9BAA}" dt="2026-05-27T16:06:09.078" v="312" actId="478"/>
          <ac:spMkLst>
            <pc:docMk/>
            <pc:sldMk cId="3321251806" sldId="320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04:25.165" v="292" actId="108"/>
          <ac:spMkLst>
            <pc:docMk/>
            <pc:sldMk cId="3321251806" sldId="320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3:02.875" v="264" actId="478"/>
          <ac:spMkLst>
            <pc:docMk/>
            <pc:sldMk cId="3321251806" sldId="320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3:13.398" v="397" actId="1076"/>
          <ac:spMkLst>
            <pc:docMk/>
            <pc:sldMk cId="3321251806" sldId="320"/>
            <ac:spMk id="105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3:03.029" v="394" actId="478"/>
          <ac:spMkLst>
            <pc:docMk/>
            <pc:sldMk cId="3321251806" sldId="320"/>
            <ac:spMk id="106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3:04.390" v="395" actId="478"/>
          <ac:spMkLst>
            <pc:docMk/>
            <pc:sldMk cId="3321251806" sldId="320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3:02.238" v="393" actId="478"/>
          <ac:spMkLst>
            <pc:docMk/>
            <pc:sldMk cId="3321251806" sldId="320"/>
            <ac:spMk id="10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3:08.862" v="396" actId="14100"/>
          <ac:spMkLst>
            <pc:docMk/>
            <pc:sldMk cId="3321251806" sldId="320"/>
            <ac:spMk id="109" creationId="{00000000-0000-0000-0000-000000000000}"/>
          </ac:spMkLst>
        </pc:spChg>
      </pc:sldChg>
      <pc:sldChg chg="delSp modSp add del mod">
        <pc:chgData name="Josué Silva de Morais" userId="f406c2cd-edfc-4057-be10-75858098c663" providerId="ADAL" clId="{DD587564-A78D-4561-8E64-C12CF1DF9BAA}" dt="2026-05-27T16:59:27.521" v="5014"/>
        <pc:sldMkLst>
          <pc:docMk/>
          <pc:sldMk cId="2033545639" sldId="321"/>
        </pc:sldMkLst>
        <pc:spChg chg="del">
          <ac:chgData name="Josué Silva de Morais" userId="f406c2cd-edfc-4057-be10-75858098c663" providerId="ADAL" clId="{DD587564-A78D-4561-8E64-C12CF1DF9BAA}" dt="2026-05-27T16:06:12.327" v="313" actId="478"/>
          <ac:spMkLst>
            <pc:docMk/>
            <pc:sldMk cId="2033545639" sldId="321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4:06.703" v="408" actId="1076"/>
          <ac:spMkLst>
            <pc:docMk/>
            <pc:sldMk cId="2033545639" sldId="321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3:10.203" v="266" actId="478"/>
          <ac:spMkLst>
            <pc:docMk/>
            <pc:sldMk cId="2033545639" sldId="321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3:55.999" v="405" actId="1076"/>
          <ac:spMkLst>
            <pc:docMk/>
            <pc:sldMk cId="2033545639" sldId="321"/>
            <ac:spMk id="105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3:40.758" v="400" actId="478"/>
          <ac:spMkLst>
            <pc:docMk/>
            <pc:sldMk cId="2033545639" sldId="321"/>
            <ac:spMk id="106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3:42.671" v="401" actId="478"/>
          <ac:spMkLst>
            <pc:docMk/>
            <pc:sldMk cId="2033545639" sldId="321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3:40.031" v="399" actId="478"/>
          <ac:spMkLst>
            <pc:docMk/>
            <pc:sldMk cId="2033545639" sldId="321"/>
            <ac:spMk id="10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3:52.503" v="404" actId="14100"/>
          <ac:spMkLst>
            <pc:docMk/>
            <pc:sldMk cId="2033545639" sldId="321"/>
            <ac:spMk id="109" creationId="{00000000-0000-0000-0000-000000000000}"/>
          </ac:spMkLst>
        </pc:spChg>
      </pc:sldChg>
      <pc:sldChg chg="delSp modSp add del mod">
        <pc:chgData name="Josué Silva de Morais" userId="f406c2cd-edfc-4057-be10-75858098c663" providerId="ADAL" clId="{DD587564-A78D-4561-8E64-C12CF1DF9BAA}" dt="2026-05-27T16:59:36.599" v="5016"/>
        <pc:sldMkLst>
          <pc:docMk/>
          <pc:sldMk cId="1656186844" sldId="322"/>
        </pc:sldMkLst>
        <pc:spChg chg="del">
          <ac:chgData name="Josué Silva de Morais" userId="f406c2cd-edfc-4057-be10-75858098c663" providerId="ADAL" clId="{DD587564-A78D-4561-8E64-C12CF1DF9BAA}" dt="2026-05-27T16:06:14.934" v="314" actId="478"/>
          <ac:spMkLst>
            <pc:docMk/>
            <pc:sldMk cId="1656186844" sldId="322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4:50.704" v="421" actId="14100"/>
          <ac:spMkLst>
            <pc:docMk/>
            <pc:sldMk cId="1656186844" sldId="322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3:21.883" v="274" actId="478"/>
          <ac:spMkLst>
            <pc:docMk/>
            <pc:sldMk cId="1656186844" sldId="322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4:48.320" v="420" actId="1076"/>
          <ac:spMkLst>
            <pc:docMk/>
            <pc:sldMk cId="1656186844" sldId="322"/>
            <ac:spMk id="105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4:25.263" v="414" actId="478"/>
          <ac:spMkLst>
            <pc:docMk/>
            <pc:sldMk cId="1656186844" sldId="322"/>
            <ac:spMk id="106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4:27.311" v="415" actId="478"/>
          <ac:spMkLst>
            <pc:docMk/>
            <pc:sldMk cId="1656186844" sldId="322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4:56.048" v="422" actId="478"/>
          <ac:spMkLst>
            <pc:docMk/>
            <pc:sldMk cId="1656186844" sldId="322"/>
            <ac:spMk id="10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5:08.815" v="425" actId="1076"/>
          <ac:spMkLst>
            <pc:docMk/>
            <pc:sldMk cId="1656186844" sldId="322"/>
            <ac:spMk id="109" creationId="{00000000-0000-0000-0000-000000000000}"/>
          </ac:spMkLst>
        </pc:spChg>
      </pc:sldChg>
      <pc:sldChg chg="delSp modSp add del mod">
        <pc:chgData name="Josué Silva de Morais" userId="f406c2cd-edfc-4057-be10-75858098c663" providerId="ADAL" clId="{DD587564-A78D-4561-8E64-C12CF1DF9BAA}" dt="2026-05-27T16:59:44.550" v="5018"/>
        <pc:sldMkLst>
          <pc:docMk/>
          <pc:sldMk cId="2508479736" sldId="323"/>
        </pc:sldMkLst>
        <pc:spChg chg="del">
          <ac:chgData name="Josué Silva de Morais" userId="f406c2cd-edfc-4057-be10-75858098c663" providerId="ADAL" clId="{DD587564-A78D-4561-8E64-C12CF1DF9BAA}" dt="2026-05-27T16:06:17.966" v="315" actId="478"/>
          <ac:spMkLst>
            <pc:docMk/>
            <pc:sldMk cId="2508479736" sldId="323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5:47.816" v="437" actId="14100"/>
          <ac:spMkLst>
            <pc:docMk/>
            <pc:sldMk cId="2508479736" sldId="323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3:30.451" v="278" actId="478"/>
          <ac:spMkLst>
            <pc:docMk/>
            <pc:sldMk cId="2508479736" sldId="323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5:50.704" v="438" actId="1076"/>
          <ac:spMkLst>
            <pc:docMk/>
            <pc:sldMk cId="2508479736" sldId="323"/>
            <ac:spMk id="105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5:22.184" v="428" actId="478"/>
          <ac:spMkLst>
            <pc:docMk/>
            <pc:sldMk cId="2508479736" sldId="323"/>
            <ac:spMk id="106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5:24.881" v="429" actId="478"/>
          <ac:spMkLst>
            <pc:docMk/>
            <pc:sldMk cId="2508479736" sldId="323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5:21.729" v="427" actId="478"/>
          <ac:spMkLst>
            <pc:docMk/>
            <pc:sldMk cId="2508479736" sldId="323"/>
            <ac:spMk id="10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5:58.442" v="440" actId="6549"/>
          <ac:spMkLst>
            <pc:docMk/>
            <pc:sldMk cId="2508479736" sldId="323"/>
            <ac:spMk id="109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20:50.880" v="7435" actId="478"/>
        <pc:sldMkLst>
          <pc:docMk/>
          <pc:sldMk cId="2362196831" sldId="324"/>
        </pc:sldMkLst>
        <pc:spChg chg="mod">
          <ac:chgData name="Josué Silva de Morais" userId="f406c2cd-edfc-4057-be10-75858098c663" providerId="ADAL" clId="{DD587564-A78D-4561-8E64-C12CF1DF9BAA}" dt="2026-05-27T17:43:34.883" v="7397" actId="962"/>
          <ac:spMkLst>
            <pc:docMk/>
            <pc:sldMk cId="2362196831" sldId="324"/>
            <ac:spMk id="100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06:20.454" v="316" actId="478"/>
          <ac:spMkLst>
            <pc:docMk/>
            <pc:sldMk cId="2362196831" sldId="324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6:24.073" v="450" actId="14100"/>
          <ac:spMkLst>
            <pc:docMk/>
            <pc:sldMk cId="2362196831" sldId="324"/>
            <ac:spMk id="103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03:37.299" v="282" actId="478"/>
          <ac:spMkLst>
            <pc:docMk/>
            <pc:sldMk cId="2362196831" sldId="324"/>
            <ac:spMk id="10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6:16:20.729" v="449" actId="1076"/>
          <ac:spMkLst>
            <pc:docMk/>
            <pc:sldMk cId="2362196831" sldId="324"/>
            <ac:spMk id="105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6:08.041" v="443" actId="478"/>
          <ac:spMkLst>
            <pc:docMk/>
            <pc:sldMk cId="2362196831" sldId="324"/>
            <ac:spMk id="106" creationId="{00000000-0000-0000-0000-000000000000}"/>
          </ac:spMkLst>
        </pc:spChg>
        <pc:spChg chg="del">
          <ac:chgData name="Josué Silva de Morais" userId="f406c2cd-edfc-4057-be10-75858098c663" providerId="ADAL" clId="{DD587564-A78D-4561-8E64-C12CF1DF9BAA}" dt="2026-05-27T16:16:09.313" v="444" actId="478"/>
          <ac:spMkLst>
            <pc:docMk/>
            <pc:sldMk cId="2362196831" sldId="324"/>
            <ac:spMk id="107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6:16:07.601" v="442" actId="478"/>
          <ac:spMkLst>
            <pc:docMk/>
            <pc:sldMk cId="2362196831" sldId="324"/>
            <ac:spMk id="108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50.880" v="7435" actId="478"/>
          <ac:spMkLst>
            <pc:docMk/>
            <pc:sldMk cId="2362196831" sldId="324"/>
            <ac:spMk id="109" creationId="{00000000-0000-0000-0000-000000000000}"/>
          </ac:spMkLst>
        </pc:spChg>
      </pc:sldChg>
      <pc:sldChg chg="addSp modSp new mod ord">
        <pc:chgData name="Josué Silva de Morais" userId="f406c2cd-edfc-4057-be10-75858098c663" providerId="ADAL" clId="{DD587564-A78D-4561-8E64-C12CF1DF9BAA}" dt="2026-05-27T16:25:52.575" v="706"/>
        <pc:sldMkLst>
          <pc:docMk/>
          <pc:sldMk cId="692136237" sldId="325"/>
        </pc:sldMkLst>
        <pc:spChg chg="add mod">
          <ac:chgData name="Josué Silva de Morais" userId="f406c2cd-edfc-4057-be10-75858098c663" providerId="ADAL" clId="{DD587564-A78D-4561-8E64-C12CF1DF9BAA}" dt="2026-05-27T16:25:52.449" v="467"/>
          <ac:spMkLst>
            <pc:docMk/>
            <pc:sldMk cId="692136237" sldId="325"/>
            <ac:spMk id="2" creationId="{0E9AEAE5-AF36-490D-8EDF-78B521D04F03}"/>
          </ac:spMkLst>
        </pc:spChg>
        <pc:spChg chg="add mod">
          <ac:chgData name="Josué Silva de Morais" userId="f406c2cd-edfc-4057-be10-75858098c663" providerId="ADAL" clId="{DD587564-A78D-4561-8E64-C12CF1DF9BAA}" dt="2026-05-27T16:25:52.458" v="475"/>
          <ac:spMkLst>
            <pc:docMk/>
            <pc:sldMk cId="692136237" sldId="325"/>
            <ac:spMk id="3" creationId="{71F93EE3-003D-4253-846D-1B34EFA0AE18}"/>
          </ac:spMkLst>
        </pc:spChg>
        <pc:spChg chg="add mod">
          <ac:chgData name="Josué Silva de Morais" userId="f406c2cd-edfc-4057-be10-75858098c663" providerId="ADAL" clId="{DD587564-A78D-4561-8E64-C12CF1DF9BAA}" dt="2026-05-27T16:25:52.462" v="483"/>
          <ac:spMkLst>
            <pc:docMk/>
            <pc:sldMk cId="692136237" sldId="325"/>
            <ac:spMk id="4" creationId="{1188C6A2-1FC8-40D4-B852-D66DF597958B}"/>
          </ac:spMkLst>
        </pc:spChg>
        <pc:spChg chg="add mod">
          <ac:chgData name="Josué Silva de Morais" userId="f406c2cd-edfc-4057-be10-75858098c663" providerId="ADAL" clId="{DD587564-A78D-4561-8E64-C12CF1DF9BAA}" dt="2026-05-27T16:25:52.472" v="491"/>
          <ac:spMkLst>
            <pc:docMk/>
            <pc:sldMk cId="692136237" sldId="325"/>
            <ac:spMk id="5" creationId="{D337DBEB-E16D-45B6-AC75-A6B26275CDB2}"/>
          </ac:spMkLst>
        </pc:spChg>
        <pc:spChg chg="add mod">
          <ac:chgData name="Josué Silva de Morais" userId="f406c2cd-edfc-4057-be10-75858098c663" providerId="ADAL" clId="{DD587564-A78D-4561-8E64-C12CF1DF9BAA}" dt="2026-05-27T16:25:52.473" v="494"/>
          <ac:spMkLst>
            <pc:docMk/>
            <pc:sldMk cId="692136237" sldId="325"/>
            <ac:spMk id="6" creationId="{DD36D23A-190C-48B1-BAEF-D4B9F2B33DEA}"/>
          </ac:spMkLst>
        </pc:spChg>
        <pc:spChg chg="add mod">
          <ac:chgData name="Josué Silva de Morais" userId="f406c2cd-edfc-4057-be10-75858098c663" providerId="ADAL" clId="{DD587564-A78D-4561-8E64-C12CF1DF9BAA}" dt="2026-05-27T16:25:52.474" v="497"/>
          <ac:spMkLst>
            <pc:docMk/>
            <pc:sldMk cId="692136237" sldId="325"/>
            <ac:spMk id="7" creationId="{285C0174-0644-4FAD-B151-3BE910DEE63D}"/>
          </ac:spMkLst>
        </pc:spChg>
        <pc:spChg chg="add mod">
          <ac:chgData name="Josué Silva de Morais" userId="f406c2cd-edfc-4057-be10-75858098c663" providerId="ADAL" clId="{DD587564-A78D-4561-8E64-C12CF1DF9BAA}" dt="2026-05-27T16:25:52.478" v="505"/>
          <ac:spMkLst>
            <pc:docMk/>
            <pc:sldMk cId="692136237" sldId="325"/>
            <ac:spMk id="8" creationId="{0BF0063F-8288-4DFF-8BBB-AFC0F4B61305}"/>
          </ac:spMkLst>
        </pc:spChg>
        <pc:spChg chg="add mod">
          <ac:chgData name="Josué Silva de Morais" userId="f406c2cd-edfc-4057-be10-75858098c663" providerId="ADAL" clId="{DD587564-A78D-4561-8E64-C12CF1DF9BAA}" dt="2026-05-27T16:25:52.482" v="513"/>
          <ac:spMkLst>
            <pc:docMk/>
            <pc:sldMk cId="692136237" sldId="325"/>
            <ac:spMk id="9" creationId="{F75E71CC-D7B1-4A12-AF46-DA3E90960202}"/>
          </ac:spMkLst>
        </pc:spChg>
        <pc:spChg chg="add mod">
          <ac:chgData name="Josué Silva de Morais" userId="f406c2cd-edfc-4057-be10-75858098c663" providerId="ADAL" clId="{DD587564-A78D-4561-8E64-C12CF1DF9BAA}" dt="2026-05-27T16:25:52.486" v="521"/>
          <ac:spMkLst>
            <pc:docMk/>
            <pc:sldMk cId="692136237" sldId="325"/>
            <ac:spMk id="10" creationId="{1E0CD663-0A8B-45B2-A2D0-296D97C3659D}"/>
          </ac:spMkLst>
        </pc:spChg>
        <pc:spChg chg="add mod">
          <ac:chgData name="Josué Silva de Morais" userId="f406c2cd-edfc-4057-be10-75858098c663" providerId="ADAL" clId="{DD587564-A78D-4561-8E64-C12CF1DF9BAA}" dt="2026-05-27T16:25:52.488" v="524"/>
          <ac:spMkLst>
            <pc:docMk/>
            <pc:sldMk cId="692136237" sldId="325"/>
            <ac:spMk id="11" creationId="{E85AB2E6-4C23-4663-8AF9-2DBB9639D609}"/>
          </ac:spMkLst>
        </pc:spChg>
        <pc:spChg chg="add mod">
          <ac:chgData name="Josué Silva de Morais" userId="f406c2cd-edfc-4057-be10-75858098c663" providerId="ADAL" clId="{DD587564-A78D-4561-8E64-C12CF1DF9BAA}" dt="2026-05-27T16:25:52.489" v="527"/>
          <ac:spMkLst>
            <pc:docMk/>
            <pc:sldMk cId="692136237" sldId="325"/>
            <ac:spMk id="12" creationId="{4FC86E28-3D26-4296-B647-435E39A6A78F}"/>
          </ac:spMkLst>
        </pc:spChg>
        <pc:spChg chg="add mod">
          <ac:chgData name="Josué Silva de Morais" userId="f406c2cd-edfc-4057-be10-75858098c663" providerId="ADAL" clId="{DD587564-A78D-4561-8E64-C12CF1DF9BAA}" dt="2026-05-27T16:25:52.493" v="535"/>
          <ac:spMkLst>
            <pc:docMk/>
            <pc:sldMk cId="692136237" sldId="325"/>
            <ac:spMk id="13" creationId="{84CAD3B3-49F7-49D2-AAA3-5D39382AE349}"/>
          </ac:spMkLst>
        </pc:spChg>
        <pc:spChg chg="add mod">
          <ac:chgData name="Josué Silva de Morais" userId="f406c2cd-edfc-4057-be10-75858098c663" providerId="ADAL" clId="{DD587564-A78D-4561-8E64-C12CF1DF9BAA}" dt="2026-05-27T16:25:52.497" v="543"/>
          <ac:spMkLst>
            <pc:docMk/>
            <pc:sldMk cId="692136237" sldId="325"/>
            <ac:spMk id="14" creationId="{460F1143-708F-49A1-B223-FB4B71AD7C06}"/>
          </ac:spMkLst>
        </pc:spChg>
        <pc:spChg chg="add mod">
          <ac:chgData name="Josué Silva de Morais" userId="f406c2cd-edfc-4057-be10-75858098c663" providerId="ADAL" clId="{DD587564-A78D-4561-8E64-C12CF1DF9BAA}" dt="2026-05-27T16:25:52.500" v="551"/>
          <ac:spMkLst>
            <pc:docMk/>
            <pc:sldMk cId="692136237" sldId="325"/>
            <ac:spMk id="15" creationId="{25F48B1E-1A22-4978-904A-F5C2B2008CA6}"/>
          </ac:spMkLst>
        </pc:spChg>
        <pc:spChg chg="add mod">
          <ac:chgData name="Josué Silva de Morais" userId="f406c2cd-edfc-4057-be10-75858098c663" providerId="ADAL" clId="{DD587564-A78D-4561-8E64-C12CF1DF9BAA}" dt="2026-05-27T16:25:52.502" v="554"/>
          <ac:spMkLst>
            <pc:docMk/>
            <pc:sldMk cId="692136237" sldId="325"/>
            <ac:spMk id="16" creationId="{6C36F8BF-A3E9-4BBD-97DD-8EF6E711C0A2}"/>
          </ac:spMkLst>
        </pc:spChg>
        <pc:spChg chg="add mod">
          <ac:chgData name="Josué Silva de Morais" userId="f406c2cd-edfc-4057-be10-75858098c663" providerId="ADAL" clId="{DD587564-A78D-4561-8E64-C12CF1DF9BAA}" dt="2026-05-27T16:25:52.503" v="557"/>
          <ac:spMkLst>
            <pc:docMk/>
            <pc:sldMk cId="692136237" sldId="325"/>
            <ac:spMk id="17" creationId="{B5C927FA-C278-4627-9D3F-005613381531}"/>
          </ac:spMkLst>
        </pc:spChg>
        <pc:spChg chg="add mod">
          <ac:chgData name="Josué Silva de Morais" userId="f406c2cd-edfc-4057-be10-75858098c663" providerId="ADAL" clId="{DD587564-A78D-4561-8E64-C12CF1DF9BAA}" dt="2026-05-27T16:25:52.507" v="565"/>
          <ac:spMkLst>
            <pc:docMk/>
            <pc:sldMk cId="692136237" sldId="325"/>
            <ac:spMk id="18" creationId="{0A766232-4924-4F40-9C24-758DF967409F}"/>
          </ac:spMkLst>
        </pc:spChg>
        <pc:spChg chg="add mod">
          <ac:chgData name="Josué Silva de Morais" userId="f406c2cd-edfc-4057-be10-75858098c663" providerId="ADAL" clId="{DD587564-A78D-4561-8E64-C12CF1DF9BAA}" dt="2026-05-27T16:25:52.510" v="573"/>
          <ac:spMkLst>
            <pc:docMk/>
            <pc:sldMk cId="692136237" sldId="325"/>
            <ac:spMk id="19" creationId="{0D34779F-1FBF-4DF8-9FE6-8EDD278585D1}"/>
          </ac:spMkLst>
        </pc:spChg>
        <pc:spChg chg="add mod">
          <ac:chgData name="Josué Silva de Morais" userId="f406c2cd-edfc-4057-be10-75858098c663" providerId="ADAL" clId="{DD587564-A78D-4561-8E64-C12CF1DF9BAA}" dt="2026-05-27T16:25:52.514" v="581"/>
          <ac:spMkLst>
            <pc:docMk/>
            <pc:sldMk cId="692136237" sldId="325"/>
            <ac:spMk id="20" creationId="{77586B1F-6F20-4381-8F79-2BC2CD922F12}"/>
          </ac:spMkLst>
        </pc:spChg>
        <pc:spChg chg="add mod">
          <ac:chgData name="Josué Silva de Morais" userId="f406c2cd-edfc-4057-be10-75858098c663" providerId="ADAL" clId="{DD587564-A78D-4561-8E64-C12CF1DF9BAA}" dt="2026-05-27T16:25:52.515" v="584"/>
          <ac:spMkLst>
            <pc:docMk/>
            <pc:sldMk cId="692136237" sldId="325"/>
            <ac:spMk id="21" creationId="{E1FE8724-3AF4-4BE8-A687-E8B042325103}"/>
          </ac:spMkLst>
        </pc:spChg>
        <pc:spChg chg="add mod">
          <ac:chgData name="Josué Silva de Morais" userId="f406c2cd-edfc-4057-be10-75858098c663" providerId="ADAL" clId="{DD587564-A78D-4561-8E64-C12CF1DF9BAA}" dt="2026-05-27T16:25:52.517" v="587"/>
          <ac:spMkLst>
            <pc:docMk/>
            <pc:sldMk cId="692136237" sldId="325"/>
            <ac:spMk id="22" creationId="{77E4C153-6AA6-4452-A3A7-CFABC7EB7699}"/>
          </ac:spMkLst>
        </pc:spChg>
        <pc:spChg chg="add mod">
          <ac:chgData name="Josué Silva de Morais" userId="f406c2cd-edfc-4057-be10-75858098c663" providerId="ADAL" clId="{DD587564-A78D-4561-8E64-C12CF1DF9BAA}" dt="2026-05-27T16:25:52.520" v="595"/>
          <ac:spMkLst>
            <pc:docMk/>
            <pc:sldMk cId="692136237" sldId="325"/>
            <ac:spMk id="23" creationId="{B7FBD8E2-74FC-43D9-BA71-D8B519BC4BDF}"/>
          </ac:spMkLst>
        </pc:spChg>
        <pc:spChg chg="add mod">
          <ac:chgData name="Josué Silva de Morais" userId="f406c2cd-edfc-4057-be10-75858098c663" providerId="ADAL" clId="{DD587564-A78D-4561-8E64-C12CF1DF9BAA}" dt="2026-05-27T16:25:52.524" v="603"/>
          <ac:spMkLst>
            <pc:docMk/>
            <pc:sldMk cId="692136237" sldId="325"/>
            <ac:spMk id="24" creationId="{EF2ECBF0-0E6E-4B6C-A68E-FBB359D4BE71}"/>
          </ac:spMkLst>
        </pc:spChg>
        <pc:spChg chg="add mod">
          <ac:chgData name="Josué Silva de Morais" userId="f406c2cd-edfc-4057-be10-75858098c663" providerId="ADAL" clId="{DD587564-A78D-4561-8E64-C12CF1DF9BAA}" dt="2026-05-27T16:25:52.528" v="611"/>
          <ac:spMkLst>
            <pc:docMk/>
            <pc:sldMk cId="692136237" sldId="325"/>
            <ac:spMk id="25" creationId="{1AD5E589-F6C2-4A06-8024-C71221A1BDB5}"/>
          </ac:spMkLst>
        </pc:spChg>
        <pc:spChg chg="add mod">
          <ac:chgData name="Josué Silva de Morais" userId="f406c2cd-edfc-4057-be10-75858098c663" providerId="ADAL" clId="{DD587564-A78D-4561-8E64-C12CF1DF9BAA}" dt="2026-05-27T16:25:52.532" v="619"/>
          <ac:spMkLst>
            <pc:docMk/>
            <pc:sldMk cId="692136237" sldId="325"/>
            <ac:spMk id="26" creationId="{D0881B02-7F33-4BBF-95A6-B95A57296AA4}"/>
          </ac:spMkLst>
        </pc:spChg>
        <pc:spChg chg="add mod">
          <ac:chgData name="Josué Silva de Morais" userId="f406c2cd-edfc-4057-be10-75858098c663" providerId="ADAL" clId="{DD587564-A78D-4561-8E64-C12CF1DF9BAA}" dt="2026-05-27T16:25:52.533" v="622"/>
          <ac:spMkLst>
            <pc:docMk/>
            <pc:sldMk cId="692136237" sldId="325"/>
            <ac:spMk id="27" creationId="{ECF82E01-07E4-43D4-9E31-65256E7B81F7}"/>
          </ac:spMkLst>
        </pc:spChg>
        <pc:spChg chg="add mod">
          <ac:chgData name="Josué Silva de Morais" userId="f406c2cd-edfc-4057-be10-75858098c663" providerId="ADAL" clId="{DD587564-A78D-4561-8E64-C12CF1DF9BAA}" dt="2026-05-27T16:25:52.537" v="630"/>
          <ac:spMkLst>
            <pc:docMk/>
            <pc:sldMk cId="692136237" sldId="325"/>
            <ac:spMk id="28" creationId="{94A7B677-4ACC-4A4D-A89C-F2702DAC91AC}"/>
          </ac:spMkLst>
        </pc:spChg>
        <pc:spChg chg="add mod">
          <ac:chgData name="Josué Silva de Morais" userId="f406c2cd-edfc-4057-be10-75858098c663" providerId="ADAL" clId="{DD587564-A78D-4561-8E64-C12CF1DF9BAA}" dt="2026-05-27T16:25:52.538" v="633"/>
          <ac:spMkLst>
            <pc:docMk/>
            <pc:sldMk cId="692136237" sldId="325"/>
            <ac:spMk id="29" creationId="{31D19837-4BD7-4AEB-A500-E911963C829F}"/>
          </ac:spMkLst>
        </pc:spChg>
        <pc:spChg chg="add mod">
          <ac:chgData name="Josué Silva de Morais" userId="f406c2cd-edfc-4057-be10-75858098c663" providerId="ADAL" clId="{DD587564-A78D-4561-8E64-C12CF1DF9BAA}" dt="2026-05-27T16:25:52.542" v="641"/>
          <ac:spMkLst>
            <pc:docMk/>
            <pc:sldMk cId="692136237" sldId="325"/>
            <ac:spMk id="30" creationId="{FF41BEBB-5EDC-4E64-93DA-1197972166D4}"/>
          </ac:spMkLst>
        </pc:spChg>
        <pc:spChg chg="add mod">
          <ac:chgData name="Josué Silva de Morais" userId="f406c2cd-edfc-4057-be10-75858098c663" providerId="ADAL" clId="{DD587564-A78D-4561-8E64-C12CF1DF9BAA}" dt="2026-05-27T16:25:52.543" v="644"/>
          <ac:spMkLst>
            <pc:docMk/>
            <pc:sldMk cId="692136237" sldId="325"/>
            <ac:spMk id="31" creationId="{44826A21-2B1E-4910-BA9C-9C93E0A64960}"/>
          </ac:spMkLst>
        </pc:spChg>
        <pc:spChg chg="add mod">
          <ac:chgData name="Josué Silva de Morais" userId="f406c2cd-edfc-4057-be10-75858098c663" providerId="ADAL" clId="{DD587564-A78D-4561-8E64-C12CF1DF9BAA}" dt="2026-05-27T16:25:52.545" v="647"/>
          <ac:spMkLst>
            <pc:docMk/>
            <pc:sldMk cId="692136237" sldId="325"/>
            <ac:spMk id="32" creationId="{52C5ECF0-75D1-43D9-B593-A12EC222A98A}"/>
          </ac:spMkLst>
        </pc:spChg>
        <pc:spChg chg="add mod">
          <ac:chgData name="Josué Silva de Morais" userId="f406c2cd-edfc-4057-be10-75858098c663" providerId="ADAL" clId="{DD587564-A78D-4561-8E64-C12CF1DF9BAA}" dt="2026-05-27T16:25:52.549" v="655"/>
          <ac:spMkLst>
            <pc:docMk/>
            <pc:sldMk cId="692136237" sldId="325"/>
            <ac:spMk id="33" creationId="{24E01075-49A0-40D3-9076-CDE69F72B274}"/>
          </ac:spMkLst>
        </pc:spChg>
        <pc:spChg chg="add mod">
          <ac:chgData name="Josué Silva de Morais" userId="f406c2cd-edfc-4057-be10-75858098c663" providerId="ADAL" clId="{DD587564-A78D-4561-8E64-C12CF1DF9BAA}" dt="2026-05-27T16:25:52.553" v="663"/>
          <ac:spMkLst>
            <pc:docMk/>
            <pc:sldMk cId="692136237" sldId="325"/>
            <ac:spMk id="34" creationId="{CC3C9BA0-E0E5-4FCE-994C-B44CB416639D}"/>
          </ac:spMkLst>
        </pc:spChg>
        <pc:spChg chg="add mod">
          <ac:chgData name="Josué Silva de Morais" userId="f406c2cd-edfc-4057-be10-75858098c663" providerId="ADAL" clId="{DD587564-A78D-4561-8E64-C12CF1DF9BAA}" dt="2026-05-27T16:25:52.557" v="671"/>
          <ac:spMkLst>
            <pc:docMk/>
            <pc:sldMk cId="692136237" sldId="325"/>
            <ac:spMk id="35" creationId="{189A85D9-97BF-4B47-AF65-9ED0DE696C4C}"/>
          </ac:spMkLst>
        </pc:spChg>
        <pc:spChg chg="add mod">
          <ac:chgData name="Josué Silva de Morais" userId="f406c2cd-edfc-4057-be10-75858098c663" providerId="ADAL" clId="{DD587564-A78D-4561-8E64-C12CF1DF9BAA}" dt="2026-05-27T16:25:52.562" v="679"/>
          <ac:spMkLst>
            <pc:docMk/>
            <pc:sldMk cId="692136237" sldId="325"/>
            <ac:spMk id="36" creationId="{0DC014B8-A281-4A6C-948B-63E429D253A0}"/>
          </ac:spMkLst>
        </pc:spChg>
        <pc:spChg chg="add mod">
          <ac:chgData name="Josué Silva de Morais" userId="f406c2cd-edfc-4057-be10-75858098c663" providerId="ADAL" clId="{DD587564-A78D-4561-8E64-C12CF1DF9BAA}" dt="2026-05-27T16:25:52.566" v="687"/>
          <ac:spMkLst>
            <pc:docMk/>
            <pc:sldMk cId="692136237" sldId="325"/>
            <ac:spMk id="37" creationId="{A346F5F1-6431-4B33-A299-EB269C709D91}"/>
          </ac:spMkLst>
        </pc:spChg>
        <pc:spChg chg="add mod">
          <ac:chgData name="Josué Silva de Morais" userId="f406c2cd-edfc-4057-be10-75858098c663" providerId="ADAL" clId="{DD587564-A78D-4561-8E64-C12CF1DF9BAA}" dt="2026-05-27T16:25:52.567" v="690"/>
          <ac:spMkLst>
            <pc:docMk/>
            <pc:sldMk cId="692136237" sldId="325"/>
            <ac:spMk id="38" creationId="{34545AC1-9914-48A8-97CC-B7A2DCB566FB}"/>
          </ac:spMkLst>
        </pc:spChg>
        <pc:spChg chg="add mod">
          <ac:chgData name="Josué Silva de Morais" userId="f406c2cd-edfc-4057-be10-75858098c663" providerId="ADAL" clId="{DD587564-A78D-4561-8E64-C12CF1DF9BAA}" dt="2026-05-27T16:25:52.571" v="698"/>
          <ac:spMkLst>
            <pc:docMk/>
            <pc:sldMk cId="692136237" sldId="325"/>
            <ac:spMk id="39" creationId="{96B3B0C7-7F94-4ACF-AA20-5BCE146B7622}"/>
          </ac:spMkLst>
        </pc:spChg>
        <pc:spChg chg="add mod">
          <ac:chgData name="Josué Silva de Morais" userId="f406c2cd-edfc-4057-be10-75858098c663" providerId="ADAL" clId="{DD587564-A78D-4561-8E64-C12CF1DF9BAA}" dt="2026-05-27T16:25:52.575" v="706"/>
          <ac:spMkLst>
            <pc:docMk/>
            <pc:sldMk cId="692136237" sldId="325"/>
            <ac:spMk id="40" creationId="{3A4D2798-5481-4185-B1B1-81A00D771182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6:32:11.123" v="1663" actId="14100"/>
        <pc:sldMkLst>
          <pc:docMk/>
          <pc:sldMk cId="1092639025" sldId="326"/>
        </pc:sldMkLst>
        <pc:spChg chg="add mod">
          <ac:chgData name="Josué Silva de Morais" userId="f406c2cd-edfc-4057-be10-75858098c663" providerId="ADAL" clId="{DD587564-A78D-4561-8E64-C12CF1DF9BAA}" dt="2026-05-27T16:28:37.488" v="711"/>
          <ac:spMkLst>
            <pc:docMk/>
            <pc:sldMk cId="1092639025" sldId="326"/>
            <ac:spMk id="2" creationId="{AD0F1532-5817-42A5-80A5-FD5827DD6DB3}"/>
          </ac:spMkLst>
        </pc:spChg>
        <pc:spChg chg="add mod">
          <ac:chgData name="Josué Silva de Morais" userId="f406c2cd-edfc-4057-be10-75858098c663" providerId="ADAL" clId="{DD587564-A78D-4561-8E64-C12CF1DF9BAA}" dt="2026-05-27T16:28:37.492" v="719"/>
          <ac:spMkLst>
            <pc:docMk/>
            <pc:sldMk cId="1092639025" sldId="326"/>
            <ac:spMk id="3" creationId="{E998F1A0-F951-401A-85C6-9C32E785A8CF}"/>
          </ac:spMkLst>
        </pc:spChg>
        <pc:spChg chg="add mod">
          <ac:chgData name="Josué Silva de Morais" userId="f406c2cd-edfc-4057-be10-75858098c663" providerId="ADAL" clId="{DD587564-A78D-4561-8E64-C12CF1DF9BAA}" dt="2026-05-27T16:28:37.496" v="727"/>
          <ac:spMkLst>
            <pc:docMk/>
            <pc:sldMk cId="1092639025" sldId="326"/>
            <ac:spMk id="4" creationId="{02A579AE-2615-4474-B702-F2FF43525AC1}"/>
          </ac:spMkLst>
        </pc:spChg>
        <pc:spChg chg="add mod">
          <ac:chgData name="Josué Silva de Morais" userId="f406c2cd-edfc-4057-be10-75858098c663" providerId="ADAL" clId="{DD587564-A78D-4561-8E64-C12CF1DF9BAA}" dt="2026-05-27T16:28:37.500" v="735"/>
          <ac:spMkLst>
            <pc:docMk/>
            <pc:sldMk cId="1092639025" sldId="326"/>
            <ac:spMk id="5" creationId="{F3762821-9BFA-4374-8F84-8385D9C9B59A}"/>
          </ac:spMkLst>
        </pc:spChg>
        <pc:spChg chg="add mod">
          <ac:chgData name="Josué Silva de Morais" userId="f406c2cd-edfc-4057-be10-75858098c663" providerId="ADAL" clId="{DD587564-A78D-4561-8E64-C12CF1DF9BAA}" dt="2026-05-27T16:28:37.501" v="738"/>
          <ac:spMkLst>
            <pc:docMk/>
            <pc:sldMk cId="1092639025" sldId="326"/>
            <ac:spMk id="6" creationId="{3B592360-822A-4D5A-931F-5616D4DACE9C}"/>
          </ac:spMkLst>
        </pc:spChg>
        <pc:spChg chg="add del mod">
          <ac:chgData name="Josué Silva de Morais" userId="f406c2cd-edfc-4057-be10-75858098c663" providerId="ADAL" clId="{DD587564-A78D-4561-8E64-C12CF1DF9BAA}" dt="2026-05-27T16:29:34.180" v="951"/>
          <ac:spMkLst>
            <pc:docMk/>
            <pc:sldMk cId="1092639025" sldId="326"/>
            <ac:spMk id="7" creationId="{AB2535B9-E1D0-4BBB-B013-7F91448FAC27}"/>
          </ac:spMkLst>
        </pc:spChg>
        <pc:spChg chg="add del mod">
          <ac:chgData name="Josué Silva de Morais" userId="f406c2cd-edfc-4057-be10-75858098c663" providerId="ADAL" clId="{DD587564-A78D-4561-8E64-C12CF1DF9BAA}" dt="2026-05-27T16:29:34.181" v="952"/>
          <ac:spMkLst>
            <pc:docMk/>
            <pc:sldMk cId="1092639025" sldId="326"/>
            <ac:spMk id="8" creationId="{E10DD342-2B82-420A-99F0-370DE1152DB7}"/>
          </ac:spMkLst>
        </pc:spChg>
        <pc:spChg chg="add del mod">
          <ac:chgData name="Josué Silva de Morais" userId="f406c2cd-edfc-4057-be10-75858098c663" providerId="ADAL" clId="{DD587564-A78D-4561-8E64-C12CF1DF9BAA}" dt="2026-05-27T16:29:34.181" v="953"/>
          <ac:spMkLst>
            <pc:docMk/>
            <pc:sldMk cId="1092639025" sldId="326"/>
            <ac:spMk id="9" creationId="{29CFD1BD-E7F6-40CD-BE3A-68EBB74C515F}"/>
          </ac:spMkLst>
        </pc:spChg>
        <pc:spChg chg="add del mod">
          <ac:chgData name="Josué Silva de Morais" userId="f406c2cd-edfc-4057-be10-75858098c663" providerId="ADAL" clId="{DD587564-A78D-4561-8E64-C12CF1DF9BAA}" dt="2026-05-27T16:29:34.181" v="954"/>
          <ac:spMkLst>
            <pc:docMk/>
            <pc:sldMk cId="1092639025" sldId="326"/>
            <ac:spMk id="10" creationId="{9ADF75F1-2FBA-4585-9021-98D470C42B3D}"/>
          </ac:spMkLst>
        </pc:spChg>
        <pc:spChg chg="add del mod">
          <ac:chgData name="Josué Silva de Morais" userId="f406c2cd-edfc-4057-be10-75858098c663" providerId="ADAL" clId="{DD587564-A78D-4561-8E64-C12CF1DF9BAA}" dt="2026-05-27T16:29:34.182" v="955"/>
          <ac:spMkLst>
            <pc:docMk/>
            <pc:sldMk cId="1092639025" sldId="326"/>
            <ac:spMk id="11" creationId="{633053E5-17BD-4CFB-A50D-7F4B983E9542}"/>
          </ac:spMkLst>
        </pc:spChg>
        <pc:spChg chg="add del mod">
          <ac:chgData name="Josué Silva de Morais" userId="f406c2cd-edfc-4057-be10-75858098c663" providerId="ADAL" clId="{DD587564-A78D-4561-8E64-C12CF1DF9BAA}" dt="2026-05-27T16:29:34.182" v="956"/>
          <ac:spMkLst>
            <pc:docMk/>
            <pc:sldMk cId="1092639025" sldId="326"/>
            <ac:spMk id="12" creationId="{0E64EA08-6EBA-4359-BA29-4F30B82E888D}"/>
          </ac:spMkLst>
        </pc:spChg>
        <pc:spChg chg="add del mod">
          <ac:chgData name="Josué Silva de Morais" userId="f406c2cd-edfc-4057-be10-75858098c663" providerId="ADAL" clId="{DD587564-A78D-4561-8E64-C12CF1DF9BAA}" dt="2026-05-27T16:29:34.183" v="957"/>
          <ac:spMkLst>
            <pc:docMk/>
            <pc:sldMk cId="1092639025" sldId="326"/>
            <ac:spMk id="13" creationId="{F248F5A8-D24A-4C98-8FB9-AF2A07FCE66A}"/>
          </ac:spMkLst>
        </pc:spChg>
        <pc:spChg chg="add del mod">
          <ac:chgData name="Josué Silva de Morais" userId="f406c2cd-edfc-4057-be10-75858098c663" providerId="ADAL" clId="{DD587564-A78D-4561-8E64-C12CF1DF9BAA}" dt="2026-05-27T16:29:34.183" v="958"/>
          <ac:spMkLst>
            <pc:docMk/>
            <pc:sldMk cId="1092639025" sldId="326"/>
            <ac:spMk id="14" creationId="{ED2F70C6-89C1-49CF-B9E4-A2C8D30E7644}"/>
          </ac:spMkLst>
        </pc:spChg>
        <pc:spChg chg="add del mod">
          <ac:chgData name="Josué Silva de Morais" userId="f406c2cd-edfc-4057-be10-75858098c663" providerId="ADAL" clId="{DD587564-A78D-4561-8E64-C12CF1DF9BAA}" dt="2026-05-27T16:29:34.183" v="959"/>
          <ac:spMkLst>
            <pc:docMk/>
            <pc:sldMk cId="1092639025" sldId="326"/>
            <ac:spMk id="15" creationId="{C2878CC2-E4B1-4B5D-A902-79ED37A0009B}"/>
          </ac:spMkLst>
        </pc:spChg>
        <pc:spChg chg="add del mod">
          <ac:chgData name="Josué Silva de Morais" userId="f406c2cd-edfc-4057-be10-75858098c663" providerId="ADAL" clId="{DD587564-A78D-4561-8E64-C12CF1DF9BAA}" dt="2026-05-27T16:29:34.184" v="960"/>
          <ac:spMkLst>
            <pc:docMk/>
            <pc:sldMk cId="1092639025" sldId="326"/>
            <ac:spMk id="16" creationId="{79384895-F031-49E4-A0C2-BAACFE62EE70}"/>
          </ac:spMkLst>
        </pc:spChg>
        <pc:spChg chg="add del mod">
          <ac:chgData name="Josué Silva de Morais" userId="f406c2cd-edfc-4057-be10-75858098c663" providerId="ADAL" clId="{DD587564-A78D-4561-8E64-C12CF1DF9BAA}" dt="2026-05-27T16:29:34.184" v="961"/>
          <ac:spMkLst>
            <pc:docMk/>
            <pc:sldMk cId="1092639025" sldId="326"/>
            <ac:spMk id="17" creationId="{BA5BA319-F084-46B5-8592-D513F2BE3555}"/>
          </ac:spMkLst>
        </pc:spChg>
        <pc:spChg chg="add del mod">
          <ac:chgData name="Josué Silva de Morais" userId="f406c2cd-edfc-4057-be10-75858098c663" providerId="ADAL" clId="{DD587564-A78D-4561-8E64-C12CF1DF9BAA}" dt="2026-05-27T16:29:34.185" v="962"/>
          <ac:spMkLst>
            <pc:docMk/>
            <pc:sldMk cId="1092639025" sldId="326"/>
            <ac:spMk id="18" creationId="{B365D4C5-6E21-42C4-A470-A417428F6582}"/>
          </ac:spMkLst>
        </pc:spChg>
        <pc:spChg chg="add del mod">
          <ac:chgData name="Josué Silva de Morais" userId="f406c2cd-edfc-4057-be10-75858098c663" providerId="ADAL" clId="{DD587564-A78D-4561-8E64-C12CF1DF9BAA}" dt="2026-05-27T16:29:34.185" v="963"/>
          <ac:spMkLst>
            <pc:docMk/>
            <pc:sldMk cId="1092639025" sldId="326"/>
            <ac:spMk id="19" creationId="{1FB0BEB7-DE06-4D08-850F-6794FE02041C}"/>
          </ac:spMkLst>
        </pc:spChg>
        <pc:spChg chg="add del mod">
          <ac:chgData name="Josué Silva de Morais" userId="f406c2cd-edfc-4057-be10-75858098c663" providerId="ADAL" clId="{DD587564-A78D-4561-8E64-C12CF1DF9BAA}" dt="2026-05-27T16:29:34.185" v="964"/>
          <ac:spMkLst>
            <pc:docMk/>
            <pc:sldMk cId="1092639025" sldId="326"/>
            <ac:spMk id="20" creationId="{353BF357-D543-4EE3-91F8-025031635389}"/>
          </ac:spMkLst>
        </pc:spChg>
        <pc:spChg chg="add del mod">
          <ac:chgData name="Josué Silva de Morais" userId="f406c2cd-edfc-4057-be10-75858098c663" providerId="ADAL" clId="{DD587564-A78D-4561-8E64-C12CF1DF9BAA}" dt="2026-05-27T16:29:34.186" v="965"/>
          <ac:spMkLst>
            <pc:docMk/>
            <pc:sldMk cId="1092639025" sldId="326"/>
            <ac:spMk id="21" creationId="{802151A5-AC51-48A2-9136-7850EB654E89}"/>
          </ac:spMkLst>
        </pc:spChg>
        <pc:spChg chg="add del mod">
          <ac:chgData name="Josué Silva de Morais" userId="f406c2cd-edfc-4057-be10-75858098c663" providerId="ADAL" clId="{DD587564-A78D-4561-8E64-C12CF1DF9BAA}" dt="2026-05-27T16:29:34.186" v="966"/>
          <ac:spMkLst>
            <pc:docMk/>
            <pc:sldMk cId="1092639025" sldId="326"/>
            <ac:spMk id="22" creationId="{85B1B335-7512-412A-B3E8-4D9D926319B8}"/>
          </ac:spMkLst>
        </pc:spChg>
        <pc:spChg chg="add del mod">
          <ac:chgData name="Josué Silva de Morais" userId="f406c2cd-edfc-4057-be10-75858098c663" providerId="ADAL" clId="{DD587564-A78D-4561-8E64-C12CF1DF9BAA}" dt="2026-05-27T16:29:34.187" v="967"/>
          <ac:spMkLst>
            <pc:docMk/>
            <pc:sldMk cId="1092639025" sldId="326"/>
            <ac:spMk id="23" creationId="{3E91877D-EAE3-4330-8C0F-9B6C22F87DB2}"/>
          </ac:spMkLst>
        </pc:spChg>
        <pc:spChg chg="add del mod">
          <ac:chgData name="Josué Silva de Morais" userId="f406c2cd-edfc-4057-be10-75858098c663" providerId="ADAL" clId="{DD587564-A78D-4561-8E64-C12CF1DF9BAA}" dt="2026-05-27T16:29:34.187" v="968"/>
          <ac:spMkLst>
            <pc:docMk/>
            <pc:sldMk cId="1092639025" sldId="326"/>
            <ac:spMk id="24" creationId="{C37D0747-B767-4289-90CC-E7C19471B30B}"/>
          </ac:spMkLst>
        </pc:spChg>
        <pc:spChg chg="add del mod">
          <ac:chgData name="Josué Silva de Morais" userId="f406c2cd-edfc-4057-be10-75858098c663" providerId="ADAL" clId="{DD587564-A78D-4561-8E64-C12CF1DF9BAA}" dt="2026-05-27T16:29:34.188" v="969"/>
          <ac:spMkLst>
            <pc:docMk/>
            <pc:sldMk cId="1092639025" sldId="326"/>
            <ac:spMk id="25" creationId="{0B4E4085-7627-4B5A-A2E9-DB255D1B1757}"/>
          </ac:spMkLst>
        </pc:spChg>
        <pc:spChg chg="add del mod">
          <ac:chgData name="Josué Silva de Morais" userId="f406c2cd-edfc-4057-be10-75858098c663" providerId="ADAL" clId="{DD587564-A78D-4561-8E64-C12CF1DF9BAA}" dt="2026-05-27T16:29:34.188" v="970"/>
          <ac:spMkLst>
            <pc:docMk/>
            <pc:sldMk cId="1092639025" sldId="326"/>
            <ac:spMk id="26" creationId="{7F524788-86B4-417D-BAB7-718EE329E922}"/>
          </ac:spMkLst>
        </pc:spChg>
        <pc:spChg chg="add del mod">
          <ac:chgData name="Josué Silva de Morais" userId="f406c2cd-edfc-4057-be10-75858098c663" providerId="ADAL" clId="{DD587564-A78D-4561-8E64-C12CF1DF9BAA}" dt="2026-05-27T16:29:34.188" v="971"/>
          <ac:spMkLst>
            <pc:docMk/>
            <pc:sldMk cId="1092639025" sldId="326"/>
            <ac:spMk id="27" creationId="{2AAD6E1B-4D1E-46ED-8ECB-05948C9491E4}"/>
          </ac:spMkLst>
        </pc:spChg>
        <pc:spChg chg="add del mod">
          <ac:chgData name="Josué Silva de Morais" userId="f406c2cd-edfc-4057-be10-75858098c663" providerId="ADAL" clId="{DD587564-A78D-4561-8E64-C12CF1DF9BAA}" dt="2026-05-27T16:29:34.189" v="972"/>
          <ac:spMkLst>
            <pc:docMk/>
            <pc:sldMk cId="1092639025" sldId="326"/>
            <ac:spMk id="28" creationId="{937095F6-F494-4709-83D7-30C70DDC3E49}"/>
          </ac:spMkLst>
        </pc:spChg>
        <pc:spChg chg="add del mod">
          <ac:chgData name="Josué Silva de Morais" userId="f406c2cd-edfc-4057-be10-75858098c663" providerId="ADAL" clId="{DD587564-A78D-4561-8E64-C12CF1DF9BAA}" dt="2026-05-27T16:29:34.189" v="973"/>
          <ac:spMkLst>
            <pc:docMk/>
            <pc:sldMk cId="1092639025" sldId="326"/>
            <ac:spMk id="29" creationId="{20445E4F-07F6-495F-B478-3A869A6D75B2}"/>
          </ac:spMkLst>
        </pc:spChg>
        <pc:spChg chg="add del mod">
          <ac:chgData name="Josué Silva de Morais" userId="f406c2cd-edfc-4057-be10-75858098c663" providerId="ADAL" clId="{DD587564-A78D-4561-8E64-C12CF1DF9BAA}" dt="2026-05-27T16:29:34.190" v="974"/>
          <ac:spMkLst>
            <pc:docMk/>
            <pc:sldMk cId="1092639025" sldId="326"/>
            <ac:spMk id="30" creationId="{7051DF82-F486-4381-8921-4D1D38F42E9B}"/>
          </ac:spMkLst>
        </pc:spChg>
        <pc:spChg chg="add del mod">
          <ac:chgData name="Josué Silva de Morais" userId="f406c2cd-edfc-4057-be10-75858098c663" providerId="ADAL" clId="{DD587564-A78D-4561-8E64-C12CF1DF9BAA}" dt="2026-05-27T16:29:34.190" v="975"/>
          <ac:spMkLst>
            <pc:docMk/>
            <pc:sldMk cId="1092639025" sldId="326"/>
            <ac:spMk id="31" creationId="{D1AA24A6-7361-4A6C-A793-A34FB61D2589}"/>
          </ac:spMkLst>
        </pc:spChg>
        <pc:spChg chg="add del mod">
          <ac:chgData name="Josué Silva de Morais" userId="f406c2cd-edfc-4057-be10-75858098c663" providerId="ADAL" clId="{DD587564-A78D-4561-8E64-C12CF1DF9BAA}" dt="2026-05-27T16:29:34.191" v="976"/>
          <ac:spMkLst>
            <pc:docMk/>
            <pc:sldMk cId="1092639025" sldId="326"/>
            <ac:spMk id="32" creationId="{3004699E-D1C0-452C-B46A-4F9BD39162AC}"/>
          </ac:spMkLst>
        </pc:spChg>
        <pc:spChg chg="add mod">
          <ac:chgData name="Josué Silva de Morais" userId="f406c2cd-edfc-4057-be10-75858098c663" providerId="ADAL" clId="{DD587564-A78D-4561-8E64-C12CF1DF9BAA}" dt="2026-05-27T16:28:37.583" v="893"/>
          <ac:spMkLst>
            <pc:docMk/>
            <pc:sldMk cId="1092639025" sldId="326"/>
            <ac:spMk id="33" creationId="{AF8D4E98-103D-4425-A311-2C6E7A40DBA5}"/>
          </ac:spMkLst>
        </pc:spChg>
        <pc:spChg chg="add mod">
          <ac:chgData name="Josué Silva de Morais" userId="f406c2cd-edfc-4057-be10-75858098c663" providerId="ADAL" clId="{DD587564-A78D-4561-8E64-C12CF1DF9BAA}" dt="2026-05-27T16:28:37.587" v="901"/>
          <ac:spMkLst>
            <pc:docMk/>
            <pc:sldMk cId="1092639025" sldId="326"/>
            <ac:spMk id="34" creationId="{7A3E3FC2-3CF5-4720-A494-262BE5857299}"/>
          </ac:spMkLst>
        </pc:spChg>
        <pc:spChg chg="add mod">
          <ac:chgData name="Josué Silva de Morais" userId="f406c2cd-edfc-4057-be10-75858098c663" providerId="ADAL" clId="{DD587564-A78D-4561-8E64-C12CF1DF9BAA}" dt="2026-05-27T16:28:37.591" v="909"/>
          <ac:spMkLst>
            <pc:docMk/>
            <pc:sldMk cId="1092639025" sldId="326"/>
            <ac:spMk id="35" creationId="{0AE8763A-2887-498D-8681-7583A7FBE429}"/>
          </ac:spMkLst>
        </pc:spChg>
        <pc:spChg chg="add mod">
          <ac:chgData name="Josué Silva de Morais" userId="f406c2cd-edfc-4057-be10-75858098c663" providerId="ADAL" clId="{DD587564-A78D-4561-8E64-C12CF1DF9BAA}" dt="2026-05-27T16:29:59.760" v="1167"/>
          <ac:spMkLst>
            <pc:docMk/>
            <pc:sldMk cId="1092639025" sldId="326"/>
            <ac:spMk id="36" creationId="{4DEDED1C-2596-4C8D-8CAE-0563177539D8}"/>
          </ac:spMkLst>
        </pc:spChg>
        <pc:spChg chg="add mod">
          <ac:chgData name="Josué Silva de Morais" userId="f406c2cd-edfc-4057-be10-75858098c663" providerId="ADAL" clId="{DD587564-A78D-4561-8E64-C12CF1DF9BAA}" dt="2026-05-27T16:29:59.761" v="1168"/>
          <ac:spMkLst>
            <pc:docMk/>
            <pc:sldMk cId="1092639025" sldId="326"/>
            <ac:spMk id="37" creationId="{EAC8419B-A1C9-45E0-BD1F-274978EF4F87}"/>
          </ac:spMkLst>
        </pc:spChg>
        <pc:spChg chg="add mod">
          <ac:chgData name="Josué Silva de Morais" userId="f406c2cd-edfc-4057-be10-75858098c663" providerId="ADAL" clId="{DD587564-A78D-4561-8E64-C12CF1DF9BAA}" dt="2026-05-27T16:29:59.761" v="1169"/>
          <ac:spMkLst>
            <pc:docMk/>
            <pc:sldMk cId="1092639025" sldId="326"/>
            <ac:spMk id="38" creationId="{E6693668-80B7-49E5-80AE-D08FF26AD0BE}"/>
          </ac:spMkLst>
        </pc:spChg>
        <pc:spChg chg="add mod">
          <ac:chgData name="Josué Silva de Morais" userId="f406c2cd-edfc-4057-be10-75858098c663" providerId="ADAL" clId="{DD587564-A78D-4561-8E64-C12CF1DF9BAA}" dt="2026-05-27T16:29:59.761" v="1170"/>
          <ac:spMkLst>
            <pc:docMk/>
            <pc:sldMk cId="1092639025" sldId="326"/>
            <ac:spMk id="39" creationId="{5AAF412A-F1DC-406E-A561-94D8EFAD4F03}"/>
          </ac:spMkLst>
        </pc:spChg>
        <pc:spChg chg="add mod">
          <ac:chgData name="Josué Silva de Morais" userId="f406c2cd-edfc-4057-be10-75858098c663" providerId="ADAL" clId="{DD587564-A78D-4561-8E64-C12CF1DF9BAA}" dt="2026-05-27T16:29:59.762" v="1171"/>
          <ac:spMkLst>
            <pc:docMk/>
            <pc:sldMk cId="1092639025" sldId="326"/>
            <ac:spMk id="40" creationId="{A2CFB620-59CC-4095-BA1C-1D678FB225FE}"/>
          </ac:spMkLst>
        </pc:spChg>
        <pc:spChg chg="add mod">
          <ac:chgData name="Josué Silva de Morais" userId="f406c2cd-edfc-4057-be10-75858098c663" providerId="ADAL" clId="{DD587564-A78D-4561-8E64-C12CF1DF9BAA}" dt="2026-05-27T16:32:11.123" v="1663" actId="14100"/>
          <ac:spMkLst>
            <pc:docMk/>
            <pc:sldMk cId="1092639025" sldId="326"/>
            <ac:spMk id="41" creationId="{CE14932B-9933-4F8E-81F4-4DE88294A1A7}"/>
          </ac:spMkLst>
        </pc:spChg>
        <pc:spChg chg="add mod">
          <ac:chgData name="Josué Silva de Morais" userId="f406c2cd-edfc-4057-be10-75858098c663" providerId="ADAL" clId="{DD587564-A78D-4561-8E64-C12CF1DF9BAA}" dt="2026-05-27T16:29:59.763" v="1173"/>
          <ac:spMkLst>
            <pc:docMk/>
            <pc:sldMk cId="1092639025" sldId="326"/>
            <ac:spMk id="42" creationId="{47C0B811-9F62-47E6-B261-0401300E75C4}"/>
          </ac:spMkLst>
        </pc:spChg>
        <pc:spChg chg="add mod">
          <ac:chgData name="Josué Silva de Morais" userId="f406c2cd-edfc-4057-be10-75858098c663" providerId="ADAL" clId="{DD587564-A78D-4561-8E64-C12CF1DF9BAA}" dt="2026-05-27T16:29:59.763" v="1174"/>
          <ac:spMkLst>
            <pc:docMk/>
            <pc:sldMk cId="1092639025" sldId="326"/>
            <ac:spMk id="43" creationId="{DA87191B-6332-43D2-974A-C95554F26593}"/>
          </ac:spMkLst>
        </pc:spChg>
        <pc:spChg chg="add mod">
          <ac:chgData name="Josué Silva de Morais" userId="f406c2cd-edfc-4057-be10-75858098c663" providerId="ADAL" clId="{DD587564-A78D-4561-8E64-C12CF1DF9BAA}" dt="2026-05-27T16:29:59.764" v="1175"/>
          <ac:spMkLst>
            <pc:docMk/>
            <pc:sldMk cId="1092639025" sldId="326"/>
            <ac:spMk id="44" creationId="{BA592A04-9153-41E0-AE9F-7B6A8792DF5E}"/>
          </ac:spMkLst>
        </pc:spChg>
        <pc:spChg chg="add mod">
          <ac:chgData name="Josué Silva de Morais" userId="f406c2cd-edfc-4057-be10-75858098c663" providerId="ADAL" clId="{DD587564-A78D-4561-8E64-C12CF1DF9BAA}" dt="2026-05-27T16:32:11.123" v="1663" actId="14100"/>
          <ac:spMkLst>
            <pc:docMk/>
            <pc:sldMk cId="1092639025" sldId="326"/>
            <ac:spMk id="45" creationId="{0982A746-DFC6-4D61-9D2A-0831B41FB5C5}"/>
          </ac:spMkLst>
        </pc:spChg>
        <pc:spChg chg="add mod">
          <ac:chgData name="Josué Silva de Morais" userId="f406c2cd-edfc-4057-be10-75858098c663" providerId="ADAL" clId="{DD587564-A78D-4561-8E64-C12CF1DF9BAA}" dt="2026-05-27T16:29:59.764" v="1177"/>
          <ac:spMkLst>
            <pc:docMk/>
            <pc:sldMk cId="1092639025" sldId="326"/>
            <ac:spMk id="46" creationId="{D2F0A3CB-9F5F-4A8F-8F69-E388BD828A3F}"/>
          </ac:spMkLst>
        </pc:spChg>
        <pc:spChg chg="add mod">
          <ac:chgData name="Josué Silva de Morais" userId="f406c2cd-edfc-4057-be10-75858098c663" providerId="ADAL" clId="{DD587564-A78D-4561-8E64-C12CF1DF9BAA}" dt="2026-05-27T16:29:59.765" v="1178"/>
          <ac:spMkLst>
            <pc:docMk/>
            <pc:sldMk cId="1092639025" sldId="326"/>
            <ac:spMk id="47" creationId="{4C5C1262-B42F-4882-8308-BB78165E81F7}"/>
          </ac:spMkLst>
        </pc:spChg>
        <pc:spChg chg="add mod">
          <ac:chgData name="Josué Silva de Morais" userId="f406c2cd-edfc-4057-be10-75858098c663" providerId="ADAL" clId="{DD587564-A78D-4561-8E64-C12CF1DF9BAA}" dt="2026-05-27T16:29:59.766" v="1179"/>
          <ac:spMkLst>
            <pc:docMk/>
            <pc:sldMk cId="1092639025" sldId="326"/>
            <ac:spMk id="48" creationId="{2E7036D9-B40D-46D3-9122-C7A68CA7D88A}"/>
          </ac:spMkLst>
        </pc:spChg>
        <pc:spChg chg="add del mod">
          <ac:chgData name="Josué Silva de Morais" userId="f406c2cd-edfc-4057-be10-75858098c663" providerId="ADAL" clId="{DD587564-A78D-4561-8E64-C12CF1DF9BAA}" dt="2026-05-27T16:31:37.378" v="1415" actId="478"/>
          <ac:spMkLst>
            <pc:docMk/>
            <pc:sldMk cId="1092639025" sldId="326"/>
            <ac:spMk id="49" creationId="{473C62EF-63F5-4DFF-A072-02C9C8B133E3}"/>
          </ac:spMkLst>
        </pc:spChg>
        <pc:spChg chg="add mod">
          <ac:chgData name="Josué Silva de Morais" userId="f406c2cd-edfc-4057-be10-75858098c663" providerId="ADAL" clId="{DD587564-A78D-4561-8E64-C12CF1DF9BAA}" dt="2026-05-27T16:31:44.138" v="1417" actId="14100"/>
          <ac:spMkLst>
            <pc:docMk/>
            <pc:sldMk cId="1092639025" sldId="326"/>
            <ac:spMk id="50" creationId="{CFA4025C-E9A7-477D-86C1-7526D79BD253}"/>
          </ac:spMkLst>
        </pc:spChg>
        <pc:spChg chg="add mod">
          <ac:chgData name="Josué Silva de Morais" userId="f406c2cd-edfc-4057-be10-75858098c663" providerId="ADAL" clId="{DD587564-A78D-4561-8E64-C12CF1DF9BAA}" dt="2026-05-27T16:31:35.538" v="1414" actId="1076"/>
          <ac:spMkLst>
            <pc:docMk/>
            <pc:sldMk cId="1092639025" sldId="326"/>
            <ac:spMk id="51" creationId="{DA11FF2B-14A0-4AAE-AEA7-D6BCFF0BB4F4}"/>
          </ac:spMkLst>
        </pc:spChg>
        <pc:spChg chg="add mod">
          <ac:chgData name="Josué Silva de Morais" userId="f406c2cd-edfc-4057-be10-75858098c663" providerId="ADAL" clId="{DD587564-A78D-4561-8E64-C12CF1DF9BAA}" dt="2026-05-27T16:29:59.768" v="1183"/>
          <ac:spMkLst>
            <pc:docMk/>
            <pc:sldMk cId="1092639025" sldId="326"/>
            <ac:spMk id="52" creationId="{44F6A3D5-E4DA-4551-B3F2-0AE251E6E9A9}"/>
          </ac:spMkLst>
        </pc:spChg>
        <pc:spChg chg="add mod">
          <ac:chgData name="Josué Silva de Morais" userId="f406c2cd-edfc-4057-be10-75858098c663" providerId="ADAL" clId="{DD587564-A78D-4561-8E64-C12CF1DF9BAA}" dt="2026-05-27T16:29:59.768" v="1184"/>
          <ac:spMkLst>
            <pc:docMk/>
            <pc:sldMk cId="1092639025" sldId="326"/>
            <ac:spMk id="53" creationId="{C351A1D7-A8AE-4D36-87BF-4D7DB3CA5602}"/>
          </ac:spMkLst>
        </pc:spChg>
        <pc:spChg chg="add mod">
          <ac:chgData name="Josué Silva de Morais" userId="f406c2cd-edfc-4057-be10-75858098c663" providerId="ADAL" clId="{DD587564-A78D-4561-8E64-C12CF1DF9BAA}" dt="2026-05-27T16:29:59.768" v="1185"/>
          <ac:spMkLst>
            <pc:docMk/>
            <pc:sldMk cId="1092639025" sldId="326"/>
            <ac:spMk id="54" creationId="{60A83712-C8F2-4E32-BE6D-84C78D4D774E}"/>
          </ac:spMkLst>
        </pc:spChg>
        <pc:spChg chg="add mod">
          <ac:chgData name="Josué Silva de Morais" userId="f406c2cd-edfc-4057-be10-75858098c663" providerId="ADAL" clId="{DD587564-A78D-4561-8E64-C12CF1DF9BAA}" dt="2026-05-27T16:31:55.290" v="1419" actId="14100"/>
          <ac:spMkLst>
            <pc:docMk/>
            <pc:sldMk cId="1092639025" sldId="326"/>
            <ac:spMk id="55" creationId="{6E108C30-88BA-437A-A8FA-701AE0C8A04E}"/>
          </ac:spMkLst>
        </pc:spChg>
        <pc:spChg chg="add mod">
          <ac:chgData name="Josué Silva de Morais" userId="f406c2cd-edfc-4057-be10-75858098c663" providerId="ADAL" clId="{DD587564-A78D-4561-8E64-C12CF1DF9BAA}" dt="2026-05-27T16:29:34.264" v="1088"/>
          <ac:spMkLst>
            <pc:docMk/>
            <pc:sldMk cId="1092639025" sldId="326"/>
            <ac:spMk id="56" creationId="{69173EAE-E429-4017-8A5A-B44016A437FA}"/>
          </ac:spMkLst>
        </pc:spChg>
        <pc:spChg chg="add mod">
          <ac:chgData name="Josué Silva de Morais" userId="f406c2cd-edfc-4057-be10-75858098c663" providerId="ADAL" clId="{DD587564-A78D-4561-8E64-C12CF1DF9BAA}" dt="2026-05-27T16:29:34.265" v="1091"/>
          <ac:spMkLst>
            <pc:docMk/>
            <pc:sldMk cId="1092639025" sldId="326"/>
            <ac:spMk id="57" creationId="{9A1901E1-52FA-4A13-B1C6-E8D38CB3342C}"/>
          </ac:spMkLst>
        </pc:spChg>
        <pc:spChg chg="add mod">
          <ac:chgData name="Josué Silva de Morais" userId="f406c2cd-edfc-4057-be10-75858098c663" providerId="ADAL" clId="{DD587564-A78D-4561-8E64-C12CF1DF9BAA}" dt="2026-05-27T16:29:34.269" v="1099"/>
          <ac:spMkLst>
            <pc:docMk/>
            <pc:sldMk cId="1092639025" sldId="326"/>
            <ac:spMk id="58" creationId="{0A2AC715-0877-4370-B6C0-FC44DA61B02E}"/>
          </ac:spMkLst>
        </pc:spChg>
        <pc:spChg chg="add mod">
          <ac:chgData name="Josué Silva de Morais" userId="f406c2cd-edfc-4057-be10-75858098c663" providerId="ADAL" clId="{DD587564-A78D-4561-8E64-C12CF1DF9BAA}" dt="2026-05-27T16:29:34.273" v="1107"/>
          <ac:spMkLst>
            <pc:docMk/>
            <pc:sldMk cId="1092639025" sldId="326"/>
            <ac:spMk id="59" creationId="{341306CF-01D7-4C52-AB4A-B48345B7F351}"/>
          </ac:spMkLst>
        </pc:spChg>
        <pc:spChg chg="add mod">
          <ac:chgData name="Josué Silva de Morais" userId="f406c2cd-edfc-4057-be10-75858098c663" providerId="ADAL" clId="{DD587564-A78D-4561-8E64-C12CF1DF9BAA}" dt="2026-05-27T16:31:02.242" v="1190" actId="1076"/>
          <ac:spMkLst>
            <pc:docMk/>
            <pc:sldMk cId="1092639025" sldId="326"/>
            <ac:spMk id="60" creationId="{C13879E8-B670-45C1-B488-B6C877EFE1E1}"/>
          </ac:spMkLst>
        </pc:spChg>
        <pc:spChg chg="add mod">
          <ac:chgData name="Josué Silva de Morais" userId="f406c2cd-edfc-4057-be10-75858098c663" providerId="ADAL" clId="{DD587564-A78D-4561-8E64-C12CF1DF9BAA}" dt="2026-05-27T16:29:34.278" v="1118"/>
          <ac:spMkLst>
            <pc:docMk/>
            <pc:sldMk cId="1092639025" sldId="326"/>
            <ac:spMk id="61" creationId="{E133376E-E6FF-49CE-A6FA-68391F918AD9}"/>
          </ac:spMkLst>
        </pc:spChg>
        <pc:spChg chg="add mod">
          <ac:chgData name="Josué Silva de Morais" userId="f406c2cd-edfc-4057-be10-75858098c663" providerId="ADAL" clId="{DD587564-A78D-4561-8E64-C12CF1DF9BAA}" dt="2026-05-27T16:31:02.242" v="1190" actId="1076"/>
          <ac:spMkLst>
            <pc:docMk/>
            <pc:sldMk cId="1092639025" sldId="326"/>
            <ac:spMk id="62" creationId="{D303E77E-798B-45A2-A648-8FC3967E3160}"/>
          </ac:spMkLst>
        </pc:spChg>
        <pc:spChg chg="add mod">
          <ac:chgData name="Josué Silva de Morais" userId="f406c2cd-edfc-4057-be10-75858098c663" providerId="ADAL" clId="{DD587564-A78D-4561-8E64-C12CF1DF9BAA}" dt="2026-05-27T16:29:34.284" v="1129"/>
          <ac:spMkLst>
            <pc:docMk/>
            <pc:sldMk cId="1092639025" sldId="326"/>
            <ac:spMk id="63" creationId="{415254E1-EF69-4055-B31C-6C4CF269376C}"/>
          </ac:spMkLst>
        </pc:spChg>
        <pc:spChg chg="add mod">
          <ac:chgData name="Josué Silva de Morais" userId="f406c2cd-edfc-4057-be10-75858098c663" providerId="ADAL" clId="{DD587564-A78D-4561-8E64-C12CF1DF9BAA}" dt="2026-05-27T16:31:02.242" v="1190" actId="1076"/>
          <ac:spMkLst>
            <pc:docMk/>
            <pc:sldMk cId="1092639025" sldId="326"/>
            <ac:spMk id="64" creationId="{AD71CC31-0478-4A94-B2ED-55D3816912DE}"/>
          </ac:spMkLst>
        </pc:spChg>
        <pc:spChg chg="add mod">
          <ac:chgData name="Josué Silva de Morais" userId="f406c2cd-edfc-4057-be10-75858098c663" providerId="ADAL" clId="{DD587564-A78D-4561-8E64-C12CF1DF9BAA}" dt="2026-05-27T16:29:34.290" v="1140"/>
          <ac:spMkLst>
            <pc:docMk/>
            <pc:sldMk cId="1092639025" sldId="326"/>
            <ac:spMk id="65" creationId="{EC52A2C7-9924-4FB9-A58E-BA454ADF7E22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6:33:41.114" v="1946"/>
        <pc:sldMkLst>
          <pc:docMk/>
          <pc:sldMk cId="1742700292" sldId="327"/>
        </pc:sldMkLst>
        <pc:spChg chg="add mod">
          <ac:chgData name="Josué Silva de Morais" userId="f406c2cd-edfc-4057-be10-75858098c663" providerId="ADAL" clId="{DD587564-A78D-4561-8E64-C12CF1DF9BAA}" dt="2026-05-27T16:31:27.744" v="1196"/>
          <ac:spMkLst>
            <pc:docMk/>
            <pc:sldMk cId="1742700292" sldId="327"/>
            <ac:spMk id="2" creationId="{BFB8FCF6-5D08-489C-BAA2-CBF304AB0E9E}"/>
          </ac:spMkLst>
        </pc:spChg>
        <pc:spChg chg="add mod">
          <ac:chgData name="Josué Silva de Morais" userId="f406c2cd-edfc-4057-be10-75858098c663" providerId="ADAL" clId="{DD587564-A78D-4561-8E64-C12CF1DF9BAA}" dt="2026-05-27T16:31:27.748" v="1204"/>
          <ac:spMkLst>
            <pc:docMk/>
            <pc:sldMk cId="1742700292" sldId="327"/>
            <ac:spMk id="3" creationId="{A4D0C09F-A665-41B3-9D15-6444AEF40118}"/>
          </ac:spMkLst>
        </pc:spChg>
        <pc:spChg chg="add mod">
          <ac:chgData name="Josué Silva de Morais" userId="f406c2cd-edfc-4057-be10-75858098c663" providerId="ADAL" clId="{DD587564-A78D-4561-8E64-C12CF1DF9BAA}" dt="2026-05-27T16:31:27.752" v="1212"/>
          <ac:spMkLst>
            <pc:docMk/>
            <pc:sldMk cId="1742700292" sldId="327"/>
            <ac:spMk id="4" creationId="{3DA75F8B-DEB9-45AE-8397-5442CF8101CD}"/>
          </ac:spMkLst>
        </pc:spChg>
        <pc:spChg chg="add mod">
          <ac:chgData name="Josué Silva de Morais" userId="f406c2cd-edfc-4057-be10-75858098c663" providerId="ADAL" clId="{DD587564-A78D-4561-8E64-C12CF1DF9BAA}" dt="2026-05-27T16:31:27.756" v="1220"/>
          <ac:spMkLst>
            <pc:docMk/>
            <pc:sldMk cId="1742700292" sldId="327"/>
            <ac:spMk id="5" creationId="{F05B82DD-32F6-4AAB-9A57-63B5E7B40B62}"/>
          </ac:spMkLst>
        </pc:spChg>
        <pc:spChg chg="add mod">
          <ac:chgData name="Josué Silva de Morais" userId="f406c2cd-edfc-4057-be10-75858098c663" providerId="ADAL" clId="{DD587564-A78D-4561-8E64-C12CF1DF9BAA}" dt="2026-05-27T16:31:27.757" v="1223"/>
          <ac:spMkLst>
            <pc:docMk/>
            <pc:sldMk cId="1742700292" sldId="327"/>
            <ac:spMk id="6" creationId="{51552CB5-FE8D-4ACC-AC7F-71443834DA53}"/>
          </ac:spMkLst>
        </pc:spChg>
        <pc:spChg chg="add mod">
          <ac:chgData name="Josué Silva de Morais" userId="f406c2cd-edfc-4057-be10-75858098c663" providerId="ADAL" clId="{DD587564-A78D-4561-8E64-C12CF1DF9BAA}" dt="2026-05-27T16:31:27.761" v="1231"/>
          <ac:spMkLst>
            <pc:docMk/>
            <pc:sldMk cId="1742700292" sldId="327"/>
            <ac:spMk id="7" creationId="{A876471B-91C2-4896-BE14-CE8B893AF8F0}"/>
          </ac:spMkLst>
        </pc:spChg>
        <pc:spChg chg="add mod">
          <ac:chgData name="Josué Silva de Morais" userId="f406c2cd-edfc-4057-be10-75858098c663" providerId="ADAL" clId="{DD587564-A78D-4561-8E64-C12CF1DF9BAA}" dt="2026-05-27T16:31:27.762" v="1234"/>
          <ac:spMkLst>
            <pc:docMk/>
            <pc:sldMk cId="1742700292" sldId="327"/>
            <ac:spMk id="8" creationId="{D9BC72A2-C9F3-4279-9DDB-C487F9CACB30}"/>
          </ac:spMkLst>
        </pc:spChg>
        <pc:spChg chg="add mod">
          <ac:chgData name="Josué Silva de Morais" userId="f406c2cd-edfc-4057-be10-75858098c663" providerId="ADAL" clId="{DD587564-A78D-4561-8E64-C12CF1DF9BAA}" dt="2026-05-27T16:31:27.764" v="1237"/>
          <ac:spMkLst>
            <pc:docMk/>
            <pc:sldMk cId="1742700292" sldId="327"/>
            <ac:spMk id="9" creationId="{D6D7E071-3B33-4DCF-BDF4-AD8CD12D30E0}"/>
          </ac:spMkLst>
        </pc:spChg>
        <pc:spChg chg="add mod">
          <ac:chgData name="Josué Silva de Morais" userId="f406c2cd-edfc-4057-be10-75858098c663" providerId="ADAL" clId="{DD587564-A78D-4561-8E64-C12CF1DF9BAA}" dt="2026-05-27T16:31:27.768" v="1245"/>
          <ac:spMkLst>
            <pc:docMk/>
            <pc:sldMk cId="1742700292" sldId="327"/>
            <ac:spMk id="10" creationId="{E58B929E-3248-4DEC-AF1F-D45B856A5396}"/>
          </ac:spMkLst>
        </pc:spChg>
        <pc:spChg chg="add mod">
          <ac:chgData name="Josué Silva de Morais" userId="f406c2cd-edfc-4057-be10-75858098c663" providerId="ADAL" clId="{DD587564-A78D-4561-8E64-C12CF1DF9BAA}" dt="2026-05-27T16:31:27.772" v="1253"/>
          <ac:spMkLst>
            <pc:docMk/>
            <pc:sldMk cId="1742700292" sldId="327"/>
            <ac:spMk id="11" creationId="{ED564CDF-2F61-4B96-9B6D-EEF7065B8452}"/>
          </ac:spMkLst>
        </pc:spChg>
        <pc:spChg chg="add del mod">
          <ac:chgData name="Josué Silva de Morais" userId="f406c2cd-edfc-4057-be10-75858098c663" providerId="ADAL" clId="{DD587564-A78D-4561-8E64-C12CF1DF9BAA}" dt="2026-05-27T16:33:12.021" v="1893"/>
          <ac:spMkLst>
            <pc:docMk/>
            <pc:sldMk cId="1742700292" sldId="327"/>
            <ac:spMk id="12" creationId="{07C56A0F-5C38-4591-9939-56AF82159FE2}"/>
          </ac:spMkLst>
        </pc:spChg>
        <pc:spChg chg="add del mod">
          <ac:chgData name="Josué Silva de Morais" userId="f406c2cd-edfc-4057-be10-75858098c663" providerId="ADAL" clId="{DD587564-A78D-4561-8E64-C12CF1DF9BAA}" dt="2026-05-27T16:33:12.022" v="1894"/>
          <ac:spMkLst>
            <pc:docMk/>
            <pc:sldMk cId="1742700292" sldId="327"/>
            <ac:spMk id="13" creationId="{C8854D12-2E34-4F7C-BD60-DDAA7DCC533F}"/>
          </ac:spMkLst>
        </pc:spChg>
        <pc:spChg chg="add mod">
          <ac:chgData name="Josué Silva de Morais" userId="f406c2cd-edfc-4057-be10-75858098c663" providerId="ADAL" clId="{DD587564-A78D-4561-8E64-C12CF1DF9BAA}" dt="2026-05-27T16:31:27.777" v="1263"/>
          <ac:spMkLst>
            <pc:docMk/>
            <pc:sldMk cId="1742700292" sldId="327"/>
            <ac:spMk id="14" creationId="{13AD7CF7-5893-4C45-8147-DAAA378788A5}"/>
          </ac:spMkLst>
        </pc:spChg>
        <pc:spChg chg="add mod">
          <ac:chgData name="Josué Silva de Morais" userId="f406c2cd-edfc-4057-be10-75858098c663" providerId="ADAL" clId="{DD587564-A78D-4561-8E64-C12CF1DF9BAA}" dt="2026-05-27T16:31:27.780" v="1271"/>
          <ac:spMkLst>
            <pc:docMk/>
            <pc:sldMk cId="1742700292" sldId="327"/>
            <ac:spMk id="15" creationId="{9CD766E3-89A6-4911-BDB2-576CBEB8628C}"/>
          </ac:spMkLst>
        </pc:spChg>
        <pc:spChg chg="add mod">
          <ac:chgData name="Josué Silva de Morais" userId="f406c2cd-edfc-4057-be10-75858098c663" providerId="ADAL" clId="{DD587564-A78D-4561-8E64-C12CF1DF9BAA}" dt="2026-05-27T16:31:27.784" v="1279"/>
          <ac:spMkLst>
            <pc:docMk/>
            <pc:sldMk cId="1742700292" sldId="327"/>
            <ac:spMk id="16" creationId="{22E0D1B9-E615-4BB5-A168-5FF4AD7AF481}"/>
          </ac:spMkLst>
        </pc:spChg>
        <pc:spChg chg="add mod">
          <ac:chgData name="Josué Silva de Morais" userId="f406c2cd-edfc-4057-be10-75858098c663" providerId="ADAL" clId="{DD587564-A78D-4561-8E64-C12CF1DF9BAA}" dt="2026-05-27T16:31:27.788" v="1287"/>
          <ac:spMkLst>
            <pc:docMk/>
            <pc:sldMk cId="1742700292" sldId="327"/>
            <ac:spMk id="17" creationId="{689A18A8-BF0D-4895-A642-F8C7822C4DEE}"/>
          </ac:spMkLst>
        </pc:spChg>
        <pc:spChg chg="add mod">
          <ac:chgData name="Josué Silva de Morais" userId="f406c2cd-edfc-4057-be10-75858098c663" providerId="ADAL" clId="{DD587564-A78D-4561-8E64-C12CF1DF9BAA}" dt="2026-05-27T16:31:27.792" v="1295"/>
          <ac:spMkLst>
            <pc:docMk/>
            <pc:sldMk cId="1742700292" sldId="327"/>
            <ac:spMk id="18" creationId="{B429B29E-465F-4449-842F-055DEAE3893A}"/>
          </ac:spMkLst>
        </pc:spChg>
        <pc:spChg chg="add mod">
          <ac:chgData name="Josué Silva de Morais" userId="f406c2cd-edfc-4057-be10-75858098c663" providerId="ADAL" clId="{DD587564-A78D-4561-8E64-C12CF1DF9BAA}" dt="2026-05-27T16:31:27.793" v="1298"/>
          <ac:spMkLst>
            <pc:docMk/>
            <pc:sldMk cId="1742700292" sldId="327"/>
            <ac:spMk id="19" creationId="{15F946D8-1298-414F-B248-5873898FCB5E}"/>
          </ac:spMkLst>
        </pc:spChg>
        <pc:spChg chg="add mod">
          <ac:chgData name="Josué Silva de Morais" userId="f406c2cd-edfc-4057-be10-75858098c663" providerId="ADAL" clId="{DD587564-A78D-4561-8E64-C12CF1DF9BAA}" dt="2026-05-27T16:31:27.795" v="1302"/>
          <ac:spMkLst>
            <pc:docMk/>
            <pc:sldMk cId="1742700292" sldId="327"/>
            <ac:spMk id="20" creationId="{4FCE5AE4-2A5B-4B68-8867-FF4C73B9ED8B}"/>
          </ac:spMkLst>
        </pc:spChg>
        <pc:spChg chg="add mod">
          <ac:chgData name="Josué Silva de Morais" userId="f406c2cd-edfc-4057-be10-75858098c663" providerId="ADAL" clId="{DD587564-A78D-4561-8E64-C12CF1DF9BAA}" dt="2026-05-27T16:31:27.799" v="1310"/>
          <ac:spMkLst>
            <pc:docMk/>
            <pc:sldMk cId="1742700292" sldId="327"/>
            <ac:spMk id="21" creationId="{E4BF9E7C-2527-43CF-AD4F-FF21A29CD00C}"/>
          </ac:spMkLst>
        </pc:spChg>
        <pc:spChg chg="add mod">
          <ac:chgData name="Josué Silva de Morais" userId="f406c2cd-edfc-4057-be10-75858098c663" providerId="ADAL" clId="{DD587564-A78D-4561-8E64-C12CF1DF9BAA}" dt="2026-05-27T16:31:27.800" v="1313"/>
          <ac:spMkLst>
            <pc:docMk/>
            <pc:sldMk cId="1742700292" sldId="327"/>
            <ac:spMk id="22" creationId="{A59FA68D-C21C-43D2-882A-49F51462EA00}"/>
          </ac:spMkLst>
        </pc:spChg>
        <pc:spChg chg="add mod">
          <ac:chgData name="Josué Silva de Morais" userId="f406c2cd-edfc-4057-be10-75858098c663" providerId="ADAL" clId="{DD587564-A78D-4561-8E64-C12CF1DF9BAA}" dt="2026-05-27T16:31:27.801" v="1316"/>
          <ac:spMkLst>
            <pc:docMk/>
            <pc:sldMk cId="1742700292" sldId="327"/>
            <ac:spMk id="23" creationId="{E9E7305C-3A27-4123-8512-F00D7AEEFBC8}"/>
          </ac:spMkLst>
        </pc:spChg>
        <pc:spChg chg="add mod">
          <ac:chgData name="Josué Silva de Morais" userId="f406c2cd-edfc-4057-be10-75858098c663" providerId="ADAL" clId="{DD587564-A78D-4561-8E64-C12CF1DF9BAA}" dt="2026-05-27T16:31:27.805" v="1324"/>
          <ac:spMkLst>
            <pc:docMk/>
            <pc:sldMk cId="1742700292" sldId="327"/>
            <ac:spMk id="24" creationId="{A35D18F8-AB62-4601-AA60-C05ADF62399F}"/>
          </ac:spMkLst>
        </pc:spChg>
        <pc:spChg chg="add mod">
          <ac:chgData name="Josué Silva de Morais" userId="f406c2cd-edfc-4057-be10-75858098c663" providerId="ADAL" clId="{DD587564-A78D-4561-8E64-C12CF1DF9BAA}" dt="2026-05-27T16:31:27.807" v="1327"/>
          <ac:spMkLst>
            <pc:docMk/>
            <pc:sldMk cId="1742700292" sldId="327"/>
            <ac:spMk id="25" creationId="{9AD0DB29-22D3-4756-AC8A-D84D2B0EE2A2}"/>
          </ac:spMkLst>
        </pc:spChg>
        <pc:spChg chg="add mod">
          <ac:chgData name="Josué Silva de Morais" userId="f406c2cd-edfc-4057-be10-75858098c663" providerId="ADAL" clId="{DD587564-A78D-4561-8E64-C12CF1DF9BAA}" dt="2026-05-27T16:31:27.808" v="1330"/>
          <ac:spMkLst>
            <pc:docMk/>
            <pc:sldMk cId="1742700292" sldId="327"/>
            <ac:spMk id="26" creationId="{5A040D71-705C-40F4-83EE-6D187726EA94}"/>
          </ac:spMkLst>
        </pc:spChg>
        <pc:spChg chg="add mod">
          <ac:chgData name="Josué Silva de Morais" userId="f406c2cd-edfc-4057-be10-75858098c663" providerId="ADAL" clId="{DD587564-A78D-4561-8E64-C12CF1DF9BAA}" dt="2026-05-27T16:31:27.809" v="1333"/>
          <ac:spMkLst>
            <pc:docMk/>
            <pc:sldMk cId="1742700292" sldId="327"/>
            <ac:spMk id="27" creationId="{08C81206-E081-4FE9-A7FA-FAAC935E5EC9}"/>
          </ac:spMkLst>
        </pc:spChg>
        <pc:spChg chg="add mod">
          <ac:chgData name="Josué Silva de Morais" userId="f406c2cd-edfc-4057-be10-75858098c663" providerId="ADAL" clId="{DD587564-A78D-4561-8E64-C12CF1DF9BAA}" dt="2026-05-27T16:31:27.813" v="1341"/>
          <ac:spMkLst>
            <pc:docMk/>
            <pc:sldMk cId="1742700292" sldId="327"/>
            <ac:spMk id="28" creationId="{8EBE43AA-3B77-4477-8343-79056D4115D3}"/>
          </ac:spMkLst>
        </pc:spChg>
        <pc:spChg chg="add mod">
          <ac:chgData name="Josué Silva de Morais" userId="f406c2cd-edfc-4057-be10-75858098c663" providerId="ADAL" clId="{DD587564-A78D-4561-8E64-C12CF1DF9BAA}" dt="2026-05-27T16:31:27.814" v="1344"/>
          <ac:spMkLst>
            <pc:docMk/>
            <pc:sldMk cId="1742700292" sldId="327"/>
            <ac:spMk id="29" creationId="{7331C7CE-A884-49B8-BDC8-3AA4AC779240}"/>
          </ac:spMkLst>
        </pc:spChg>
        <pc:spChg chg="add mod">
          <ac:chgData name="Josué Silva de Morais" userId="f406c2cd-edfc-4057-be10-75858098c663" providerId="ADAL" clId="{DD587564-A78D-4561-8E64-C12CF1DF9BAA}" dt="2026-05-27T16:31:27.818" v="1352"/>
          <ac:spMkLst>
            <pc:docMk/>
            <pc:sldMk cId="1742700292" sldId="327"/>
            <ac:spMk id="30" creationId="{C4E20A59-1768-44DA-9E28-4C97147E8F4E}"/>
          </ac:spMkLst>
        </pc:spChg>
        <pc:spChg chg="add mod">
          <ac:chgData name="Josué Silva de Morais" userId="f406c2cd-edfc-4057-be10-75858098c663" providerId="ADAL" clId="{DD587564-A78D-4561-8E64-C12CF1DF9BAA}" dt="2026-05-27T16:31:27.822" v="1360"/>
          <ac:spMkLst>
            <pc:docMk/>
            <pc:sldMk cId="1742700292" sldId="327"/>
            <ac:spMk id="31" creationId="{ACAF5000-BA40-4F61-85F6-E84BEEF1FB89}"/>
          </ac:spMkLst>
        </pc:spChg>
        <pc:spChg chg="add mod">
          <ac:chgData name="Josué Silva de Morais" userId="f406c2cd-edfc-4057-be10-75858098c663" providerId="ADAL" clId="{DD587564-A78D-4561-8E64-C12CF1DF9BAA}" dt="2026-05-27T16:31:27.823" v="1363"/>
          <ac:spMkLst>
            <pc:docMk/>
            <pc:sldMk cId="1742700292" sldId="327"/>
            <ac:spMk id="32" creationId="{E7FFBC61-61C8-4ECD-95BB-E39DD97A851B}"/>
          </ac:spMkLst>
        </pc:spChg>
        <pc:spChg chg="add mod">
          <ac:chgData name="Josué Silva de Morais" userId="f406c2cd-edfc-4057-be10-75858098c663" providerId="ADAL" clId="{DD587564-A78D-4561-8E64-C12CF1DF9BAA}" dt="2026-05-27T16:31:27.828" v="1371"/>
          <ac:spMkLst>
            <pc:docMk/>
            <pc:sldMk cId="1742700292" sldId="327"/>
            <ac:spMk id="33" creationId="{333243DA-BD30-47F6-BC83-3D30E88DB465}"/>
          </ac:spMkLst>
        </pc:spChg>
        <pc:spChg chg="add mod">
          <ac:chgData name="Josué Silva de Morais" userId="f406c2cd-edfc-4057-be10-75858098c663" providerId="ADAL" clId="{DD587564-A78D-4561-8E64-C12CF1DF9BAA}" dt="2026-05-27T16:31:27.829" v="1374"/>
          <ac:spMkLst>
            <pc:docMk/>
            <pc:sldMk cId="1742700292" sldId="327"/>
            <ac:spMk id="34" creationId="{B786DCAB-A31C-40D1-9243-E71874785075}"/>
          </ac:spMkLst>
        </pc:spChg>
        <pc:spChg chg="add mod">
          <ac:chgData name="Josué Silva de Morais" userId="f406c2cd-edfc-4057-be10-75858098c663" providerId="ADAL" clId="{DD587564-A78D-4561-8E64-C12CF1DF9BAA}" dt="2026-05-27T16:31:27.833" v="1382"/>
          <ac:spMkLst>
            <pc:docMk/>
            <pc:sldMk cId="1742700292" sldId="327"/>
            <ac:spMk id="35" creationId="{093378D6-2B23-4A49-8A54-6A79C5D09705}"/>
          </ac:spMkLst>
        </pc:spChg>
        <pc:spChg chg="add mod">
          <ac:chgData name="Josué Silva de Morais" userId="f406c2cd-edfc-4057-be10-75858098c663" providerId="ADAL" clId="{DD587564-A78D-4561-8E64-C12CF1DF9BAA}" dt="2026-05-27T16:31:27.834" v="1385"/>
          <ac:spMkLst>
            <pc:docMk/>
            <pc:sldMk cId="1742700292" sldId="327"/>
            <ac:spMk id="36" creationId="{DD099662-EB71-46B5-AA52-317CCE0C011A}"/>
          </ac:spMkLst>
        </pc:spChg>
        <pc:spChg chg="add mod">
          <ac:chgData name="Josué Silva de Morais" userId="f406c2cd-edfc-4057-be10-75858098c663" providerId="ADAL" clId="{DD587564-A78D-4561-8E64-C12CF1DF9BAA}" dt="2026-05-27T16:31:27.838" v="1393"/>
          <ac:spMkLst>
            <pc:docMk/>
            <pc:sldMk cId="1742700292" sldId="327"/>
            <ac:spMk id="37" creationId="{B50C886B-58A4-426D-8642-D540898CC140}"/>
          </ac:spMkLst>
        </pc:spChg>
        <pc:spChg chg="add mod">
          <ac:chgData name="Josué Silva de Morais" userId="f406c2cd-edfc-4057-be10-75858098c663" providerId="ADAL" clId="{DD587564-A78D-4561-8E64-C12CF1DF9BAA}" dt="2026-05-27T16:31:27.840" v="1396"/>
          <ac:spMkLst>
            <pc:docMk/>
            <pc:sldMk cId="1742700292" sldId="327"/>
            <ac:spMk id="38" creationId="{8A4B34CB-FCFF-4DDD-8A34-C0CA09250011}"/>
          </ac:spMkLst>
        </pc:spChg>
        <pc:spChg chg="add mod">
          <ac:chgData name="Josué Silva de Morais" userId="f406c2cd-edfc-4057-be10-75858098c663" providerId="ADAL" clId="{DD587564-A78D-4561-8E64-C12CF1DF9BAA}" dt="2026-05-27T16:31:27.844" v="1404"/>
          <ac:spMkLst>
            <pc:docMk/>
            <pc:sldMk cId="1742700292" sldId="327"/>
            <ac:spMk id="39" creationId="{AAD38C7B-FD4B-4367-9A14-FE538DC73441}"/>
          </ac:spMkLst>
        </pc:spChg>
        <pc:spChg chg="add mod">
          <ac:chgData name="Josué Silva de Morais" userId="f406c2cd-edfc-4057-be10-75858098c663" providerId="ADAL" clId="{DD587564-A78D-4561-8E64-C12CF1DF9BAA}" dt="2026-05-27T16:31:27.848" v="1412"/>
          <ac:spMkLst>
            <pc:docMk/>
            <pc:sldMk cId="1742700292" sldId="327"/>
            <ac:spMk id="40" creationId="{533AD0D2-281C-4AD5-A2D7-8D0DB39CAF5B}"/>
          </ac:spMkLst>
        </pc:spChg>
        <pc:spChg chg="add del mod">
          <ac:chgData name="Josué Silva de Morais" userId="f406c2cd-edfc-4057-be10-75858098c663" providerId="ADAL" clId="{DD587564-A78D-4561-8E64-C12CF1DF9BAA}" dt="2026-05-27T16:33:41.087" v="1931"/>
          <ac:spMkLst>
            <pc:docMk/>
            <pc:sldMk cId="1742700292" sldId="327"/>
            <ac:spMk id="41" creationId="{C61C7A3E-E750-4D16-8E66-28580004D6E3}"/>
          </ac:spMkLst>
        </pc:spChg>
        <pc:spChg chg="add del mod">
          <ac:chgData name="Josué Silva de Morais" userId="f406c2cd-edfc-4057-be10-75858098c663" providerId="ADAL" clId="{DD587564-A78D-4561-8E64-C12CF1DF9BAA}" dt="2026-05-27T16:33:41.088" v="1932"/>
          <ac:spMkLst>
            <pc:docMk/>
            <pc:sldMk cId="1742700292" sldId="327"/>
            <ac:spMk id="42" creationId="{07035AC8-D187-434D-B850-08424536EE6B}"/>
          </ac:spMkLst>
        </pc:spChg>
        <pc:spChg chg="add del mod">
          <ac:chgData name="Josué Silva de Morais" userId="f406c2cd-edfc-4057-be10-75858098c663" providerId="ADAL" clId="{DD587564-A78D-4561-8E64-C12CF1DF9BAA}" dt="2026-05-27T16:33:41.088" v="1933"/>
          <ac:spMkLst>
            <pc:docMk/>
            <pc:sldMk cId="1742700292" sldId="327"/>
            <ac:spMk id="43" creationId="{5A98D8D1-188F-4C5C-BAD8-5B46DCEA8C97}"/>
          </ac:spMkLst>
        </pc:spChg>
        <pc:spChg chg="add del mod">
          <ac:chgData name="Josué Silva de Morais" userId="f406c2cd-edfc-4057-be10-75858098c663" providerId="ADAL" clId="{DD587564-A78D-4561-8E64-C12CF1DF9BAA}" dt="2026-05-27T16:33:41.089" v="1934"/>
          <ac:spMkLst>
            <pc:docMk/>
            <pc:sldMk cId="1742700292" sldId="327"/>
            <ac:spMk id="44" creationId="{3188580B-B7DB-4EA1-8952-557A67652553}"/>
          </ac:spMkLst>
        </pc:spChg>
        <pc:spChg chg="add del mod">
          <ac:chgData name="Josué Silva de Morais" userId="f406c2cd-edfc-4057-be10-75858098c663" providerId="ADAL" clId="{DD587564-A78D-4561-8E64-C12CF1DF9BAA}" dt="2026-05-27T16:33:41.089" v="1935"/>
          <ac:spMkLst>
            <pc:docMk/>
            <pc:sldMk cId="1742700292" sldId="327"/>
            <ac:spMk id="45" creationId="{506FC867-8517-4099-A5CA-F152B742D2F8}"/>
          </ac:spMkLst>
        </pc:spChg>
        <pc:spChg chg="add del mod">
          <ac:chgData name="Josué Silva de Morais" userId="f406c2cd-edfc-4057-be10-75858098c663" providerId="ADAL" clId="{DD587564-A78D-4561-8E64-C12CF1DF9BAA}" dt="2026-05-27T16:33:41.090" v="1936"/>
          <ac:spMkLst>
            <pc:docMk/>
            <pc:sldMk cId="1742700292" sldId="327"/>
            <ac:spMk id="46" creationId="{CC06F8D3-616C-4AC3-AC02-42F686857CE7}"/>
          </ac:spMkLst>
        </pc:spChg>
        <pc:spChg chg="add del mod">
          <ac:chgData name="Josué Silva de Morais" userId="f406c2cd-edfc-4057-be10-75858098c663" providerId="ADAL" clId="{DD587564-A78D-4561-8E64-C12CF1DF9BAA}" dt="2026-05-27T16:33:41.091" v="1937"/>
          <ac:spMkLst>
            <pc:docMk/>
            <pc:sldMk cId="1742700292" sldId="327"/>
            <ac:spMk id="47" creationId="{EEBF5A15-2640-45A0-BD13-52C281D65289}"/>
          </ac:spMkLst>
        </pc:spChg>
        <pc:spChg chg="add del mod">
          <ac:chgData name="Josué Silva de Morais" userId="f406c2cd-edfc-4057-be10-75858098c663" providerId="ADAL" clId="{DD587564-A78D-4561-8E64-C12CF1DF9BAA}" dt="2026-05-27T16:33:41.091" v="1938"/>
          <ac:spMkLst>
            <pc:docMk/>
            <pc:sldMk cId="1742700292" sldId="327"/>
            <ac:spMk id="48" creationId="{5A4ED94F-130B-4618-AE89-7255130DB40E}"/>
          </ac:spMkLst>
        </pc:spChg>
        <pc:spChg chg="add del mod">
          <ac:chgData name="Josué Silva de Morais" userId="f406c2cd-edfc-4057-be10-75858098c663" providerId="ADAL" clId="{DD587564-A78D-4561-8E64-C12CF1DF9BAA}" dt="2026-05-27T16:33:41.092" v="1939"/>
          <ac:spMkLst>
            <pc:docMk/>
            <pc:sldMk cId="1742700292" sldId="327"/>
            <ac:spMk id="49" creationId="{4A97C588-0E49-4D99-83F7-2C140685C569}"/>
          </ac:spMkLst>
        </pc:spChg>
        <pc:spChg chg="add mod">
          <ac:chgData name="Josué Silva de Morais" userId="f406c2cd-edfc-4057-be10-75858098c663" providerId="ADAL" clId="{DD587564-A78D-4561-8E64-C12CF1DF9BAA}" dt="2026-05-27T16:33:41.112" v="1942"/>
          <ac:spMkLst>
            <pc:docMk/>
            <pc:sldMk cId="1742700292" sldId="327"/>
            <ac:spMk id="50" creationId="{FE6BD0BF-55B5-4565-B081-9B13A360940E}"/>
          </ac:spMkLst>
        </pc:spChg>
        <pc:spChg chg="add mod">
          <ac:chgData name="Josué Silva de Morais" userId="f406c2cd-edfc-4057-be10-75858098c663" providerId="ADAL" clId="{DD587564-A78D-4561-8E64-C12CF1DF9BAA}" dt="2026-05-27T16:33:41.114" v="1946"/>
          <ac:spMkLst>
            <pc:docMk/>
            <pc:sldMk cId="1742700292" sldId="327"/>
            <ac:spMk id="51" creationId="{30CF5E80-9CDD-4429-AC3A-FCBB724DDEDB}"/>
          </ac:spMkLst>
        </pc:spChg>
      </pc:sldChg>
      <pc:sldChg chg="addSp modSp new mod ord">
        <pc:chgData name="Josué Silva de Morais" userId="f406c2cd-edfc-4057-be10-75858098c663" providerId="ADAL" clId="{DD587564-A78D-4561-8E64-C12CF1DF9BAA}" dt="2026-05-27T16:32:00.419" v="1660"/>
        <pc:sldMkLst>
          <pc:docMk/>
          <pc:sldMk cId="3344167702" sldId="328"/>
        </pc:sldMkLst>
        <pc:spChg chg="add mod">
          <ac:chgData name="Josué Silva de Morais" userId="f406c2cd-edfc-4057-be10-75858098c663" providerId="ADAL" clId="{DD587564-A78D-4561-8E64-C12CF1DF9BAA}" dt="2026-05-27T16:32:00.301" v="1424"/>
          <ac:spMkLst>
            <pc:docMk/>
            <pc:sldMk cId="3344167702" sldId="328"/>
            <ac:spMk id="2" creationId="{2A4A6F88-7F57-4630-8283-523AED836853}"/>
          </ac:spMkLst>
        </pc:spChg>
        <pc:spChg chg="add mod">
          <ac:chgData name="Josué Silva de Morais" userId="f406c2cd-edfc-4057-be10-75858098c663" providerId="ADAL" clId="{DD587564-A78D-4561-8E64-C12CF1DF9BAA}" dt="2026-05-27T16:32:00.306" v="1432"/>
          <ac:spMkLst>
            <pc:docMk/>
            <pc:sldMk cId="3344167702" sldId="328"/>
            <ac:spMk id="3" creationId="{53F632F8-142A-4A07-B86D-75C64C14377C}"/>
          </ac:spMkLst>
        </pc:spChg>
        <pc:spChg chg="add mod">
          <ac:chgData name="Josué Silva de Morais" userId="f406c2cd-edfc-4057-be10-75858098c663" providerId="ADAL" clId="{DD587564-A78D-4561-8E64-C12CF1DF9BAA}" dt="2026-05-27T16:32:00.309" v="1440"/>
          <ac:spMkLst>
            <pc:docMk/>
            <pc:sldMk cId="3344167702" sldId="328"/>
            <ac:spMk id="4" creationId="{17A4E9B7-0A30-467A-9D8F-B0E649BE303E}"/>
          </ac:spMkLst>
        </pc:spChg>
        <pc:spChg chg="add mod">
          <ac:chgData name="Josué Silva de Morais" userId="f406c2cd-edfc-4057-be10-75858098c663" providerId="ADAL" clId="{DD587564-A78D-4561-8E64-C12CF1DF9BAA}" dt="2026-05-27T16:32:00.314" v="1448"/>
          <ac:spMkLst>
            <pc:docMk/>
            <pc:sldMk cId="3344167702" sldId="328"/>
            <ac:spMk id="5" creationId="{EFF85843-4FFC-412B-BE35-81AA2BD2CDBB}"/>
          </ac:spMkLst>
        </pc:spChg>
        <pc:spChg chg="add mod">
          <ac:chgData name="Josué Silva de Morais" userId="f406c2cd-edfc-4057-be10-75858098c663" providerId="ADAL" clId="{DD587564-A78D-4561-8E64-C12CF1DF9BAA}" dt="2026-05-27T16:32:00.315" v="1451"/>
          <ac:spMkLst>
            <pc:docMk/>
            <pc:sldMk cId="3344167702" sldId="328"/>
            <ac:spMk id="6" creationId="{167C2561-9156-4F3E-99A6-2FBA96EB402D}"/>
          </ac:spMkLst>
        </pc:spChg>
        <pc:spChg chg="add mod">
          <ac:chgData name="Josué Silva de Morais" userId="f406c2cd-edfc-4057-be10-75858098c663" providerId="ADAL" clId="{DD587564-A78D-4561-8E64-C12CF1DF9BAA}" dt="2026-05-27T16:32:00.316" v="1454"/>
          <ac:spMkLst>
            <pc:docMk/>
            <pc:sldMk cId="3344167702" sldId="328"/>
            <ac:spMk id="7" creationId="{D07D777C-738F-4B91-90B8-63F6CBD50EE6}"/>
          </ac:spMkLst>
        </pc:spChg>
        <pc:spChg chg="add mod">
          <ac:chgData name="Josué Silva de Morais" userId="f406c2cd-edfc-4057-be10-75858098c663" providerId="ADAL" clId="{DD587564-A78D-4561-8E64-C12CF1DF9BAA}" dt="2026-05-27T16:32:00.318" v="1457"/>
          <ac:spMkLst>
            <pc:docMk/>
            <pc:sldMk cId="3344167702" sldId="328"/>
            <ac:spMk id="8" creationId="{8A88D0C2-F122-4807-9FA0-A709E60E15B3}"/>
          </ac:spMkLst>
        </pc:spChg>
        <pc:spChg chg="add mod">
          <ac:chgData name="Josué Silva de Morais" userId="f406c2cd-edfc-4057-be10-75858098c663" providerId="ADAL" clId="{DD587564-A78D-4561-8E64-C12CF1DF9BAA}" dt="2026-05-27T16:32:00.319" v="1460"/>
          <ac:spMkLst>
            <pc:docMk/>
            <pc:sldMk cId="3344167702" sldId="328"/>
            <ac:spMk id="9" creationId="{11BE400A-B5D3-4631-9EF2-CD822BBAF003}"/>
          </ac:spMkLst>
        </pc:spChg>
        <pc:spChg chg="add mod">
          <ac:chgData name="Josué Silva de Morais" userId="f406c2cd-edfc-4057-be10-75858098c663" providerId="ADAL" clId="{DD587564-A78D-4561-8E64-C12CF1DF9BAA}" dt="2026-05-27T16:32:00.321" v="1463"/>
          <ac:spMkLst>
            <pc:docMk/>
            <pc:sldMk cId="3344167702" sldId="328"/>
            <ac:spMk id="10" creationId="{3C592434-B414-4DB0-8122-933E7AC7042A}"/>
          </ac:spMkLst>
        </pc:spChg>
        <pc:spChg chg="add mod">
          <ac:chgData name="Josué Silva de Morais" userId="f406c2cd-edfc-4057-be10-75858098c663" providerId="ADAL" clId="{DD587564-A78D-4561-8E64-C12CF1DF9BAA}" dt="2026-05-27T16:32:00.323" v="1467"/>
          <ac:spMkLst>
            <pc:docMk/>
            <pc:sldMk cId="3344167702" sldId="328"/>
            <ac:spMk id="11" creationId="{504BA9EC-AF6D-43D0-825C-0A0C1CEB22D8}"/>
          </ac:spMkLst>
        </pc:spChg>
        <pc:spChg chg="add mod">
          <ac:chgData name="Josué Silva de Morais" userId="f406c2cd-edfc-4057-be10-75858098c663" providerId="ADAL" clId="{DD587564-A78D-4561-8E64-C12CF1DF9BAA}" dt="2026-05-27T16:32:00.327" v="1475"/>
          <ac:spMkLst>
            <pc:docMk/>
            <pc:sldMk cId="3344167702" sldId="328"/>
            <ac:spMk id="12" creationId="{48A3DFD1-D3C5-4B06-9EAB-0317C71FE1E6}"/>
          </ac:spMkLst>
        </pc:spChg>
        <pc:spChg chg="add mod">
          <ac:chgData name="Josué Silva de Morais" userId="f406c2cd-edfc-4057-be10-75858098c663" providerId="ADAL" clId="{DD587564-A78D-4561-8E64-C12CF1DF9BAA}" dt="2026-05-27T16:32:00.329" v="1479"/>
          <ac:spMkLst>
            <pc:docMk/>
            <pc:sldMk cId="3344167702" sldId="328"/>
            <ac:spMk id="13" creationId="{F4AEF97F-2A40-4821-905F-A5E551726629}"/>
          </ac:spMkLst>
        </pc:spChg>
        <pc:spChg chg="add mod">
          <ac:chgData name="Josué Silva de Morais" userId="f406c2cd-edfc-4057-be10-75858098c663" providerId="ADAL" clId="{DD587564-A78D-4561-8E64-C12CF1DF9BAA}" dt="2026-05-27T16:32:00.333" v="1487"/>
          <ac:spMkLst>
            <pc:docMk/>
            <pc:sldMk cId="3344167702" sldId="328"/>
            <ac:spMk id="14" creationId="{AFAABFA8-ABCA-405E-BA78-C11F1D530DAD}"/>
          </ac:spMkLst>
        </pc:spChg>
        <pc:spChg chg="add mod">
          <ac:chgData name="Josué Silva de Morais" userId="f406c2cd-edfc-4057-be10-75858098c663" providerId="ADAL" clId="{DD587564-A78D-4561-8E64-C12CF1DF9BAA}" dt="2026-05-27T16:32:00.337" v="1495"/>
          <ac:spMkLst>
            <pc:docMk/>
            <pc:sldMk cId="3344167702" sldId="328"/>
            <ac:spMk id="15" creationId="{6EEC91B2-B45B-4245-845F-B057EC1BB115}"/>
          </ac:spMkLst>
        </pc:spChg>
        <pc:spChg chg="add mod">
          <ac:chgData name="Josué Silva de Morais" userId="f406c2cd-edfc-4057-be10-75858098c663" providerId="ADAL" clId="{DD587564-A78D-4561-8E64-C12CF1DF9BAA}" dt="2026-05-27T16:32:00.339" v="1499"/>
          <ac:spMkLst>
            <pc:docMk/>
            <pc:sldMk cId="3344167702" sldId="328"/>
            <ac:spMk id="16" creationId="{E1B9697F-D3AE-497A-91FE-336F0B023A7C}"/>
          </ac:spMkLst>
        </pc:spChg>
        <pc:spChg chg="add mod">
          <ac:chgData name="Josué Silva de Morais" userId="f406c2cd-edfc-4057-be10-75858098c663" providerId="ADAL" clId="{DD587564-A78D-4561-8E64-C12CF1DF9BAA}" dt="2026-05-27T16:32:00.342" v="1507"/>
          <ac:spMkLst>
            <pc:docMk/>
            <pc:sldMk cId="3344167702" sldId="328"/>
            <ac:spMk id="17" creationId="{00114F8C-CA3B-46BD-8AF9-6E3952BDB239}"/>
          </ac:spMkLst>
        </pc:spChg>
        <pc:spChg chg="add mod">
          <ac:chgData name="Josué Silva de Morais" userId="f406c2cd-edfc-4057-be10-75858098c663" providerId="ADAL" clId="{DD587564-A78D-4561-8E64-C12CF1DF9BAA}" dt="2026-05-27T16:32:00.344" v="1511"/>
          <ac:spMkLst>
            <pc:docMk/>
            <pc:sldMk cId="3344167702" sldId="328"/>
            <ac:spMk id="18" creationId="{497F54F0-0E76-4962-BAB8-6C1889F2E1C9}"/>
          </ac:spMkLst>
        </pc:spChg>
        <pc:spChg chg="add mod">
          <ac:chgData name="Josué Silva de Morais" userId="f406c2cd-edfc-4057-be10-75858098c663" providerId="ADAL" clId="{DD587564-A78D-4561-8E64-C12CF1DF9BAA}" dt="2026-05-27T16:32:00.348" v="1519"/>
          <ac:spMkLst>
            <pc:docMk/>
            <pc:sldMk cId="3344167702" sldId="328"/>
            <ac:spMk id="19" creationId="{F4510E56-7AD1-43C0-85FC-144DD159712B}"/>
          </ac:spMkLst>
        </pc:spChg>
        <pc:spChg chg="add mod">
          <ac:chgData name="Josué Silva de Morais" userId="f406c2cd-edfc-4057-be10-75858098c663" providerId="ADAL" clId="{DD587564-A78D-4561-8E64-C12CF1DF9BAA}" dt="2026-05-27T16:32:00.352" v="1527"/>
          <ac:spMkLst>
            <pc:docMk/>
            <pc:sldMk cId="3344167702" sldId="328"/>
            <ac:spMk id="20" creationId="{B55104C9-6111-4DC7-96DD-7A5D3C561F3D}"/>
          </ac:spMkLst>
        </pc:spChg>
        <pc:spChg chg="add mod">
          <ac:chgData name="Josué Silva de Morais" userId="f406c2cd-edfc-4057-be10-75858098c663" providerId="ADAL" clId="{DD587564-A78D-4561-8E64-C12CF1DF9BAA}" dt="2026-05-27T16:32:00.354" v="1530"/>
          <ac:spMkLst>
            <pc:docMk/>
            <pc:sldMk cId="3344167702" sldId="328"/>
            <ac:spMk id="21" creationId="{656BC37B-D11D-4196-A773-FB0ABFC590A8}"/>
          </ac:spMkLst>
        </pc:spChg>
        <pc:spChg chg="add mod">
          <ac:chgData name="Josué Silva de Morais" userId="f406c2cd-edfc-4057-be10-75858098c663" providerId="ADAL" clId="{DD587564-A78D-4561-8E64-C12CF1DF9BAA}" dt="2026-05-27T16:32:00.359" v="1538"/>
          <ac:spMkLst>
            <pc:docMk/>
            <pc:sldMk cId="3344167702" sldId="328"/>
            <ac:spMk id="22" creationId="{C51DDFA4-268A-44E1-8FA1-F75AD86A2DC9}"/>
          </ac:spMkLst>
        </pc:spChg>
        <pc:spChg chg="add mod">
          <ac:chgData name="Josué Silva de Morais" userId="f406c2cd-edfc-4057-be10-75858098c663" providerId="ADAL" clId="{DD587564-A78D-4561-8E64-C12CF1DF9BAA}" dt="2026-05-27T16:32:00.363" v="1546"/>
          <ac:spMkLst>
            <pc:docMk/>
            <pc:sldMk cId="3344167702" sldId="328"/>
            <ac:spMk id="23" creationId="{594F57E7-D400-40CA-B9FB-9186CBBC7D44}"/>
          </ac:spMkLst>
        </pc:spChg>
        <pc:spChg chg="add mod">
          <ac:chgData name="Josué Silva de Morais" userId="f406c2cd-edfc-4057-be10-75858098c663" providerId="ADAL" clId="{DD587564-A78D-4561-8E64-C12CF1DF9BAA}" dt="2026-05-27T16:32:00.364" v="1549"/>
          <ac:spMkLst>
            <pc:docMk/>
            <pc:sldMk cId="3344167702" sldId="328"/>
            <ac:spMk id="24" creationId="{CA8171E5-1FD6-4331-8E09-2BE20C733F25}"/>
          </ac:spMkLst>
        </pc:spChg>
        <pc:spChg chg="add mod">
          <ac:chgData name="Josué Silva de Morais" userId="f406c2cd-edfc-4057-be10-75858098c663" providerId="ADAL" clId="{DD587564-A78D-4561-8E64-C12CF1DF9BAA}" dt="2026-05-27T16:32:00.366" v="1552"/>
          <ac:spMkLst>
            <pc:docMk/>
            <pc:sldMk cId="3344167702" sldId="328"/>
            <ac:spMk id="25" creationId="{349A3D41-9E48-486C-9BBF-514B9CF56F7B}"/>
          </ac:spMkLst>
        </pc:spChg>
        <pc:spChg chg="add mod">
          <ac:chgData name="Josué Silva de Morais" userId="f406c2cd-edfc-4057-be10-75858098c663" providerId="ADAL" clId="{DD587564-A78D-4561-8E64-C12CF1DF9BAA}" dt="2026-05-27T16:32:00.367" v="1555"/>
          <ac:spMkLst>
            <pc:docMk/>
            <pc:sldMk cId="3344167702" sldId="328"/>
            <ac:spMk id="26" creationId="{4BBF096C-1FB8-45F9-A9C9-A546AFFC9FE4}"/>
          </ac:spMkLst>
        </pc:spChg>
        <pc:spChg chg="add mod">
          <ac:chgData name="Josué Silva de Morais" userId="f406c2cd-edfc-4057-be10-75858098c663" providerId="ADAL" clId="{DD587564-A78D-4561-8E64-C12CF1DF9BAA}" dt="2026-05-27T16:32:00.371" v="1563"/>
          <ac:spMkLst>
            <pc:docMk/>
            <pc:sldMk cId="3344167702" sldId="328"/>
            <ac:spMk id="27" creationId="{C5F84655-8826-4B75-B862-45395CDC6C74}"/>
          </ac:spMkLst>
        </pc:spChg>
        <pc:spChg chg="add mod">
          <ac:chgData name="Josué Silva de Morais" userId="f406c2cd-edfc-4057-be10-75858098c663" providerId="ADAL" clId="{DD587564-A78D-4561-8E64-C12CF1DF9BAA}" dt="2026-05-27T16:32:00.375" v="1571"/>
          <ac:spMkLst>
            <pc:docMk/>
            <pc:sldMk cId="3344167702" sldId="328"/>
            <ac:spMk id="28" creationId="{B32EDFB1-0624-4032-A360-46DD827684BA}"/>
          </ac:spMkLst>
        </pc:spChg>
        <pc:spChg chg="add mod">
          <ac:chgData name="Josué Silva de Morais" userId="f406c2cd-edfc-4057-be10-75858098c663" providerId="ADAL" clId="{DD587564-A78D-4561-8E64-C12CF1DF9BAA}" dt="2026-05-27T16:32:00.376" v="1574"/>
          <ac:spMkLst>
            <pc:docMk/>
            <pc:sldMk cId="3344167702" sldId="328"/>
            <ac:spMk id="29" creationId="{823FBE4F-0402-45DB-AA58-991DEA957ECD}"/>
          </ac:spMkLst>
        </pc:spChg>
        <pc:spChg chg="add mod">
          <ac:chgData name="Josué Silva de Morais" userId="f406c2cd-edfc-4057-be10-75858098c663" providerId="ADAL" clId="{DD587564-A78D-4561-8E64-C12CF1DF9BAA}" dt="2026-05-27T16:32:00.380" v="1582"/>
          <ac:spMkLst>
            <pc:docMk/>
            <pc:sldMk cId="3344167702" sldId="328"/>
            <ac:spMk id="30" creationId="{E21D13CC-2368-4204-8D7B-0E35F5A5B491}"/>
          </ac:spMkLst>
        </pc:spChg>
        <pc:spChg chg="add mod">
          <ac:chgData name="Josué Silva de Morais" userId="f406c2cd-edfc-4057-be10-75858098c663" providerId="ADAL" clId="{DD587564-A78D-4561-8E64-C12CF1DF9BAA}" dt="2026-05-27T16:32:00.384" v="1590"/>
          <ac:spMkLst>
            <pc:docMk/>
            <pc:sldMk cId="3344167702" sldId="328"/>
            <ac:spMk id="31" creationId="{8D7B4C2D-3D5B-4624-897A-BEDFCACADBA7}"/>
          </ac:spMkLst>
        </pc:spChg>
        <pc:spChg chg="add mod">
          <ac:chgData name="Josué Silva de Morais" userId="f406c2cd-edfc-4057-be10-75858098c663" providerId="ADAL" clId="{DD587564-A78D-4561-8E64-C12CF1DF9BAA}" dt="2026-05-27T16:32:00.388" v="1598"/>
          <ac:spMkLst>
            <pc:docMk/>
            <pc:sldMk cId="3344167702" sldId="328"/>
            <ac:spMk id="32" creationId="{138D57CE-903B-4EA6-92D4-DDEA7B8B3F96}"/>
          </ac:spMkLst>
        </pc:spChg>
        <pc:spChg chg="add mod">
          <ac:chgData name="Josué Silva de Morais" userId="f406c2cd-edfc-4057-be10-75858098c663" providerId="ADAL" clId="{DD587564-A78D-4561-8E64-C12CF1DF9BAA}" dt="2026-05-27T16:32:00.392" v="1606"/>
          <ac:spMkLst>
            <pc:docMk/>
            <pc:sldMk cId="3344167702" sldId="328"/>
            <ac:spMk id="33" creationId="{82F45F4F-4738-4E31-825D-41A5F83DC5C7}"/>
          </ac:spMkLst>
        </pc:spChg>
        <pc:spChg chg="add mod">
          <ac:chgData name="Josué Silva de Morais" userId="f406c2cd-edfc-4057-be10-75858098c663" providerId="ADAL" clId="{DD587564-A78D-4561-8E64-C12CF1DF9BAA}" dt="2026-05-27T16:32:00.396" v="1614"/>
          <ac:spMkLst>
            <pc:docMk/>
            <pc:sldMk cId="3344167702" sldId="328"/>
            <ac:spMk id="34" creationId="{F827C3B1-7D25-4F18-8C5B-2548B7E9E1CE}"/>
          </ac:spMkLst>
        </pc:spChg>
        <pc:spChg chg="add mod">
          <ac:chgData name="Josué Silva de Morais" userId="f406c2cd-edfc-4057-be10-75858098c663" providerId="ADAL" clId="{DD587564-A78D-4561-8E64-C12CF1DF9BAA}" dt="2026-05-27T16:32:00.397" v="1617"/>
          <ac:spMkLst>
            <pc:docMk/>
            <pc:sldMk cId="3344167702" sldId="328"/>
            <ac:spMk id="35" creationId="{CF4257B7-F0B1-4AE7-BC92-045E31C74BEF}"/>
          </ac:spMkLst>
        </pc:spChg>
        <pc:spChg chg="add mod">
          <ac:chgData name="Josué Silva de Morais" userId="f406c2cd-edfc-4057-be10-75858098c663" providerId="ADAL" clId="{DD587564-A78D-4561-8E64-C12CF1DF9BAA}" dt="2026-05-27T16:32:00.401" v="1625"/>
          <ac:spMkLst>
            <pc:docMk/>
            <pc:sldMk cId="3344167702" sldId="328"/>
            <ac:spMk id="36" creationId="{FA32626F-435B-4030-8CE2-B4394B03CD34}"/>
          </ac:spMkLst>
        </pc:spChg>
        <pc:spChg chg="add mod">
          <ac:chgData name="Josué Silva de Morais" userId="f406c2cd-edfc-4057-be10-75858098c663" providerId="ADAL" clId="{DD587564-A78D-4561-8E64-C12CF1DF9BAA}" dt="2026-05-27T16:32:00.405" v="1633"/>
          <ac:spMkLst>
            <pc:docMk/>
            <pc:sldMk cId="3344167702" sldId="328"/>
            <ac:spMk id="37" creationId="{0547E53E-73B5-4FDF-9944-74F9EB65AD6D}"/>
          </ac:spMkLst>
        </pc:spChg>
        <pc:spChg chg="add mod">
          <ac:chgData name="Josué Silva de Morais" userId="f406c2cd-edfc-4057-be10-75858098c663" providerId="ADAL" clId="{DD587564-A78D-4561-8E64-C12CF1DF9BAA}" dt="2026-05-27T16:32:00.410" v="1641"/>
          <ac:spMkLst>
            <pc:docMk/>
            <pc:sldMk cId="3344167702" sldId="328"/>
            <ac:spMk id="38" creationId="{A08FB954-E866-4FAA-9D26-82C135CF68A2}"/>
          </ac:spMkLst>
        </pc:spChg>
        <pc:spChg chg="add mod">
          <ac:chgData name="Josué Silva de Morais" userId="f406c2cd-edfc-4057-be10-75858098c663" providerId="ADAL" clId="{DD587564-A78D-4561-8E64-C12CF1DF9BAA}" dt="2026-05-27T16:32:00.411" v="1644"/>
          <ac:spMkLst>
            <pc:docMk/>
            <pc:sldMk cId="3344167702" sldId="328"/>
            <ac:spMk id="39" creationId="{A14B9C44-9529-41C6-8A01-966AAE54421E}"/>
          </ac:spMkLst>
        </pc:spChg>
        <pc:spChg chg="add mod">
          <ac:chgData name="Josué Silva de Morais" userId="f406c2cd-edfc-4057-be10-75858098c663" providerId="ADAL" clId="{DD587564-A78D-4561-8E64-C12CF1DF9BAA}" dt="2026-05-27T16:32:00.415" v="1652"/>
          <ac:spMkLst>
            <pc:docMk/>
            <pc:sldMk cId="3344167702" sldId="328"/>
            <ac:spMk id="40" creationId="{49FFAF83-86FC-4294-B4DD-56B835811A9E}"/>
          </ac:spMkLst>
        </pc:spChg>
        <pc:spChg chg="add mod">
          <ac:chgData name="Josué Silva de Morais" userId="f406c2cd-edfc-4057-be10-75858098c663" providerId="ADAL" clId="{DD587564-A78D-4561-8E64-C12CF1DF9BAA}" dt="2026-05-27T16:32:00.419" v="1660"/>
          <ac:spMkLst>
            <pc:docMk/>
            <pc:sldMk cId="3344167702" sldId="328"/>
            <ac:spMk id="41" creationId="{648031B8-872C-4303-A98D-77A7345B4BDF}"/>
          </ac:spMkLst>
        </pc:spChg>
      </pc:sldChg>
      <pc:sldChg chg="addSp modSp new mod ord">
        <pc:chgData name="Josué Silva de Morais" userId="f406c2cd-edfc-4057-be10-75858098c663" providerId="ADAL" clId="{DD587564-A78D-4561-8E64-C12CF1DF9BAA}" dt="2026-05-27T16:38:26.682" v="2659" actId="1076"/>
        <pc:sldMkLst>
          <pc:docMk/>
          <pc:sldMk cId="3614182760" sldId="329"/>
        </pc:sldMkLst>
        <pc:spChg chg="add mod">
          <ac:chgData name="Josué Silva de Morais" userId="f406c2cd-edfc-4057-be10-75858098c663" providerId="ADAL" clId="{DD587564-A78D-4561-8E64-C12CF1DF9BAA}" dt="2026-05-27T16:32:34.876" v="1668"/>
          <ac:spMkLst>
            <pc:docMk/>
            <pc:sldMk cId="3614182760" sldId="329"/>
            <ac:spMk id="2" creationId="{7CDA13BD-0AF2-4FCB-BFD1-C00CB495D17F}"/>
          </ac:spMkLst>
        </pc:spChg>
        <pc:spChg chg="add mod">
          <ac:chgData name="Josué Silva de Morais" userId="f406c2cd-edfc-4057-be10-75858098c663" providerId="ADAL" clId="{DD587564-A78D-4561-8E64-C12CF1DF9BAA}" dt="2026-05-27T16:32:34.880" v="1676"/>
          <ac:spMkLst>
            <pc:docMk/>
            <pc:sldMk cId="3614182760" sldId="329"/>
            <ac:spMk id="3" creationId="{C345163A-E899-472B-9C83-41E2D7B91CDF}"/>
          </ac:spMkLst>
        </pc:spChg>
        <pc:spChg chg="add mod">
          <ac:chgData name="Josué Silva de Morais" userId="f406c2cd-edfc-4057-be10-75858098c663" providerId="ADAL" clId="{DD587564-A78D-4561-8E64-C12CF1DF9BAA}" dt="2026-05-27T16:32:34.884" v="1684"/>
          <ac:spMkLst>
            <pc:docMk/>
            <pc:sldMk cId="3614182760" sldId="329"/>
            <ac:spMk id="4" creationId="{E3C72B93-46CF-4FBD-A73E-8D3C5D5D1301}"/>
          </ac:spMkLst>
        </pc:spChg>
        <pc:spChg chg="add mod">
          <ac:chgData name="Josué Silva de Morais" userId="f406c2cd-edfc-4057-be10-75858098c663" providerId="ADAL" clId="{DD587564-A78D-4561-8E64-C12CF1DF9BAA}" dt="2026-05-27T16:32:34.888" v="1692"/>
          <ac:spMkLst>
            <pc:docMk/>
            <pc:sldMk cId="3614182760" sldId="329"/>
            <ac:spMk id="5" creationId="{855CB46C-76F7-4908-A0B1-17EF16ABA4E9}"/>
          </ac:spMkLst>
        </pc:spChg>
        <pc:spChg chg="add mod">
          <ac:chgData name="Josué Silva de Morais" userId="f406c2cd-edfc-4057-be10-75858098c663" providerId="ADAL" clId="{DD587564-A78D-4561-8E64-C12CF1DF9BAA}" dt="2026-05-27T16:32:34.889" v="1695"/>
          <ac:spMkLst>
            <pc:docMk/>
            <pc:sldMk cId="3614182760" sldId="329"/>
            <ac:spMk id="6" creationId="{4B1DF64E-2BDD-47D3-A207-EDAF7F21B11C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7" creationId="{37A7194A-9CC8-4AC1-B781-4010E186CBF0}"/>
          </ac:spMkLst>
        </pc:spChg>
        <pc:spChg chg="add mod">
          <ac:chgData name="Josué Silva de Morais" userId="f406c2cd-edfc-4057-be10-75858098c663" providerId="ADAL" clId="{DD587564-A78D-4561-8E64-C12CF1DF9BAA}" dt="2026-05-27T16:32:34.894" v="1706"/>
          <ac:spMkLst>
            <pc:docMk/>
            <pc:sldMk cId="3614182760" sldId="329"/>
            <ac:spMk id="8" creationId="{83F1AFD3-81CB-43D1-9D8E-7C860C42C6D9}"/>
          </ac:spMkLst>
        </pc:spChg>
        <pc:spChg chg="add mod">
          <ac:chgData name="Josué Silva de Morais" userId="f406c2cd-edfc-4057-be10-75858098c663" providerId="ADAL" clId="{DD587564-A78D-4561-8E64-C12CF1DF9BAA}" dt="2026-05-27T16:32:34.898" v="1714"/>
          <ac:spMkLst>
            <pc:docMk/>
            <pc:sldMk cId="3614182760" sldId="329"/>
            <ac:spMk id="9" creationId="{DCB8AB94-741B-41A2-8178-007F8E6DD206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10" creationId="{B562DC2F-9580-41AC-8075-3A6C8A849E53}"/>
          </ac:spMkLst>
        </pc:spChg>
        <pc:spChg chg="add mod">
          <ac:chgData name="Josué Silva de Morais" userId="f406c2cd-edfc-4057-be10-75858098c663" providerId="ADAL" clId="{DD587564-A78D-4561-8E64-C12CF1DF9BAA}" dt="2026-05-27T16:37:28.208" v="2198" actId="1035"/>
          <ac:spMkLst>
            <pc:docMk/>
            <pc:sldMk cId="3614182760" sldId="329"/>
            <ac:spMk id="11" creationId="{4914AFB2-FCD4-4443-83E2-33AFF9AB19FB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12" creationId="{7F347009-6D72-4218-A6F0-5133D2B9F9CF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13" creationId="{B539F9B0-496E-4D72-9F52-D668395DB10D}"/>
          </ac:spMkLst>
        </pc:spChg>
        <pc:spChg chg="add mod">
          <ac:chgData name="Josué Silva de Morais" userId="f406c2cd-edfc-4057-be10-75858098c663" providerId="ADAL" clId="{DD587564-A78D-4561-8E64-C12CF1DF9BAA}" dt="2026-05-27T16:37:43.097" v="2215" actId="1035"/>
          <ac:spMkLst>
            <pc:docMk/>
            <pc:sldMk cId="3614182760" sldId="329"/>
            <ac:spMk id="14" creationId="{1D4FF784-2A5D-4D23-BB5E-D6064E953564}"/>
          </ac:spMkLst>
        </pc:spChg>
        <pc:spChg chg="add mod">
          <ac:chgData name="Josué Silva de Morais" userId="f406c2cd-edfc-4057-be10-75858098c663" providerId="ADAL" clId="{DD587564-A78D-4561-8E64-C12CF1DF9BAA}" dt="2026-05-27T16:37:43.097" v="2215" actId="1035"/>
          <ac:spMkLst>
            <pc:docMk/>
            <pc:sldMk cId="3614182760" sldId="329"/>
            <ac:spMk id="15" creationId="{ED78715E-2C82-4399-9AFD-1AE5313AD02E}"/>
          </ac:spMkLst>
        </pc:spChg>
        <pc:spChg chg="add mod">
          <ac:chgData name="Josué Silva de Morais" userId="f406c2cd-edfc-4057-be10-75858098c663" providerId="ADAL" clId="{DD587564-A78D-4561-8E64-C12CF1DF9BAA}" dt="2026-05-27T16:32:34.920" v="1760"/>
          <ac:spMkLst>
            <pc:docMk/>
            <pc:sldMk cId="3614182760" sldId="329"/>
            <ac:spMk id="16" creationId="{C482B263-3D52-4A06-9426-6CBE46B15149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17" creationId="{4196D424-183C-4290-BBFC-9DC3C6A5C204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18" creationId="{59103771-FEEF-4AB8-8E17-8E550F2D1EFF}"/>
          </ac:spMkLst>
        </pc:spChg>
        <pc:spChg chg="add mod">
          <ac:chgData name="Josué Silva de Morais" userId="f406c2cd-edfc-4057-be10-75858098c663" providerId="ADAL" clId="{DD587564-A78D-4561-8E64-C12CF1DF9BAA}" dt="2026-05-27T16:36:59.872" v="1950" actId="1076"/>
          <ac:spMkLst>
            <pc:docMk/>
            <pc:sldMk cId="3614182760" sldId="329"/>
            <ac:spMk id="19" creationId="{AED8524B-B937-4516-B155-110C63E2D1FA}"/>
          </ac:spMkLst>
        </pc:spChg>
        <pc:spChg chg="add mod">
          <ac:chgData name="Josué Silva de Morais" userId="f406c2cd-edfc-4057-be10-75858098c663" providerId="ADAL" clId="{DD587564-A78D-4561-8E64-C12CF1DF9BAA}" dt="2026-05-27T16:36:59.872" v="1950" actId="1076"/>
          <ac:spMkLst>
            <pc:docMk/>
            <pc:sldMk cId="3614182760" sldId="329"/>
            <ac:spMk id="20" creationId="{66023107-BE67-4A12-9A7F-6847762A0B47}"/>
          </ac:spMkLst>
        </pc:spChg>
        <pc:spChg chg="add mod">
          <ac:chgData name="Josué Silva de Morais" userId="f406c2cd-edfc-4057-be10-75858098c663" providerId="ADAL" clId="{DD587564-A78D-4561-8E64-C12CF1DF9BAA}" dt="2026-05-27T16:38:26.682" v="2659" actId="1076"/>
          <ac:spMkLst>
            <pc:docMk/>
            <pc:sldMk cId="3614182760" sldId="329"/>
            <ac:spMk id="21" creationId="{815D0BC9-4486-42B5-9B3D-D567FE78333C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22" creationId="{E01CFAED-8A5D-43F7-932C-45BA11EB856F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23" creationId="{387059D8-BBB1-4B19-AA83-D2D3555637CD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24" creationId="{0CD3CCC9-F7D3-4855-8A58-B2EAF690000D}"/>
          </ac:spMkLst>
        </pc:spChg>
        <pc:spChg chg="add mod">
          <ac:chgData name="Josué Silva de Morais" userId="f406c2cd-edfc-4057-be10-75858098c663" providerId="ADAL" clId="{DD587564-A78D-4561-8E64-C12CF1DF9BAA}" dt="2026-05-27T16:38:04.314" v="2449" actId="1037"/>
          <ac:spMkLst>
            <pc:docMk/>
            <pc:sldMk cId="3614182760" sldId="329"/>
            <ac:spMk id="25" creationId="{B461D2EE-79D8-4D1B-B7AB-06C977CBC457}"/>
          </ac:spMkLst>
        </pc:spChg>
        <pc:spChg chg="add mod">
          <ac:chgData name="Josué Silva de Morais" userId="f406c2cd-edfc-4057-be10-75858098c663" providerId="ADAL" clId="{DD587564-A78D-4561-8E64-C12CF1DF9BAA}" dt="2026-05-27T16:38:20.266" v="2470" actId="1036"/>
          <ac:spMkLst>
            <pc:docMk/>
            <pc:sldMk cId="3614182760" sldId="329"/>
            <ac:spMk id="26" creationId="{3F565804-BA7A-4C76-9E62-8EC772515E3D}"/>
          </ac:spMkLst>
        </pc:spChg>
        <pc:spChg chg="add mod">
          <ac:chgData name="Josué Silva de Morais" userId="f406c2cd-edfc-4057-be10-75858098c663" providerId="ADAL" clId="{DD587564-A78D-4561-8E64-C12CF1DF9BAA}" dt="2026-05-27T16:33:12.059" v="1922"/>
          <ac:spMkLst>
            <pc:docMk/>
            <pc:sldMk cId="3614182760" sldId="329"/>
            <ac:spMk id="27" creationId="{64CB5B5B-1EAE-4DAA-BA8A-3346BE7FD25C}"/>
          </ac:spMkLst>
        </pc:spChg>
        <pc:spChg chg="add mod">
          <ac:chgData name="Josué Silva de Morais" userId="f406c2cd-edfc-4057-be10-75858098c663" providerId="ADAL" clId="{DD587564-A78D-4561-8E64-C12CF1DF9BAA}" dt="2026-05-27T16:33:12.060" v="1923"/>
          <ac:spMkLst>
            <pc:docMk/>
            <pc:sldMk cId="3614182760" sldId="329"/>
            <ac:spMk id="28" creationId="{CF56A1C2-1AD7-4550-A2F4-A0CFCCB4F6A4}"/>
          </ac:spMkLst>
        </pc:spChg>
        <pc:spChg chg="add mod">
          <ac:chgData name="Josué Silva de Morais" userId="f406c2cd-edfc-4057-be10-75858098c663" providerId="ADAL" clId="{DD587564-A78D-4561-8E64-C12CF1DF9BAA}" dt="2026-05-27T16:33:12.060" v="1924"/>
          <ac:spMkLst>
            <pc:docMk/>
            <pc:sldMk cId="3614182760" sldId="329"/>
            <ac:spMk id="29" creationId="{1ED2766C-52A7-4507-B505-66D883EBD4D5}"/>
          </ac:spMkLst>
        </pc:spChg>
        <pc:spChg chg="add mod">
          <ac:chgData name="Josué Silva de Morais" userId="f406c2cd-edfc-4057-be10-75858098c663" providerId="ADAL" clId="{DD587564-A78D-4561-8E64-C12CF1DF9BAA}" dt="2026-05-27T16:33:12.061" v="1925"/>
          <ac:spMkLst>
            <pc:docMk/>
            <pc:sldMk cId="3614182760" sldId="329"/>
            <ac:spMk id="30" creationId="{D556DA0E-9C71-42A4-9916-2A104C14CE2B}"/>
          </ac:spMkLst>
        </pc:spChg>
        <pc:spChg chg="add mod">
          <ac:chgData name="Josué Silva de Morais" userId="f406c2cd-edfc-4057-be10-75858098c663" providerId="ADAL" clId="{DD587564-A78D-4561-8E64-C12CF1DF9BAA}" dt="2026-05-27T16:33:12.061" v="1926"/>
          <ac:spMkLst>
            <pc:docMk/>
            <pc:sldMk cId="3614182760" sldId="329"/>
            <ac:spMk id="31" creationId="{C8F4E375-4AE3-4D6D-A8DD-D2DFC122F557}"/>
          </ac:spMkLst>
        </pc:spChg>
        <pc:spChg chg="add mod">
          <ac:chgData name="Josué Silva de Morais" userId="f406c2cd-edfc-4057-be10-75858098c663" providerId="ADAL" clId="{DD587564-A78D-4561-8E64-C12CF1DF9BAA}" dt="2026-05-27T16:33:12.061" v="1927"/>
          <ac:spMkLst>
            <pc:docMk/>
            <pc:sldMk cId="3614182760" sldId="329"/>
            <ac:spMk id="32" creationId="{EA62CCA9-7EEC-43B7-A1A9-82A4051D8D8B}"/>
          </ac:spMkLst>
        </pc:spChg>
        <pc:spChg chg="add mod">
          <ac:chgData name="Josué Silva de Morais" userId="f406c2cd-edfc-4057-be10-75858098c663" providerId="ADAL" clId="{DD587564-A78D-4561-8E64-C12CF1DF9BAA}" dt="2026-05-27T16:33:12.062" v="1928"/>
          <ac:spMkLst>
            <pc:docMk/>
            <pc:sldMk cId="3614182760" sldId="329"/>
            <ac:spMk id="33" creationId="{579D3710-5808-4A61-A7AD-9EA2B9343665}"/>
          </ac:spMkLst>
        </pc:spChg>
        <pc:spChg chg="add mod">
          <ac:chgData name="Josué Silva de Morais" userId="f406c2cd-edfc-4057-be10-75858098c663" providerId="ADAL" clId="{DD587564-A78D-4561-8E64-C12CF1DF9BAA}" dt="2026-05-27T16:33:12.062" v="1929"/>
          <ac:spMkLst>
            <pc:docMk/>
            <pc:sldMk cId="3614182760" sldId="329"/>
            <ac:spMk id="34" creationId="{C2801D18-F2C1-4BE1-BDA3-E8CBBD934ECD}"/>
          </ac:spMkLst>
        </pc:spChg>
        <pc:spChg chg="add mod">
          <ac:chgData name="Josué Silva de Morais" userId="f406c2cd-edfc-4057-be10-75858098c663" providerId="ADAL" clId="{DD587564-A78D-4561-8E64-C12CF1DF9BAA}" dt="2026-05-27T16:33:12.063" v="1930"/>
          <ac:spMkLst>
            <pc:docMk/>
            <pc:sldMk cId="3614182760" sldId="329"/>
            <ac:spMk id="35" creationId="{DC536206-12C9-4695-8398-2B640558F46D}"/>
          </ac:spMkLst>
        </pc:spChg>
        <pc:spChg chg="add mod">
          <ac:chgData name="Josué Silva de Morais" userId="f406c2cd-edfc-4057-be10-75858098c663" providerId="ADAL" clId="{DD587564-A78D-4561-8E64-C12CF1DF9BAA}" dt="2026-05-27T16:32:34.975" v="1876"/>
          <ac:spMkLst>
            <pc:docMk/>
            <pc:sldMk cId="3614182760" sldId="329"/>
            <ac:spMk id="36" creationId="{F9CB2880-AE0C-451E-8C01-0D8027CF2EB4}"/>
          </ac:spMkLst>
        </pc:spChg>
        <pc:spChg chg="add mod">
          <ac:chgData name="Josué Silva de Morais" userId="f406c2cd-edfc-4057-be10-75858098c663" providerId="ADAL" clId="{DD587564-A78D-4561-8E64-C12CF1DF9BAA}" dt="2026-05-27T16:32:34.979" v="1884"/>
          <ac:spMkLst>
            <pc:docMk/>
            <pc:sldMk cId="3614182760" sldId="329"/>
            <ac:spMk id="37" creationId="{79B81D12-EB84-47F9-8FEE-097F326FE4BC}"/>
          </ac:spMkLst>
        </pc:spChg>
        <pc:spChg chg="add mod">
          <ac:chgData name="Josué Silva de Morais" userId="f406c2cd-edfc-4057-be10-75858098c663" providerId="ADAL" clId="{DD587564-A78D-4561-8E64-C12CF1DF9BAA}" dt="2026-05-27T16:32:34.983" v="1892"/>
          <ac:spMkLst>
            <pc:docMk/>
            <pc:sldMk cId="3614182760" sldId="329"/>
            <ac:spMk id="38" creationId="{CC55BC3C-DE9B-4632-8478-6720A56A2B3D}"/>
          </ac:spMkLst>
        </pc:spChg>
      </pc:sldChg>
      <pc:sldChg chg="addSp modSp new mod ord">
        <pc:chgData name="Josué Silva de Morais" userId="f406c2cd-edfc-4057-be10-75858098c663" providerId="ADAL" clId="{DD587564-A78D-4561-8E64-C12CF1DF9BAA}" dt="2026-05-27T16:49:29.189" v="4910" actId="1076"/>
        <pc:sldMkLst>
          <pc:docMk/>
          <pc:sldMk cId="4254207423" sldId="330"/>
        </pc:sldMkLst>
        <pc:spChg chg="add mod">
          <ac:chgData name="Josué Silva de Morais" userId="f406c2cd-edfc-4057-be10-75858098c663" providerId="ADAL" clId="{DD587564-A78D-4561-8E64-C12CF1DF9BAA}" dt="2026-05-27T16:37:10.806" v="1957"/>
          <ac:spMkLst>
            <pc:docMk/>
            <pc:sldMk cId="4254207423" sldId="330"/>
            <ac:spMk id="2" creationId="{F0DE8FDC-2021-4269-90FF-42B18DC18972}"/>
          </ac:spMkLst>
        </pc:spChg>
        <pc:spChg chg="add mod">
          <ac:chgData name="Josué Silva de Morais" userId="f406c2cd-edfc-4057-be10-75858098c663" providerId="ADAL" clId="{DD587564-A78D-4561-8E64-C12CF1DF9BAA}" dt="2026-05-27T16:37:10.810" v="1965"/>
          <ac:spMkLst>
            <pc:docMk/>
            <pc:sldMk cId="4254207423" sldId="330"/>
            <ac:spMk id="3" creationId="{E25D3C0B-D369-4E5D-87B7-FE5A8504FB2F}"/>
          </ac:spMkLst>
        </pc:spChg>
        <pc:spChg chg="add mod">
          <ac:chgData name="Josué Silva de Morais" userId="f406c2cd-edfc-4057-be10-75858098c663" providerId="ADAL" clId="{DD587564-A78D-4561-8E64-C12CF1DF9BAA}" dt="2026-05-27T16:37:10.815" v="1973"/>
          <ac:spMkLst>
            <pc:docMk/>
            <pc:sldMk cId="4254207423" sldId="330"/>
            <ac:spMk id="4" creationId="{47D11994-BF64-4D52-8736-259C223DD87C}"/>
          </ac:spMkLst>
        </pc:spChg>
        <pc:spChg chg="add mod">
          <ac:chgData name="Josué Silva de Morais" userId="f406c2cd-edfc-4057-be10-75858098c663" providerId="ADAL" clId="{DD587564-A78D-4561-8E64-C12CF1DF9BAA}" dt="2026-05-27T16:37:10.818" v="1981"/>
          <ac:spMkLst>
            <pc:docMk/>
            <pc:sldMk cId="4254207423" sldId="330"/>
            <ac:spMk id="5" creationId="{9BC34CF5-93B3-49D6-9400-6CF9D51F848C}"/>
          </ac:spMkLst>
        </pc:spChg>
        <pc:spChg chg="add mod">
          <ac:chgData name="Josué Silva de Morais" userId="f406c2cd-edfc-4057-be10-75858098c663" providerId="ADAL" clId="{DD587564-A78D-4561-8E64-C12CF1DF9BAA}" dt="2026-05-27T16:37:10.820" v="1984"/>
          <ac:spMkLst>
            <pc:docMk/>
            <pc:sldMk cId="4254207423" sldId="330"/>
            <ac:spMk id="6" creationId="{12BF821A-E91D-47D7-989E-FBB85B2541BB}"/>
          </ac:spMkLst>
        </pc:spChg>
        <pc:spChg chg="add mod">
          <ac:chgData name="Josué Silva de Morais" userId="f406c2cd-edfc-4057-be10-75858098c663" providerId="ADAL" clId="{DD587564-A78D-4561-8E64-C12CF1DF9BAA}" dt="2026-05-27T16:37:10.821" v="1987"/>
          <ac:spMkLst>
            <pc:docMk/>
            <pc:sldMk cId="4254207423" sldId="330"/>
            <ac:spMk id="7" creationId="{183052AA-C2CC-46CF-9AD6-97990E7A6CD8}"/>
          </ac:spMkLst>
        </pc:spChg>
        <pc:spChg chg="add mod">
          <ac:chgData name="Josué Silva de Morais" userId="f406c2cd-edfc-4057-be10-75858098c663" providerId="ADAL" clId="{DD587564-A78D-4561-8E64-C12CF1DF9BAA}" dt="2026-05-27T16:37:10.825" v="1995"/>
          <ac:spMkLst>
            <pc:docMk/>
            <pc:sldMk cId="4254207423" sldId="330"/>
            <ac:spMk id="8" creationId="{02B4C54E-EDE9-4A8E-991B-7F42DFA0059E}"/>
          </ac:spMkLst>
        </pc:spChg>
        <pc:spChg chg="add mod">
          <ac:chgData name="Josué Silva de Morais" userId="f406c2cd-edfc-4057-be10-75858098c663" providerId="ADAL" clId="{DD587564-A78D-4561-8E64-C12CF1DF9BAA}" dt="2026-05-27T16:37:10.829" v="2003"/>
          <ac:spMkLst>
            <pc:docMk/>
            <pc:sldMk cId="4254207423" sldId="330"/>
            <ac:spMk id="9" creationId="{75307E75-9FFC-4FCA-A169-D40D20F34136}"/>
          </ac:spMkLst>
        </pc:spChg>
        <pc:spChg chg="add mod">
          <ac:chgData name="Josué Silva de Morais" userId="f406c2cd-edfc-4057-be10-75858098c663" providerId="ADAL" clId="{DD587564-A78D-4561-8E64-C12CF1DF9BAA}" dt="2026-05-27T16:37:10.831" v="2006"/>
          <ac:spMkLst>
            <pc:docMk/>
            <pc:sldMk cId="4254207423" sldId="330"/>
            <ac:spMk id="10" creationId="{E88FA9AC-67EE-4165-8BBA-597547BE647A}"/>
          </ac:spMkLst>
        </pc:spChg>
        <pc:spChg chg="add mod">
          <ac:chgData name="Josué Silva de Morais" userId="f406c2cd-edfc-4057-be10-75858098c663" providerId="ADAL" clId="{DD587564-A78D-4561-8E64-C12CF1DF9BAA}" dt="2026-05-27T16:37:10.834" v="2014"/>
          <ac:spMkLst>
            <pc:docMk/>
            <pc:sldMk cId="4254207423" sldId="330"/>
            <ac:spMk id="11" creationId="{8D98B528-F968-4C9C-A84A-686AA068E70D}"/>
          </ac:spMkLst>
        </pc:spChg>
        <pc:spChg chg="add mod">
          <ac:chgData name="Josué Silva de Morais" userId="f406c2cd-edfc-4057-be10-75858098c663" providerId="ADAL" clId="{DD587564-A78D-4561-8E64-C12CF1DF9BAA}" dt="2026-05-27T16:37:10.836" v="2017"/>
          <ac:spMkLst>
            <pc:docMk/>
            <pc:sldMk cId="4254207423" sldId="330"/>
            <ac:spMk id="12" creationId="{C1321771-8850-46F9-993D-773F11446A3D}"/>
          </ac:spMkLst>
        </pc:spChg>
        <pc:spChg chg="add mod">
          <ac:chgData name="Josué Silva de Morais" userId="f406c2cd-edfc-4057-be10-75858098c663" providerId="ADAL" clId="{DD587564-A78D-4561-8E64-C12CF1DF9BAA}" dt="2026-05-27T16:37:10.837" v="2020"/>
          <ac:spMkLst>
            <pc:docMk/>
            <pc:sldMk cId="4254207423" sldId="330"/>
            <ac:spMk id="13" creationId="{04B7259B-0ACC-43B9-92AD-1015FF484857}"/>
          </ac:spMkLst>
        </pc:spChg>
        <pc:spChg chg="add mod">
          <ac:chgData name="Josué Silva de Morais" userId="f406c2cd-edfc-4057-be10-75858098c663" providerId="ADAL" clId="{DD587564-A78D-4561-8E64-C12CF1DF9BAA}" dt="2026-05-27T16:37:10.839" v="2023"/>
          <ac:spMkLst>
            <pc:docMk/>
            <pc:sldMk cId="4254207423" sldId="330"/>
            <ac:spMk id="14" creationId="{E8E8CE76-2712-4493-BE06-2C0F63C6AC7D}"/>
          </ac:spMkLst>
        </pc:spChg>
        <pc:spChg chg="add mod">
          <ac:chgData name="Josué Silva de Morais" userId="f406c2cd-edfc-4057-be10-75858098c663" providerId="ADAL" clId="{DD587564-A78D-4561-8E64-C12CF1DF9BAA}" dt="2026-05-27T16:37:10.840" v="2026"/>
          <ac:spMkLst>
            <pc:docMk/>
            <pc:sldMk cId="4254207423" sldId="330"/>
            <ac:spMk id="15" creationId="{0B8CFE15-B2C2-4392-94C3-5AE248CED982}"/>
          </ac:spMkLst>
        </pc:spChg>
        <pc:spChg chg="add mod">
          <ac:chgData name="Josué Silva de Morais" userId="f406c2cd-edfc-4057-be10-75858098c663" providerId="ADAL" clId="{DD587564-A78D-4561-8E64-C12CF1DF9BAA}" dt="2026-05-27T16:37:10.844" v="2034"/>
          <ac:spMkLst>
            <pc:docMk/>
            <pc:sldMk cId="4254207423" sldId="330"/>
            <ac:spMk id="16" creationId="{AD31FB7E-6F3C-4B37-BB99-23F316486323}"/>
          </ac:spMkLst>
        </pc:spChg>
        <pc:spChg chg="add mod">
          <ac:chgData name="Josué Silva de Morais" userId="f406c2cd-edfc-4057-be10-75858098c663" providerId="ADAL" clId="{DD587564-A78D-4561-8E64-C12CF1DF9BAA}" dt="2026-05-27T16:37:10.845" v="2037"/>
          <ac:spMkLst>
            <pc:docMk/>
            <pc:sldMk cId="4254207423" sldId="330"/>
            <ac:spMk id="17" creationId="{085A9AF3-3C5F-4854-8CA3-6481437948E2}"/>
          </ac:spMkLst>
        </pc:spChg>
        <pc:spChg chg="add mod">
          <ac:chgData name="Josué Silva de Morais" userId="f406c2cd-edfc-4057-be10-75858098c663" providerId="ADAL" clId="{DD587564-A78D-4561-8E64-C12CF1DF9BAA}" dt="2026-05-27T16:37:10.847" v="2040"/>
          <ac:spMkLst>
            <pc:docMk/>
            <pc:sldMk cId="4254207423" sldId="330"/>
            <ac:spMk id="18" creationId="{080C0729-4673-4EB9-B671-46FB87074D9F}"/>
          </ac:spMkLst>
        </pc:spChg>
        <pc:spChg chg="add mod">
          <ac:chgData name="Josué Silva de Morais" userId="f406c2cd-edfc-4057-be10-75858098c663" providerId="ADAL" clId="{DD587564-A78D-4561-8E64-C12CF1DF9BAA}" dt="2026-05-27T16:37:10.848" v="2043"/>
          <ac:spMkLst>
            <pc:docMk/>
            <pc:sldMk cId="4254207423" sldId="330"/>
            <ac:spMk id="19" creationId="{D3DF9D24-B517-43B5-9AE1-A5065E31C05C}"/>
          </ac:spMkLst>
        </pc:spChg>
        <pc:spChg chg="add mod">
          <ac:chgData name="Josué Silva de Morais" userId="f406c2cd-edfc-4057-be10-75858098c663" providerId="ADAL" clId="{DD587564-A78D-4561-8E64-C12CF1DF9BAA}" dt="2026-05-27T16:37:10.849" v="2046"/>
          <ac:spMkLst>
            <pc:docMk/>
            <pc:sldMk cId="4254207423" sldId="330"/>
            <ac:spMk id="20" creationId="{1FB0AABC-CDA7-49CA-99F9-46C6700D1F6D}"/>
          </ac:spMkLst>
        </pc:spChg>
        <pc:spChg chg="add mod">
          <ac:chgData name="Josué Silva de Morais" userId="f406c2cd-edfc-4057-be10-75858098c663" providerId="ADAL" clId="{DD587564-A78D-4561-8E64-C12CF1DF9BAA}" dt="2026-05-27T16:37:10.850" v="2049"/>
          <ac:spMkLst>
            <pc:docMk/>
            <pc:sldMk cId="4254207423" sldId="330"/>
            <ac:spMk id="21" creationId="{96395E2A-696F-4731-9724-C1181AB98E4D}"/>
          </ac:spMkLst>
        </pc:spChg>
        <pc:spChg chg="add mod">
          <ac:chgData name="Josué Silva de Morais" userId="f406c2cd-edfc-4057-be10-75858098c663" providerId="ADAL" clId="{DD587564-A78D-4561-8E64-C12CF1DF9BAA}" dt="2026-05-27T16:37:10.852" v="2052"/>
          <ac:spMkLst>
            <pc:docMk/>
            <pc:sldMk cId="4254207423" sldId="330"/>
            <ac:spMk id="22" creationId="{8B36467C-E788-4AE6-9A32-03DAB3E25F24}"/>
          </ac:spMkLst>
        </pc:spChg>
        <pc:spChg chg="add mod">
          <ac:chgData name="Josué Silva de Morais" userId="f406c2cd-edfc-4057-be10-75858098c663" providerId="ADAL" clId="{DD587564-A78D-4561-8E64-C12CF1DF9BAA}" dt="2026-05-27T16:37:10.856" v="2060"/>
          <ac:spMkLst>
            <pc:docMk/>
            <pc:sldMk cId="4254207423" sldId="330"/>
            <ac:spMk id="23" creationId="{54E06F5C-AEF8-463F-AF20-912817DEA48B}"/>
          </ac:spMkLst>
        </pc:spChg>
        <pc:spChg chg="add mod">
          <ac:chgData name="Josué Silva de Morais" userId="f406c2cd-edfc-4057-be10-75858098c663" providerId="ADAL" clId="{DD587564-A78D-4561-8E64-C12CF1DF9BAA}" dt="2026-05-27T16:37:10.857" v="2064"/>
          <ac:spMkLst>
            <pc:docMk/>
            <pc:sldMk cId="4254207423" sldId="330"/>
            <ac:spMk id="24" creationId="{BB74BC7D-F85A-40E2-AF37-EFF5027EDA9D}"/>
          </ac:spMkLst>
        </pc:spChg>
        <pc:spChg chg="add mod">
          <ac:chgData name="Josué Silva de Morais" userId="f406c2cd-edfc-4057-be10-75858098c663" providerId="ADAL" clId="{DD587564-A78D-4561-8E64-C12CF1DF9BAA}" dt="2026-05-27T16:49:25.542" v="4909" actId="1076"/>
          <ac:spMkLst>
            <pc:docMk/>
            <pc:sldMk cId="4254207423" sldId="330"/>
            <ac:spMk id="25" creationId="{DA3F0712-9A6E-4FFD-97B6-61A8ED2840B1}"/>
          </ac:spMkLst>
        </pc:spChg>
        <pc:spChg chg="add mod">
          <ac:chgData name="Josué Silva de Morais" userId="f406c2cd-edfc-4057-be10-75858098c663" providerId="ADAL" clId="{DD587564-A78D-4561-8E64-C12CF1DF9BAA}" dt="2026-05-27T16:37:10.863" v="2075"/>
          <ac:spMkLst>
            <pc:docMk/>
            <pc:sldMk cId="4254207423" sldId="330"/>
            <ac:spMk id="26" creationId="{60114E79-DA23-4E11-B70E-A521C1FEEC97}"/>
          </ac:spMkLst>
        </pc:spChg>
        <pc:spChg chg="add mod">
          <ac:chgData name="Josué Silva de Morais" userId="f406c2cd-edfc-4057-be10-75858098c663" providerId="ADAL" clId="{DD587564-A78D-4561-8E64-C12CF1DF9BAA}" dt="2026-05-27T16:37:10.866" v="2083"/>
          <ac:spMkLst>
            <pc:docMk/>
            <pc:sldMk cId="4254207423" sldId="330"/>
            <ac:spMk id="27" creationId="{1AC2F71B-DA91-4860-BB71-2C1B386BA407}"/>
          </ac:spMkLst>
        </pc:spChg>
        <pc:spChg chg="add mod">
          <ac:chgData name="Josué Silva de Morais" userId="f406c2cd-edfc-4057-be10-75858098c663" providerId="ADAL" clId="{DD587564-A78D-4561-8E64-C12CF1DF9BAA}" dt="2026-05-27T16:37:10.871" v="2091"/>
          <ac:spMkLst>
            <pc:docMk/>
            <pc:sldMk cId="4254207423" sldId="330"/>
            <ac:spMk id="28" creationId="{9205A997-D26D-46FB-84B4-7C7874BAAE0C}"/>
          </ac:spMkLst>
        </pc:spChg>
        <pc:spChg chg="add mod">
          <ac:chgData name="Josué Silva de Morais" userId="f406c2cd-edfc-4057-be10-75858098c663" providerId="ADAL" clId="{DD587564-A78D-4561-8E64-C12CF1DF9BAA}" dt="2026-05-27T16:37:10.872" v="2094"/>
          <ac:spMkLst>
            <pc:docMk/>
            <pc:sldMk cId="4254207423" sldId="330"/>
            <ac:spMk id="29" creationId="{79B3962E-EB4F-4EE8-AB8B-9ACA765570A9}"/>
          </ac:spMkLst>
        </pc:spChg>
        <pc:spChg chg="add mod">
          <ac:chgData name="Josué Silva de Morais" userId="f406c2cd-edfc-4057-be10-75858098c663" providerId="ADAL" clId="{DD587564-A78D-4561-8E64-C12CF1DF9BAA}" dt="2026-05-27T16:37:10.876" v="2102"/>
          <ac:spMkLst>
            <pc:docMk/>
            <pc:sldMk cId="4254207423" sldId="330"/>
            <ac:spMk id="30" creationId="{27EB3ED5-1568-4899-ABA2-9DBD3DB8B110}"/>
          </ac:spMkLst>
        </pc:spChg>
        <pc:spChg chg="add mod">
          <ac:chgData name="Josué Silva de Morais" userId="f406c2cd-edfc-4057-be10-75858098c663" providerId="ADAL" clId="{DD587564-A78D-4561-8E64-C12CF1DF9BAA}" dt="2026-05-27T16:37:10.877" v="2105"/>
          <ac:spMkLst>
            <pc:docMk/>
            <pc:sldMk cId="4254207423" sldId="330"/>
            <ac:spMk id="31" creationId="{4D6E3AA5-7D3E-43E8-9C2B-591792193A0C}"/>
          </ac:spMkLst>
        </pc:spChg>
        <pc:spChg chg="add mod">
          <ac:chgData name="Josué Silva de Morais" userId="f406c2cd-edfc-4057-be10-75858098c663" providerId="ADAL" clId="{DD587564-A78D-4561-8E64-C12CF1DF9BAA}" dt="2026-05-27T16:37:10.879" v="2108"/>
          <ac:spMkLst>
            <pc:docMk/>
            <pc:sldMk cId="4254207423" sldId="330"/>
            <ac:spMk id="32" creationId="{3809FA92-AD38-41B2-BB1A-4BB5E8483AF2}"/>
          </ac:spMkLst>
        </pc:spChg>
        <pc:spChg chg="add mod">
          <ac:chgData name="Josué Silva de Morais" userId="f406c2cd-edfc-4057-be10-75858098c663" providerId="ADAL" clId="{DD587564-A78D-4561-8E64-C12CF1DF9BAA}" dt="2026-05-27T16:37:10.880" v="2111"/>
          <ac:spMkLst>
            <pc:docMk/>
            <pc:sldMk cId="4254207423" sldId="330"/>
            <ac:spMk id="33" creationId="{9E527440-12A2-4352-991E-3B24B6DA6415}"/>
          </ac:spMkLst>
        </pc:spChg>
        <pc:spChg chg="add mod">
          <ac:chgData name="Josué Silva de Morais" userId="f406c2cd-edfc-4057-be10-75858098c663" providerId="ADAL" clId="{DD587564-A78D-4561-8E64-C12CF1DF9BAA}" dt="2026-05-27T16:37:10.881" v="2114"/>
          <ac:spMkLst>
            <pc:docMk/>
            <pc:sldMk cId="4254207423" sldId="330"/>
            <ac:spMk id="34" creationId="{52CB2C1B-9895-4877-A289-7FEA0D2BFF60}"/>
          </ac:spMkLst>
        </pc:spChg>
        <pc:spChg chg="add mod">
          <ac:chgData name="Josué Silva de Morais" userId="f406c2cd-edfc-4057-be10-75858098c663" providerId="ADAL" clId="{DD587564-A78D-4561-8E64-C12CF1DF9BAA}" dt="2026-05-27T16:37:10.883" v="2117"/>
          <ac:spMkLst>
            <pc:docMk/>
            <pc:sldMk cId="4254207423" sldId="330"/>
            <ac:spMk id="35" creationId="{DDD0755D-2CFB-43CF-944B-CC63056557DB}"/>
          </ac:spMkLst>
        </pc:spChg>
        <pc:spChg chg="add mod">
          <ac:chgData name="Josué Silva de Morais" userId="f406c2cd-edfc-4057-be10-75858098c663" providerId="ADAL" clId="{DD587564-A78D-4561-8E64-C12CF1DF9BAA}" dt="2026-05-27T16:37:10.887" v="2125"/>
          <ac:spMkLst>
            <pc:docMk/>
            <pc:sldMk cId="4254207423" sldId="330"/>
            <ac:spMk id="36" creationId="{DE74996A-72E4-4534-9872-79F7E9F5C0EC}"/>
          </ac:spMkLst>
        </pc:spChg>
        <pc:spChg chg="add mod">
          <ac:chgData name="Josué Silva de Morais" userId="f406c2cd-edfc-4057-be10-75858098c663" providerId="ADAL" clId="{DD587564-A78D-4561-8E64-C12CF1DF9BAA}" dt="2026-05-27T16:37:10.888" v="2128"/>
          <ac:spMkLst>
            <pc:docMk/>
            <pc:sldMk cId="4254207423" sldId="330"/>
            <ac:spMk id="37" creationId="{ED4FA7BA-3040-402A-857B-C08197AF6396}"/>
          </ac:spMkLst>
        </pc:spChg>
        <pc:spChg chg="add mod">
          <ac:chgData name="Josué Silva de Morais" userId="f406c2cd-edfc-4057-be10-75858098c663" providerId="ADAL" clId="{DD587564-A78D-4561-8E64-C12CF1DF9BAA}" dt="2026-05-27T16:37:10.890" v="2131"/>
          <ac:spMkLst>
            <pc:docMk/>
            <pc:sldMk cId="4254207423" sldId="330"/>
            <ac:spMk id="38" creationId="{41528202-459E-48F3-8688-99AC116CACBC}"/>
          </ac:spMkLst>
        </pc:spChg>
        <pc:spChg chg="add mod">
          <ac:chgData name="Josué Silva de Morais" userId="f406c2cd-edfc-4057-be10-75858098c663" providerId="ADAL" clId="{DD587564-A78D-4561-8E64-C12CF1DF9BAA}" dt="2026-05-27T16:37:10.891" v="2134"/>
          <ac:spMkLst>
            <pc:docMk/>
            <pc:sldMk cId="4254207423" sldId="330"/>
            <ac:spMk id="39" creationId="{A57647B2-2749-4681-B993-C84E3EE59C59}"/>
          </ac:spMkLst>
        </pc:spChg>
        <pc:spChg chg="add mod">
          <ac:chgData name="Josué Silva de Morais" userId="f406c2cd-edfc-4057-be10-75858098c663" providerId="ADAL" clId="{DD587564-A78D-4561-8E64-C12CF1DF9BAA}" dt="2026-05-27T16:37:10.892" v="2137"/>
          <ac:spMkLst>
            <pc:docMk/>
            <pc:sldMk cId="4254207423" sldId="330"/>
            <ac:spMk id="40" creationId="{DFD005EA-4BB8-498B-8621-71CCFA752631}"/>
          </ac:spMkLst>
        </pc:spChg>
        <pc:spChg chg="add mod">
          <ac:chgData name="Josué Silva de Morais" userId="f406c2cd-edfc-4057-be10-75858098c663" providerId="ADAL" clId="{DD587564-A78D-4561-8E64-C12CF1DF9BAA}" dt="2026-05-27T16:37:10.894" v="2140"/>
          <ac:spMkLst>
            <pc:docMk/>
            <pc:sldMk cId="4254207423" sldId="330"/>
            <ac:spMk id="41" creationId="{076555DC-06C3-440F-827B-69A3EE83342F}"/>
          </ac:spMkLst>
        </pc:spChg>
        <pc:spChg chg="add mod">
          <ac:chgData name="Josué Silva de Morais" userId="f406c2cd-edfc-4057-be10-75858098c663" providerId="ADAL" clId="{DD587564-A78D-4561-8E64-C12CF1DF9BAA}" dt="2026-05-27T16:37:10.897" v="2148"/>
          <ac:spMkLst>
            <pc:docMk/>
            <pc:sldMk cId="4254207423" sldId="330"/>
            <ac:spMk id="42" creationId="{031B1131-AFF9-42AB-A0F2-548DA945984B}"/>
          </ac:spMkLst>
        </pc:spChg>
        <pc:spChg chg="add mod">
          <ac:chgData name="Josué Silva de Morais" userId="f406c2cd-edfc-4057-be10-75858098c663" providerId="ADAL" clId="{DD587564-A78D-4561-8E64-C12CF1DF9BAA}" dt="2026-05-27T16:37:10.900" v="2152"/>
          <ac:spMkLst>
            <pc:docMk/>
            <pc:sldMk cId="4254207423" sldId="330"/>
            <ac:spMk id="43" creationId="{EC705961-8BAF-495F-96D3-0F0172998A71}"/>
          </ac:spMkLst>
        </pc:spChg>
        <pc:spChg chg="add mod">
          <ac:chgData name="Josué Silva de Morais" userId="f406c2cd-edfc-4057-be10-75858098c663" providerId="ADAL" clId="{DD587564-A78D-4561-8E64-C12CF1DF9BAA}" dt="2026-05-27T16:49:29.189" v="4910" actId="1076"/>
          <ac:spMkLst>
            <pc:docMk/>
            <pc:sldMk cId="4254207423" sldId="330"/>
            <ac:spMk id="44" creationId="{23E3DCEC-F8BA-4B66-A311-5BFB3FF69E7D}"/>
          </ac:spMkLst>
        </pc:spChg>
        <pc:spChg chg="add mod">
          <ac:chgData name="Josué Silva de Morais" userId="f406c2cd-edfc-4057-be10-75858098c663" providerId="ADAL" clId="{DD587564-A78D-4561-8E64-C12CF1DF9BAA}" dt="2026-05-27T16:37:10.906" v="2163"/>
          <ac:spMkLst>
            <pc:docMk/>
            <pc:sldMk cId="4254207423" sldId="330"/>
            <ac:spMk id="45" creationId="{D5283864-0F24-40C0-AA3E-FD4E9C8ECD99}"/>
          </ac:spMkLst>
        </pc:spChg>
        <pc:spChg chg="add mod">
          <ac:chgData name="Josué Silva de Morais" userId="f406c2cd-edfc-4057-be10-75858098c663" providerId="ADAL" clId="{DD587564-A78D-4561-8E64-C12CF1DF9BAA}" dt="2026-05-27T16:37:10.909" v="2171"/>
          <ac:spMkLst>
            <pc:docMk/>
            <pc:sldMk cId="4254207423" sldId="330"/>
            <ac:spMk id="46" creationId="{DE734CC0-1ADB-445E-B037-77FC4B64102C}"/>
          </ac:spMkLst>
        </pc:spChg>
        <pc:spChg chg="add mod">
          <ac:chgData name="Josué Silva de Morais" userId="f406c2cd-edfc-4057-be10-75858098c663" providerId="ADAL" clId="{DD587564-A78D-4561-8E64-C12CF1DF9BAA}" dt="2026-05-27T16:37:10.914" v="2179"/>
          <ac:spMkLst>
            <pc:docMk/>
            <pc:sldMk cId="4254207423" sldId="330"/>
            <ac:spMk id="47" creationId="{31DC579B-32A5-4F72-B828-8E9C5F90D497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6:48:17.205" v="4908" actId="1038"/>
        <pc:sldMkLst>
          <pc:docMk/>
          <pc:sldMk cId="532787611" sldId="331"/>
        </pc:sldMkLst>
        <pc:spChg chg="add mod">
          <ac:chgData name="Josué Silva de Morais" userId="f406c2cd-edfc-4057-be10-75858098c663" providerId="ADAL" clId="{DD587564-A78D-4561-8E64-C12CF1DF9BAA}" dt="2026-05-27T16:37:45.309" v="2220"/>
          <ac:spMkLst>
            <pc:docMk/>
            <pc:sldMk cId="532787611" sldId="331"/>
            <ac:spMk id="2" creationId="{FE576086-2E22-4206-88AA-D3EBDC098AF0}"/>
          </ac:spMkLst>
        </pc:spChg>
        <pc:spChg chg="add mod">
          <ac:chgData name="Josué Silva de Morais" userId="f406c2cd-edfc-4057-be10-75858098c663" providerId="ADAL" clId="{DD587564-A78D-4561-8E64-C12CF1DF9BAA}" dt="2026-05-27T16:37:45.313" v="2228"/>
          <ac:spMkLst>
            <pc:docMk/>
            <pc:sldMk cId="532787611" sldId="331"/>
            <ac:spMk id="3" creationId="{47561CFE-3247-4F46-9AAC-57EDDE2D25DE}"/>
          </ac:spMkLst>
        </pc:spChg>
        <pc:spChg chg="add mod">
          <ac:chgData name="Josué Silva de Morais" userId="f406c2cd-edfc-4057-be10-75858098c663" providerId="ADAL" clId="{DD587564-A78D-4561-8E64-C12CF1DF9BAA}" dt="2026-05-27T16:37:45.317" v="2236"/>
          <ac:spMkLst>
            <pc:docMk/>
            <pc:sldMk cId="532787611" sldId="331"/>
            <ac:spMk id="4" creationId="{00577EE0-57E3-4FFD-88E3-B6529AFEE6AD}"/>
          </ac:spMkLst>
        </pc:spChg>
        <pc:spChg chg="add mod">
          <ac:chgData name="Josué Silva de Morais" userId="f406c2cd-edfc-4057-be10-75858098c663" providerId="ADAL" clId="{DD587564-A78D-4561-8E64-C12CF1DF9BAA}" dt="2026-05-27T16:37:45.321" v="2244"/>
          <ac:spMkLst>
            <pc:docMk/>
            <pc:sldMk cId="532787611" sldId="331"/>
            <ac:spMk id="5" creationId="{97508B66-82A9-4965-960B-1FB51F97F6D9}"/>
          </ac:spMkLst>
        </pc:spChg>
        <pc:spChg chg="add mod">
          <ac:chgData name="Josué Silva de Morais" userId="f406c2cd-edfc-4057-be10-75858098c663" providerId="ADAL" clId="{DD587564-A78D-4561-8E64-C12CF1DF9BAA}" dt="2026-05-27T16:37:45.322" v="2247"/>
          <ac:spMkLst>
            <pc:docMk/>
            <pc:sldMk cId="532787611" sldId="331"/>
            <ac:spMk id="6" creationId="{CD1C6A65-FBFD-425D-8168-E3499272343F}"/>
          </ac:spMkLst>
        </pc:spChg>
        <pc:spChg chg="add mod">
          <ac:chgData name="Josué Silva de Morais" userId="f406c2cd-edfc-4057-be10-75858098c663" providerId="ADAL" clId="{DD587564-A78D-4561-8E64-C12CF1DF9BAA}" dt="2026-05-27T16:37:45.324" v="2250"/>
          <ac:spMkLst>
            <pc:docMk/>
            <pc:sldMk cId="532787611" sldId="331"/>
            <ac:spMk id="7" creationId="{7A386622-88F2-4967-B58C-0418A306808B}"/>
          </ac:spMkLst>
        </pc:spChg>
        <pc:spChg chg="add mod">
          <ac:chgData name="Josué Silva de Morais" userId="f406c2cd-edfc-4057-be10-75858098c663" providerId="ADAL" clId="{DD587564-A78D-4561-8E64-C12CF1DF9BAA}" dt="2026-05-27T16:37:45.328" v="2258"/>
          <ac:spMkLst>
            <pc:docMk/>
            <pc:sldMk cId="532787611" sldId="331"/>
            <ac:spMk id="8" creationId="{7166810B-BB8E-4449-979D-AB1BA0EC5CC1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9" creationId="{1F680813-FAC3-4D4B-9C1F-6D80FFF581AF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10" creationId="{998DA607-A153-401D-8F1A-BE8C85CF9F1B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11" creationId="{F39294E9-3F55-43B2-87D1-85C4A6104C70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12" creationId="{4879ACC2-1C9D-492F-B5B7-FE97B77222E7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13" creationId="{CC758F64-7B94-4FD0-8082-0C1FA8E2D14C}"/>
          </ac:spMkLst>
        </pc:spChg>
        <pc:spChg chg="add mod ord">
          <ac:chgData name="Josué Silva de Morais" userId="f406c2cd-edfc-4057-be10-75858098c663" providerId="ADAL" clId="{DD587564-A78D-4561-8E64-C12CF1DF9BAA}" dt="2026-05-27T16:43:16.159" v="4540" actId="166"/>
          <ac:spMkLst>
            <pc:docMk/>
            <pc:sldMk cId="532787611" sldId="331"/>
            <ac:spMk id="14" creationId="{E19EB5C8-4856-4ADE-9085-045B23C0B14F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15" creationId="{556B02C2-BAB6-471A-B14A-9EF03FC9670A}"/>
          </ac:spMkLst>
        </pc:spChg>
        <pc:spChg chg="add mod">
          <ac:chgData name="Josué Silva de Morais" userId="f406c2cd-edfc-4057-be10-75858098c663" providerId="ADAL" clId="{DD587564-A78D-4561-8E64-C12CF1DF9BAA}" dt="2026-05-27T16:43:08.975" v="4290" actId="14100"/>
          <ac:spMkLst>
            <pc:docMk/>
            <pc:sldMk cId="532787611" sldId="331"/>
            <ac:spMk id="16" creationId="{5925097B-84FD-4E3D-994F-DED9E3A61D1F}"/>
          </ac:spMkLst>
        </pc:spChg>
        <pc:spChg chg="add mod">
          <ac:chgData name="Josué Silva de Morais" userId="f406c2cd-edfc-4057-be10-75858098c663" providerId="ADAL" clId="{DD587564-A78D-4561-8E64-C12CF1DF9BAA}" dt="2026-05-27T16:42:47.608" v="4286" actId="1035"/>
          <ac:spMkLst>
            <pc:docMk/>
            <pc:sldMk cId="532787611" sldId="331"/>
            <ac:spMk id="17" creationId="{96B7C744-85B8-4F60-873B-392FCEBE3969}"/>
          </ac:spMkLst>
        </pc:spChg>
        <pc:spChg chg="add mod">
          <ac:chgData name="Josué Silva de Morais" userId="f406c2cd-edfc-4057-be10-75858098c663" providerId="ADAL" clId="{DD587564-A78D-4561-8E64-C12CF1DF9BAA}" dt="2026-05-27T16:39:46.004" v="2967" actId="1035"/>
          <ac:spMkLst>
            <pc:docMk/>
            <pc:sldMk cId="532787611" sldId="331"/>
            <ac:spMk id="18" creationId="{F5530CA4-0B83-483B-B249-626AE4E3C04F}"/>
          </ac:spMkLst>
        </pc:spChg>
        <pc:spChg chg="add mod">
          <ac:chgData name="Josué Silva de Morais" userId="f406c2cd-edfc-4057-be10-75858098c663" providerId="ADAL" clId="{DD587564-A78D-4561-8E64-C12CF1DF9BAA}" dt="2026-05-27T16:39:46.004" v="2967" actId="1035"/>
          <ac:spMkLst>
            <pc:docMk/>
            <pc:sldMk cId="532787611" sldId="331"/>
            <ac:spMk id="19" creationId="{AA9207C3-025B-421C-86A8-AFF7E3F22E11}"/>
          </ac:spMkLst>
        </pc:spChg>
        <pc:spChg chg="add del mod">
          <ac:chgData name="Josué Silva de Morais" userId="f406c2cd-edfc-4057-be10-75858098c663" providerId="ADAL" clId="{DD587564-A78D-4561-8E64-C12CF1DF9BAA}" dt="2026-05-27T16:47:47.836" v="4899" actId="478"/>
          <ac:spMkLst>
            <pc:docMk/>
            <pc:sldMk cId="532787611" sldId="331"/>
            <ac:spMk id="20" creationId="{19DBE140-A939-4F78-9BBA-DFE354BD9399}"/>
          </ac:spMkLst>
        </pc:spChg>
        <pc:spChg chg="add mod">
          <ac:chgData name="Josué Silva de Morais" userId="f406c2cd-edfc-4057-be10-75858098c663" providerId="ADAL" clId="{DD587564-A78D-4561-8E64-C12CF1DF9BAA}" dt="2026-05-27T16:43:00.630" v="4288" actId="1076"/>
          <ac:spMkLst>
            <pc:docMk/>
            <pc:sldMk cId="532787611" sldId="331"/>
            <ac:spMk id="21" creationId="{D4288659-AC66-4D42-BF50-31260DEE5DE5}"/>
          </ac:spMkLst>
        </pc:spChg>
        <pc:spChg chg="add mod">
          <ac:chgData name="Josué Silva de Morais" userId="f406c2cd-edfc-4057-be10-75858098c663" providerId="ADAL" clId="{DD587564-A78D-4561-8E64-C12CF1DF9BAA}" dt="2026-05-27T16:43:00.630" v="4288" actId="1076"/>
          <ac:spMkLst>
            <pc:docMk/>
            <pc:sldMk cId="532787611" sldId="331"/>
            <ac:spMk id="22" creationId="{AF4ED4D9-CEF8-43BE-A080-90DE7676204D}"/>
          </ac:spMkLst>
        </pc:spChg>
        <pc:spChg chg="add mod">
          <ac:chgData name="Josué Silva de Morais" userId="f406c2cd-edfc-4057-be10-75858098c663" providerId="ADAL" clId="{DD587564-A78D-4561-8E64-C12CF1DF9BAA}" dt="2026-05-27T16:47:44.988" v="4898" actId="14100"/>
          <ac:spMkLst>
            <pc:docMk/>
            <pc:sldMk cId="532787611" sldId="331"/>
            <ac:spMk id="23" creationId="{E688B71A-E3D0-48EE-94EC-795E8E8B4F3F}"/>
          </ac:spMkLst>
        </pc:spChg>
        <pc:spChg chg="add mod">
          <ac:chgData name="Josué Silva de Morais" userId="f406c2cd-edfc-4057-be10-75858098c663" providerId="ADAL" clId="{DD587564-A78D-4561-8E64-C12CF1DF9BAA}" dt="2026-05-27T16:37:45.380" v="2348"/>
          <ac:spMkLst>
            <pc:docMk/>
            <pc:sldMk cId="532787611" sldId="331"/>
            <ac:spMk id="24" creationId="{768D6A4D-B9FE-4484-A808-D1590DB72969}"/>
          </ac:spMkLst>
        </pc:spChg>
        <pc:spChg chg="add mod">
          <ac:chgData name="Josué Silva de Morais" userId="f406c2cd-edfc-4057-be10-75858098c663" providerId="ADAL" clId="{DD587564-A78D-4561-8E64-C12CF1DF9BAA}" dt="2026-05-27T16:37:45.384" v="2356"/>
          <ac:spMkLst>
            <pc:docMk/>
            <pc:sldMk cId="532787611" sldId="331"/>
            <ac:spMk id="25" creationId="{97F91E37-93FB-45B6-BA7D-2F5FC270AE17}"/>
          </ac:spMkLst>
        </pc:spChg>
        <pc:spChg chg="add mod">
          <ac:chgData name="Josué Silva de Morais" userId="f406c2cd-edfc-4057-be10-75858098c663" providerId="ADAL" clId="{DD587564-A78D-4561-8E64-C12CF1DF9BAA}" dt="2026-05-27T16:37:45.385" v="2359"/>
          <ac:spMkLst>
            <pc:docMk/>
            <pc:sldMk cId="532787611" sldId="331"/>
            <ac:spMk id="26" creationId="{8AD26A3D-4163-4721-966C-3D317624598F}"/>
          </ac:spMkLst>
        </pc:spChg>
        <pc:spChg chg="add mod">
          <ac:chgData name="Josué Silva de Morais" userId="f406c2cd-edfc-4057-be10-75858098c663" providerId="ADAL" clId="{DD587564-A78D-4561-8E64-C12CF1DF9BAA}" dt="2026-05-27T16:37:45.387" v="2362"/>
          <ac:spMkLst>
            <pc:docMk/>
            <pc:sldMk cId="532787611" sldId="331"/>
            <ac:spMk id="27" creationId="{C8A48276-5522-4D3E-A272-C0859C251913}"/>
          </ac:spMkLst>
        </pc:spChg>
        <pc:spChg chg="add mod">
          <ac:chgData name="Josué Silva de Morais" userId="f406c2cd-edfc-4057-be10-75858098c663" providerId="ADAL" clId="{DD587564-A78D-4561-8E64-C12CF1DF9BAA}" dt="2026-05-27T16:37:45.388" v="2365"/>
          <ac:spMkLst>
            <pc:docMk/>
            <pc:sldMk cId="532787611" sldId="331"/>
            <ac:spMk id="28" creationId="{8CD4B737-C4EB-4B74-97F2-81EAE06EA0F0}"/>
          </ac:spMkLst>
        </pc:spChg>
        <pc:spChg chg="add mod">
          <ac:chgData name="Josué Silva de Morais" userId="f406c2cd-edfc-4057-be10-75858098c663" providerId="ADAL" clId="{DD587564-A78D-4561-8E64-C12CF1DF9BAA}" dt="2026-05-27T16:37:45.389" v="2368"/>
          <ac:spMkLst>
            <pc:docMk/>
            <pc:sldMk cId="532787611" sldId="331"/>
            <ac:spMk id="29" creationId="{52E926E9-23AD-4125-B39F-5C7A90131EF5}"/>
          </ac:spMkLst>
        </pc:spChg>
        <pc:spChg chg="add mod">
          <ac:chgData name="Josué Silva de Morais" userId="f406c2cd-edfc-4057-be10-75858098c663" providerId="ADAL" clId="{DD587564-A78D-4561-8E64-C12CF1DF9BAA}" dt="2026-05-27T16:37:45.391" v="2372"/>
          <ac:spMkLst>
            <pc:docMk/>
            <pc:sldMk cId="532787611" sldId="331"/>
            <ac:spMk id="30" creationId="{93C99CB7-9218-430F-98A6-39113573B346}"/>
          </ac:spMkLst>
        </pc:spChg>
        <pc:spChg chg="add mod">
          <ac:chgData name="Josué Silva de Morais" userId="f406c2cd-edfc-4057-be10-75858098c663" providerId="ADAL" clId="{DD587564-A78D-4561-8E64-C12CF1DF9BAA}" dt="2026-05-27T16:37:45.393" v="2376"/>
          <ac:spMkLst>
            <pc:docMk/>
            <pc:sldMk cId="532787611" sldId="331"/>
            <ac:spMk id="31" creationId="{1570ADEF-F1B2-47A3-A004-B856310B87EC}"/>
          </ac:spMkLst>
        </pc:spChg>
        <pc:spChg chg="add mod">
          <ac:chgData name="Josué Silva de Morais" userId="f406c2cd-edfc-4057-be10-75858098c663" providerId="ADAL" clId="{DD587564-A78D-4561-8E64-C12CF1DF9BAA}" dt="2026-05-27T16:37:45.395" v="2380"/>
          <ac:spMkLst>
            <pc:docMk/>
            <pc:sldMk cId="532787611" sldId="331"/>
            <ac:spMk id="32" creationId="{EBBBDF32-BA5B-463E-8EE4-62119AAA7E96}"/>
          </ac:spMkLst>
        </pc:spChg>
        <pc:spChg chg="add mod">
          <ac:chgData name="Josué Silva de Morais" userId="f406c2cd-edfc-4057-be10-75858098c663" providerId="ADAL" clId="{DD587564-A78D-4561-8E64-C12CF1DF9BAA}" dt="2026-05-27T16:37:45.396" v="2384"/>
          <ac:spMkLst>
            <pc:docMk/>
            <pc:sldMk cId="532787611" sldId="331"/>
            <ac:spMk id="33" creationId="{BCA77336-EDCD-4859-95ED-A6C5A56EF3F7}"/>
          </ac:spMkLst>
        </pc:spChg>
        <pc:spChg chg="add mod">
          <ac:chgData name="Josué Silva de Morais" userId="f406c2cd-edfc-4057-be10-75858098c663" providerId="ADAL" clId="{DD587564-A78D-4561-8E64-C12CF1DF9BAA}" dt="2026-05-27T16:39:10.635" v="2959" actId="1076"/>
          <ac:spMkLst>
            <pc:docMk/>
            <pc:sldMk cId="532787611" sldId="331"/>
            <ac:spMk id="34" creationId="{543FFE5E-7CCB-45BE-9BBB-28B62BF96202}"/>
          </ac:spMkLst>
        </pc:spChg>
        <pc:spChg chg="add mod">
          <ac:chgData name="Josué Silva de Morais" userId="f406c2cd-edfc-4057-be10-75858098c663" providerId="ADAL" clId="{DD587564-A78D-4561-8E64-C12CF1DF9BAA}" dt="2026-05-27T16:43:49.471" v="4815" actId="1076"/>
          <ac:spMkLst>
            <pc:docMk/>
            <pc:sldMk cId="532787611" sldId="331"/>
            <ac:spMk id="35" creationId="{0377309B-72A7-4D99-A172-AEC0C95D2AC4}"/>
          </ac:spMkLst>
        </pc:spChg>
        <pc:spChg chg="add mod">
          <ac:chgData name="Josué Silva de Morais" userId="f406c2cd-edfc-4057-be10-75858098c663" providerId="ADAL" clId="{DD587564-A78D-4561-8E64-C12CF1DF9BAA}" dt="2026-05-27T16:43:49.471" v="4815" actId="1076"/>
          <ac:spMkLst>
            <pc:docMk/>
            <pc:sldMk cId="532787611" sldId="331"/>
            <ac:spMk id="36" creationId="{8553F5CE-5A6E-4AC4-BFB5-79BAFE9AE65C}"/>
          </ac:spMkLst>
        </pc:spChg>
        <pc:spChg chg="add mod">
          <ac:chgData name="Josué Silva de Morais" userId="f406c2cd-edfc-4057-be10-75858098c663" providerId="ADAL" clId="{DD587564-A78D-4561-8E64-C12CF1DF9BAA}" dt="2026-05-27T16:43:57.991" v="4825" actId="20577"/>
          <ac:spMkLst>
            <pc:docMk/>
            <pc:sldMk cId="532787611" sldId="331"/>
            <ac:spMk id="37" creationId="{44DE58AF-12C1-464F-94DC-7B8F8C69D5CA}"/>
          </ac:spMkLst>
        </pc:spChg>
        <pc:spChg chg="add mod">
          <ac:chgData name="Josué Silva de Morais" userId="f406c2cd-edfc-4057-be10-75858098c663" providerId="ADAL" clId="{DD587564-A78D-4561-8E64-C12CF1DF9BAA}" dt="2026-05-27T16:43:49.471" v="4815" actId="1076"/>
          <ac:spMkLst>
            <pc:docMk/>
            <pc:sldMk cId="532787611" sldId="331"/>
            <ac:spMk id="38" creationId="{E7A4F327-2D71-4B42-A122-9B63BCEB272D}"/>
          </ac:spMkLst>
        </pc:spChg>
        <pc:spChg chg="add mod">
          <ac:chgData name="Josué Silva de Morais" userId="f406c2cd-edfc-4057-be10-75858098c663" providerId="ADAL" clId="{DD587564-A78D-4561-8E64-C12CF1DF9BAA}" dt="2026-05-27T16:37:45.417" v="2427"/>
          <ac:spMkLst>
            <pc:docMk/>
            <pc:sldMk cId="532787611" sldId="331"/>
            <ac:spMk id="39" creationId="{76CDCA10-DE7C-4898-9D62-80AF93F8977D}"/>
          </ac:spMkLst>
        </pc:spChg>
        <pc:spChg chg="add mod">
          <ac:chgData name="Josué Silva de Morais" userId="f406c2cd-edfc-4057-be10-75858098c663" providerId="ADAL" clId="{DD587564-A78D-4561-8E64-C12CF1DF9BAA}" dt="2026-05-27T16:37:45.420" v="2435"/>
          <ac:spMkLst>
            <pc:docMk/>
            <pc:sldMk cId="532787611" sldId="331"/>
            <ac:spMk id="40" creationId="{B91F89EC-921B-4E6E-947C-DC405351C732}"/>
          </ac:spMkLst>
        </pc:spChg>
        <pc:spChg chg="add mod">
          <ac:chgData name="Josué Silva de Morais" userId="f406c2cd-edfc-4057-be10-75858098c663" providerId="ADAL" clId="{DD587564-A78D-4561-8E64-C12CF1DF9BAA}" dt="2026-05-27T16:37:45.425" v="2443"/>
          <ac:spMkLst>
            <pc:docMk/>
            <pc:sldMk cId="532787611" sldId="331"/>
            <ac:spMk id="41" creationId="{6C7EA941-7EAC-4667-A110-E7FCF8954E76}"/>
          </ac:spMkLst>
        </pc:spChg>
        <pc:spChg chg="add mod">
          <ac:chgData name="Josué Silva de Morais" userId="f406c2cd-edfc-4057-be10-75858098c663" providerId="ADAL" clId="{DD587564-A78D-4561-8E64-C12CF1DF9BAA}" dt="2026-05-27T16:48:17.205" v="4908" actId="1038"/>
          <ac:spMkLst>
            <pc:docMk/>
            <pc:sldMk cId="532787611" sldId="331"/>
            <ac:spMk id="42" creationId="{639994FE-805A-04B9-6E3C-3DBC6199BDBC}"/>
          </ac:spMkLst>
        </pc:spChg>
      </pc:sldChg>
      <pc:sldChg chg="addSp delSp modSp new del mod ord">
        <pc:chgData name="Josué Silva de Morais" userId="f406c2cd-edfc-4057-be10-75858098c663" providerId="ADAL" clId="{DD587564-A78D-4561-8E64-C12CF1DF9BAA}" dt="2026-05-27T17:10:19.665" v="6854"/>
        <pc:sldMkLst>
          <pc:docMk/>
          <pc:sldMk cId="1686647617" sldId="332"/>
        </pc:sldMkLst>
        <pc:spChg chg="add mod">
          <ac:chgData name="Josué Silva de Morais" userId="f406c2cd-edfc-4057-be10-75858098c663" providerId="ADAL" clId="{DD587564-A78D-4561-8E64-C12CF1DF9BAA}" dt="2026-05-27T16:38:22.318" v="2475"/>
          <ac:spMkLst>
            <pc:docMk/>
            <pc:sldMk cId="1686647617" sldId="332"/>
            <ac:spMk id="2" creationId="{A540F7AE-48C0-4B3D-9C84-2A118D02FAD0}"/>
          </ac:spMkLst>
        </pc:spChg>
        <pc:spChg chg="add mod">
          <ac:chgData name="Josué Silva de Morais" userId="f406c2cd-edfc-4057-be10-75858098c663" providerId="ADAL" clId="{DD587564-A78D-4561-8E64-C12CF1DF9BAA}" dt="2026-05-27T16:38:22.321" v="2483"/>
          <ac:spMkLst>
            <pc:docMk/>
            <pc:sldMk cId="1686647617" sldId="332"/>
            <ac:spMk id="3" creationId="{D3321784-C839-4375-86E7-8976C8383A71}"/>
          </ac:spMkLst>
        </pc:spChg>
        <pc:spChg chg="add mod">
          <ac:chgData name="Josué Silva de Morais" userId="f406c2cd-edfc-4057-be10-75858098c663" providerId="ADAL" clId="{DD587564-A78D-4561-8E64-C12CF1DF9BAA}" dt="2026-05-27T16:38:22.326" v="2491"/>
          <ac:spMkLst>
            <pc:docMk/>
            <pc:sldMk cId="1686647617" sldId="332"/>
            <ac:spMk id="4" creationId="{90565EEB-F73C-48C1-A618-985B1A9FA7C5}"/>
          </ac:spMkLst>
        </pc:spChg>
        <pc:spChg chg="add mod">
          <ac:chgData name="Josué Silva de Morais" userId="f406c2cd-edfc-4057-be10-75858098c663" providerId="ADAL" clId="{DD587564-A78D-4561-8E64-C12CF1DF9BAA}" dt="2026-05-27T16:38:22.330" v="2499"/>
          <ac:spMkLst>
            <pc:docMk/>
            <pc:sldMk cId="1686647617" sldId="332"/>
            <ac:spMk id="5" creationId="{FC0C94E1-814E-4D6C-8A2E-4FF18C2F3E8F}"/>
          </ac:spMkLst>
        </pc:spChg>
        <pc:spChg chg="add mod">
          <ac:chgData name="Josué Silva de Morais" userId="f406c2cd-edfc-4057-be10-75858098c663" providerId="ADAL" clId="{DD587564-A78D-4561-8E64-C12CF1DF9BAA}" dt="2026-05-27T16:38:22.332" v="2502"/>
          <ac:spMkLst>
            <pc:docMk/>
            <pc:sldMk cId="1686647617" sldId="332"/>
            <ac:spMk id="6" creationId="{5F0BC355-0AE0-4CE1-A44F-1F1842AF94E5}"/>
          </ac:spMkLst>
        </pc:spChg>
        <pc:spChg chg="add del mod">
          <ac:chgData name="Josué Silva de Morais" userId="f406c2cd-edfc-4057-be10-75858098c663" providerId="ADAL" clId="{DD587564-A78D-4561-8E64-C12CF1DF9BAA}" dt="2026-05-27T17:10:03.533" v="6601"/>
          <ac:spMkLst>
            <pc:docMk/>
            <pc:sldMk cId="1686647617" sldId="332"/>
            <ac:spMk id="7" creationId="{62C43923-7CBA-48FA-BB9C-B24DEFFE29B5}"/>
          </ac:spMkLst>
        </pc:spChg>
        <pc:spChg chg="add del mod">
          <ac:chgData name="Josué Silva de Morais" userId="f406c2cd-edfc-4057-be10-75858098c663" providerId="ADAL" clId="{DD587564-A78D-4561-8E64-C12CF1DF9BAA}" dt="2026-05-27T17:10:03.534" v="6602"/>
          <ac:spMkLst>
            <pc:docMk/>
            <pc:sldMk cId="1686647617" sldId="332"/>
            <ac:spMk id="8" creationId="{15D15808-08DE-4171-8A9D-B46C268DDDDD}"/>
          </ac:spMkLst>
        </pc:spChg>
        <pc:spChg chg="add del mod">
          <ac:chgData name="Josué Silva de Morais" userId="f406c2cd-edfc-4057-be10-75858098c663" providerId="ADAL" clId="{DD587564-A78D-4561-8E64-C12CF1DF9BAA}" dt="2026-05-27T17:10:03.535" v="6603"/>
          <ac:spMkLst>
            <pc:docMk/>
            <pc:sldMk cId="1686647617" sldId="332"/>
            <ac:spMk id="9" creationId="{EF7D1EB1-36BE-4801-98B5-AD8B96BAB460}"/>
          </ac:spMkLst>
        </pc:spChg>
        <pc:spChg chg="add del mod">
          <ac:chgData name="Josué Silva de Morais" userId="f406c2cd-edfc-4057-be10-75858098c663" providerId="ADAL" clId="{DD587564-A78D-4561-8E64-C12CF1DF9BAA}" dt="2026-05-27T17:10:03.535" v="6604"/>
          <ac:spMkLst>
            <pc:docMk/>
            <pc:sldMk cId="1686647617" sldId="332"/>
            <ac:spMk id="10" creationId="{EA8B7508-7DDD-48BA-BD98-EFF6BE2CD53A}"/>
          </ac:spMkLst>
        </pc:spChg>
        <pc:spChg chg="add del mod">
          <ac:chgData name="Josué Silva de Morais" userId="f406c2cd-edfc-4057-be10-75858098c663" providerId="ADAL" clId="{DD587564-A78D-4561-8E64-C12CF1DF9BAA}" dt="2026-05-27T17:10:03.535" v="6605"/>
          <ac:spMkLst>
            <pc:docMk/>
            <pc:sldMk cId="1686647617" sldId="332"/>
            <ac:spMk id="11" creationId="{3028AC69-FFA3-48EF-9A9C-045BD3C4BCAF}"/>
          </ac:spMkLst>
        </pc:spChg>
        <pc:spChg chg="add del mod">
          <ac:chgData name="Josué Silva de Morais" userId="f406c2cd-edfc-4057-be10-75858098c663" providerId="ADAL" clId="{DD587564-A78D-4561-8E64-C12CF1DF9BAA}" dt="2026-05-27T17:10:03.537" v="6606"/>
          <ac:spMkLst>
            <pc:docMk/>
            <pc:sldMk cId="1686647617" sldId="332"/>
            <ac:spMk id="12" creationId="{4506A0CA-EBCE-4BFE-9D41-BAEB2A8A9444}"/>
          </ac:spMkLst>
        </pc:spChg>
        <pc:spChg chg="add del mod">
          <ac:chgData name="Josué Silva de Morais" userId="f406c2cd-edfc-4057-be10-75858098c663" providerId="ADAL" clId="{DD587564-A78D-4561-8E64-C12CF1DF9BAA}" dt="2026-05-27T17:10:03.537" v="6607"/>
          <ac:spMkLst>
            <pc:docMk/>
            <pc:sldMk cId="1686647617" sldId="332"/>
            <ac:spMk id="13" creationId="{92F1D974-B785-40BF-A4AE-1FE452422862}"/>
          </ac:spMkLst>
        </pc:spChg>
        <pc:spChg chg="add del mod">
          <ac:chgData name="Josué Silva de Morais" userId="f406c2cd-edfc-4057-be10-75858098c663" providerId="ADAL" clId="{DD587564-A78D-4561-8E64-C12CF1DF9BAA}" dt="2026-05-27T17:10:03.538" v="6608"/>
          <ac:spMkLst>
            <pc:docMk/>
            <pc:sldMk cId="1686647617" sldId="332"/>
            <ac:spMk id="14" creationId="{3019754E-FA20-4609-8803-A22BE91BD42A}"/>
          </ac:spMkLst>
        </pc:spChg>
        <pc:spChg chg="add del mod">
          <ac:chgData name="Josué Silva de Morais" userId="f406c2cd-edfc-4057-be10-75858098c663" providerId="ADAL" clId="{DD587564-A78D-4561-8E64-C12CF1DF9BAA}" dt="2026-05-27T17:10:03.538" v="6609"/>
          <ac:spMkLst>
            <pc:docMk/>
            <pc:sldMk cId="1686647617" sldId="332"/>
            <ac:spMk id="15" creationId="{B771AB84-B092-4AD1-8FA7-AD8BAABB466F}"/>
          </ac:spMkLst>
        </pc:spChg>
        <pc:spChg chg="add del mod">
          <ac:chgData name="Josué Silva de Morais" userId="f406c2cd-edfc-4057-be10-75858098c663" providerId="ADAL" clId="{DD587564-A78D-4561-8E64-C12CF1DF9BAA}" dt="2026-05-27T17:10:03.539" v="6610"/>
          <ac:spMkLst>
            <pc:docMk/>
            <pc:sldMk cId="1686647617" sldId="332"/>
            <ac:spMk id="16" creationId="{25B66C0B-1CF6-4492-9F0F-B352794FFA69}"/>
          </ac:spMkLst>
        </pc:spChg>
        <pc:spChg chg="add del mod">
          <ac:chgData name="Josué Silva de Morais" userId="f406c2cd-edfc-4057-be10-75858098c663" providerId="ADAL" clId="{DD587564-A78D-4561-8E64-C12CF1DF9BAA}" dt="2026-05-27T17:10:03.539" v="6611"/>
          <ac:spMkLst>
            <pc:docMk/>
            <pc:sldMk cId="1686647617" sldId="332"/>
            <ac:spMk id="17" creationId="{5935A3D1-A0C7-41A4-A877-EB79F29236A1}"/>
          </ac:spMkLst>
        </pc:spChg>
        <pc:spChg chg="add del mod">
          <ac:chgData name="Josué Silva de Morais" userId="f406c2cd-edfc-4057-be10-75858098c663" providerId="ADAL" clId="{DD587564-A78D-4561-8E64-C12CF1DF9BAA}" dt="2026-05-27T17:10:03.541" v="6612"/>
          <ac:spMkLst>
            <pc:docMk/>
            <pc:sldMk cId="1686647617" sldId="332"/>
            <ac:spMk id="18" creationId="{3CDAF374-E63F-40B8-9245-241E904666D0}"/>
          </ac:spMkLst>
        </pc:spChg>
        <pc:spChg chg="add del mod">
          <ac:chgData name="Josué Silva de Morais" userId="f406c2cd-edfc-4057-be10-75858098c663" providerId="ADAL" clId="{DD587564-A78D-4561-8E64-C12CF1DF9BAA}" dt="2026-05-27T17:10:03.541" v="6613"/>
          <ac:spMkLst>
            <pc:docMk/>
            <pc:sldMk cId="1686647617" sldId="332"/>
            <ac:spMk id="19" creationId="{70E55B36-C84A-420E-A522-7479DA040967}"/>
          </ac:spMkLst>
        </pc:spChg>
        <pc:spChg chg="add del mod">
          <ac:chgData name="Josué Silva de Morais" userId="f406c2cd-edfc-4057-be10-75858098c663" providerId="ADAL" clId="{DD587564-A78D-4561-8E64-C12CF1DF9BAA}" dt="2026-05-27T17:10:03.541" v="6614"/>
          <ac:spMkLst>
            <pc:docMk/>
            <pc:sldMk cId="1686647617" sldId="332"/>
            <ac:spMk id="20" creationId="{48712568-6D90-44EA-BCA0-1A0454D7AD6B}"/>
          </ac:spMkLst>
        </pc:spChg>
        <pc:spChg chg="add del mod">
          <ac:chgData name="Josué Silva de Morais" userId="f406c2cd-edfc-4057-be10-75858098c663" providerId="ADAL" clId="{DD587564-A78D-4561-8E64-C12CF1DF9BAA}" dt="2026-05-27T17:10:03.542" v="6615"/>
          <ac:spMkLst>
            <pc:docMk/>
            <pc:sldMk cId="1686647617" sldId="332"/>
            <ac:spMk id="21" creationId="{2400416B-1A24-40F0-85D8-15CD0570ECF3}"/>
          </ac:spMkLst>
        </pc:spChg>
        <pc:spChg chg="add del mod">
          <ac:chgData name="Josué Silva de Morais" userId="f406c2cd-edfc-4057-be10-75858098c663" providerId="ADAL" clId="{DD587564-A78D-4561-8E64-C12CF1DF9BAA}" dt="2026-05-27T17:10:03.542" v="6616"/>
          <ac:spMkLst>
            <pc:docMk/>
            <pc:sldMk cId="1686647617" sldId="332"/>
            <ac:spMk id="22" creationId="{D7458DA4-48BC-4CD4-A59A-9EEFA9AFD6EB}"/>
          </ac:spMkLst>
        </pc:spChg>
        <pc:spChg chg="add del mod">
          <ac:chgData name="Josué Silva de Morais" userId="f406c2cd-edfc-4057-be10-75858098c663" providerId="ADAL" clId="{DD587564-A78D-4561-8E64-C12CF1DF9BAA}" dt="2026-05-27T17:10:03.544" v="6617"/>
          <ac:spMkLst>
            <pc:docMk/>
            <pc:sldMk cId="1686647617" sldId="332"/>
            <ac:spMk id="23" creationId="{23B4B32E-27C5-45E7-A660-1A894EE423E2}"/>
          </ac:spMkLst>
        </pc:spChg>
        <pc:spChg chg="add del mod">
          <ac:chgData name="Josué Silva de Morais" userId="f406c2cd-edfc-4057-be10-75858098c663" providerId="ADAL" clId="{DD587564-A78D-4561-8E64-C12CF1DF9BAA}" dt="2026-05-27T17:10:03.544" v="6618"/>
          <ac:spMkLst>
            <pc:docMk/>
            <pc:sldMk cId="1686647617" sldId="332"/>
            <ac:spMk id="24" creationId="{4A0CFA78-A6C1-4C58-9B23-5FE1B7D7C615}"/>
          </ac:spMkLst>
        </pc:spChg>
        <pc:spChg chg="add del mod">
          <ac:chgData name="Josué Silva de Morais" userId="f406c2cd-edfc-4057-be10-75858098c663" providerId="ADAL" clId="{DD587564-A78D-4561-8E64-C12CF1DF9BAA}" dt="2026-05-27T17:10:03.545" v="6619"/>
          <ac:spMkLst>
            <pc:docMk/>
            <pc:sldMk cId="1686647617" sldId="332"/>
            <ac:spMk id="25" creationId="{A98A3702-8B69-4E7D-8AE5-DDC14649DF6D}"/>
          </ac:spMkLst>
        </pc:spChg>
        <pc:spChg chg="add del mod">
          <ac:chgData name="Josué Silva de Morais" userId="f406c2cd-edfc-4057-be10-75858098c663" providerId="ADAL" clId="{DD587564-A78D-4561-8E64-C12CF1DF9BAA}" dt="2026-05-27T17:10:03.545" v="6620"/>
          <ac:spMkLst>
            <pc:docMk/>
            <pc:sldMk cId="1686647617" sldId="332"/>
            <ac:spMk id="26" creationId="{E2193D64-73DA-424D-9A40-D770CB985CB3}"/>
          </ac:spMkLst>
        </pc:spChg>
        <pc:spChg chg="add del mod">
          <ac:chgData name="Josué Silva de Morais" userId="f406c2cd-edfc-4057-be10-75858098c663" providerId="ADAL" clId="{DD587564-A78D-4561-8E64-C12CF1DF9BAA}" dt="2026-05-27T17:10:03.546" v="6621"/>
          <ac:spMkLst>
            <pc:docMk/>
            <pc:sldMk cId="1686647617" sldId="332"/>
            <ac:spMk id="27" creationId="{52AE9E9A-2CE1-41BA-A0AB-7900ACBEAC3E}"/>
          </ac:spMkLst>
        </pc:spChg>
        <pc:spChg chg="add del mod">
          <ac:chgData name="Josué Silva de Morais" userId="f406c2cd-edfc-4057-be10-75858098c663" providerId="ADAL" clId="{DD587564-A78D-4561-8E64-C12CF1DF9BAA}" dt="2026-05-27T17:10:03.547" v="6622"/>
          <ac:spMkLst>
            <pc:docMk/>
            <pc:sldMk cId="1686647617" sldId="332"/>
            <ac:spMk id="28" creationId="{2F20762F-F88A-4354-A949-A4C059C86B80}"/>
          </ac:spMkLst>
        </pc:spChg>
        <pc:spChg chg="add del mod">
          <ac:chgData name="Josué Silva de Morais" userId="f406c2cd-edfc-4057-be10-75858098c663" providerId="ADAL" clId="{DD587564-A78D-4561-8E64-C12CF1DF9BAA}" dt="2026-05-27T17:10:03.547" v="6623"/>
          <ac:spMkLst>
            <pc:docMk/>
            <pc:sldMk cId="1686647617" sldId="332"/>
            <ac:spMk id="29" creationId="{CD3E40D3-0EAE-4FC8-99B2-9FFF3A3D0815}"/>
          </ac:spMkLst>
        </pc:spChg>
        <pc:spChg chg="add del mod">
          <ac:chgData name="Josué Silva de Morais" userId="f406c2cd-edfc-4057-be10-75858098c663" providerId="ADAL" clId="{DD587564-A78D-4561-8E64-C12CF1DF9BAA}" dt="2026-05-27T17:10:03.548" v="6624"/>
          <ac:spMkLst>
            <pc:docMk/>
            <pc:sldMk cId="1686647617" sldId="332"/>
            <ac:spMk id="30" creationId="{BCBC9496-3D70-461E-948F-FC1325650F00}"/>
          </ac:spMkLst>
        </pc:spChg>
        <pc:spChg chg="add del mod">
          <ac:chgData name="Josué Silva de Morais" userId="f406c2cd-edfc-4057-be10-75858098c663" providerId="ADAL" clId="{DD587564-A78D-4561-8E64-C12CF1DF9BAA}" dt="2026-05-27T17:10:03.548" v="6625"/>
          <ac:spMkLst>
            <pc:docMk/>
            <pc:sldMk cId="1686647617" sldId="332"/>
            <ac:spMk id="31" creationId="{618D8E4C-C8C4-4CD3-A318-4DC309139696}"/>
          </ac:spMkLst>
        </pc:spChg>
        <pc:spChg chg="add del mod">
          <ac:chgData name="Josué Silva de Morais" userId="f406c2cd-edfc-4057-be10-75858098c663" providerId="ADAL" clId="{DD587564-A78D-4561-8E64-C12CF1DF9BAA}" dt="2026-05-27T17:10:03.549" v="6626"/>
          <ac:spMkLst>
            <pc:docMk/>
            <pc:sldMk cId="1686647617" sldId="332"/>
            <ac:spMk id="32" creationId="{13E69DA7-D2A6-41B5-B83A-7BBE583145DB}"/>
          </ac:spMkLst>
        </pc:spChg>
        <pc:spChg chg="add mod">
          <ac:chgData name="Josué Silva de Morais" userId="f406c2cd-edfc-4057-be10-75858098c663" providerId="ADAL" clId="{DD587564-A78D-4561-8E64-C12CF1DF9BAA}" dt="2026-05-27T16:38:22.408" v="2642"/>
          <ac:spMkLst>
            <pc:docMk/>
            <pc:sldMk cId="1686647617" sldId="332"/>
            <ac:spMk id="33" creationId="{F1FAE7F0-2B53-4FD8-88CF-7E8FE62BEFC3}"/>
          </ac:spMkLst>
        </pc:spChg>
        <pc:spChg chg="add mod">
          <ac:chgData name="Josué Silva de Morais" userId="f406c2cd-edfc-4057-be10-75858098c663" providerId="ADAL" clId="{DD587564-A78D-4561-8E64-C12CF1DF9BAA}" dt="2026-05-27T16:38:22.412" v="2650"/>
          <ac:spMkLst>
            <pc:docMk/>
            <pc:sldMk cId="1686647617" sldId="332"/>
            <ac:spMk id="34" creationId="{AFBC5643-E2FE-4022-A0A5-395EC2A06CDA}"/>
          </ac:spMkLst>
        </pc:spChg>
        <pc:spChg chg="add mod">
          <ac:chgData name="Josué Silva de Morais" userId="f406c2cd-edfc-4057-be10-75858098c663" providerId="ADAL" clId="{DD587564-A78D-4561-8E64-C12CF1DF9BAA}" dt="2026-05-27T16:38:22.417" v="2658"/>
          <ac:spMkLst>
            <pc:docMk/>
            <pc:sldMk cId="1686647617" sldId="332"/>
            <ac:spMk id="35" creationId="{26947A5D-C53E-440C-A313-2E97FF2088D5}"/>
          </ac:spMkLst>
        </pc:spChg>
        <pc:spChg chg="add mod">
          <ac:chgData name="Josué Silva de Morais" userId="f406c2cd-edfc-4057-be10-75858098c663" providerId="ADAL" clId="{DD587564-A78D-4561-8E64-C12CF1DF9BAA}" dt="2026-05-27T17:10:03.586" v="6634"/>
          <ac:spMkLst>
            <pc:docMk/>
            <pc:sldMk cId="1686647617" sldId="332"/>
            <ac:spMk id="36" creationId="{1A13AC57-F2B3-4207-8F16-2C3C680E1682}"/>
          </ac:spMkLst>
        </pc:spChg>
        <pc:spChg chg="add mod">
          <ac:chgData name="Josué Silva de Morais" userId="f406c2cd-edfc-4057-be10-75858098c663" providerId="ADAL" clId="{DD587564-A78D-4561-8E64-C12CF1DF9BAA}" dt="2026-05-27T17:10:11.742" v="6851" actId="1076"/>
          <ac:spMkLst>
            <pc:docMk/>
            <pc:sldMk cId="1686647617" sldId="332"/>
            <ac:spMk id="37" creationId="{97921CA5-CBC6-4FE6-B38A-89EF4497395A}"/>
          </ac:spMkLst>
        </pc:spChg>
        <pc:spChg chg="add mod">
          <ac:chgData name="Josué Silva de Morais" userId="f406c2cd-edfc-4057-be10-75858098c663" providerId="ADAL" clId="{DD587564-A78D-4561-8E64-C12CF1DF9BAA}" dt="2026-05-27T17:10:03.590" v="6641"/>
          <ac:spMkLst>
            <pc:docMk/>
            <pc:sldMk cId="1686647617" sldId="332"/>
            <ac:spMk id="38" creationId="{A143C342-ED33-4802-B044-7477EDB30D57}"/>
          </ac:spMkLst>
        </pc:spChg>
        <pc:spChg chg="add mod">
          <ac:chgData name="Josué Silva de Morais" userId="f406c2cd-edfc-4057-be10-75858098c663" providerId="ADAL" clId="{DD587564-A78D-4561-8E64-C12CF1DF9BAA}" dt="2026-05-27T17:10:03.592" v="6644"/>
          <ac:spMkLst>
            <pc:docMk/>
            <pc:sldMk cId="1686647617" sldId="332"/>
            <ac:spMk id="39" creationId="{94E79F84-C64C-457B-A0DF-DE1A692299E0}"/>
          </ac:spMkLst>
        </pc:spChg>
        <pc:spChg chg="add mod">
          <ac:chgData name="Josué Silva de Morais" userId="f406c2cd-edfc-4057-be10-75858098c663" providerId="ADAL" clId="{DD587564-A78D-4561-8E64-C12CF1DF9BAA}" dt="2026-05-27T17:10:03.594" v="6647"/>
          <ac:spMkLst>
            <pc:docMk/>
            <pc:sldMk cId="1686647617" sldId="332"/>
            <ac:spMk id="40" creationId="{4224E06E-B4DC-477C-AD7D-CDC8FFDA2A60}"/>
          </ac:spMkLst>
        </pc:spChg>
        <pc:spChg chg="add mod">
          <ac:chgData name="Josué Silva de Morais" userId="f406c2cd-edfc-4057-be10-75858098c663" providerId="ADAL" clId="{DD587564-A78D-4561-8E64-C12CF1DF9BAA}" dt="2026-05-27T17:10:03.595" v="6650"/>
          <ac:spMkLst>
            <pc:docMk/>
            <pc:sldMk cId="1686647617" sldId="332"/>
            <ac:spMk id="41" creationId="{E3D0E80E-B4F5-4BD0-A015-56DE6024E11E}"/>
          </ac:spMkLst>
        </pc:spChg>
        <pc:spChg chg="add mod">
          <ac:chgData name="Josué Silva de Morais" userId="f406c2cd-edfc-4057-be10-75858098c663" providerId="ADAL" clId="{DD587564-A78D-4561-8E64-C12CF1DF9BAA}" dt="2026-05-27T17:10:03.597" v="6653"/>
          <ac:spMkLst>
            <pc:docMk/>
            <pc:sldMk cId="1686647617" sldId="332"/>
            <ac:spMk id="42" creationId="{C1CF5C3B-4DEB-4F52-A381-D8EA4090E0AF}"/>
          </ac:spMkLst>
        </pc:spChg>
        <pc:spChg chg="add mod">
          <ac:chgData name="Josué Silva de Morais" userId="f406c2cd-edfc-4057-be10-75858098c663" providerId="ADAL" clId="{DD587564-A78D-4561-8E64-C12CF1DF9BAA}" dt="2026-05-27T17:10:03.599" v="6658"/>
          <ac:spMkLst>
            <pc:docMk/>
            <pc:sldMk cId="1686647617" sldId="332"/>
            <ac:spMk id="43" creationId="{5A3AB7E1-9BF5-4FB6-991E-0383C52EA657}"/>
          </ac:spMkLst>
        </pc:spChg>
        <pc:spChg chg="add mod">
          <ac:chgData name="Josué Silva de Morais" userId="f406c2cd-edfc-4057-be10-75858098c663" providerId="ADAL" clId="{DD587564-A78D-4561-8E64-C12CF1DF9BAA}" dt="2026-05-27T17:10:03.601" v="6663"/>
          <ac:spMkLst>
            <pc:docMk/>
            <pc:sldMk cId="1686647617" sldId="332"/>
            <ac:spMk id="44" creationId="{5B55366C-2516-485C-A3F6-DEB0DC340F81}"/>
          </ac:spMkLst>
        </pc:spChg>
        <pc:spChg chg="add mod">
          <ac:chgData name="Josué Silva de Morais" userId="f406c2cd-edfc-4057-be10-75858098c663" providerId="ADAL" clId="{DD587564-A78D-4561-8E64-C12CF1DF9BAA}" dt="2026-05-27T17:10:03.603" v="6668"/>
          <ac:spMkLst>
            <pc:docMk/>
            <pc:sldMk cId="1686647617" sldId="332"/>
            <ac:spMk id="45" creationId="{148244CD-C0AA-41E7-A76A-6C81D91C0F3E}"/>
          </ac:spMkLst>
        </pc:spChg>
        <pc:spChg chg="add mod">
          <ac:chgData name="Josué Silva de Morais" userId="f406c2cd-edfc-4057-be10-75858098c663" providerId="ADAL" clId="{DD587564-A78D-4561-8E64-C12CF1DF9BAA}" dt="2026-05-27T17:10:03.606" v="6673"/>
          <ac:spMkLst>
            <pc:docMk/>
            <pc:sldMk cId="1686647617" sldId="332"/>
            <ac:spMk id="46" creationId="{0023311E-BCDA-4177-8855-9875F7AC404E}"/>
          </ac:spMkLst>
        </pc:spChg>
        <pc:spChg chg="add mod">
          <ac:chgData name="Josué Silva de Morais" userId="f406c2cd-edfc-4057-be10-75858098c663" providerId="ADAL" clId="{DD587564-A78D-4561-8E64-C12CF1DF9BAA}" dt="2026-05-27T17:10:03.610" v="6681"/>
          <ac:spMkLst>
            <pc:docMk/>
            <pc:sldMk cId="1686647617" sldId="332"/>
            <ac:spMk id="47" creationId="{42FC7F46-6649-42CE-90F4-71E3C3849672}"/>
          </ac:spMkLst>
        </pc:spChg>
        <pc:spChg chg="add mod">
          <ac:chgData name="Josué Silva de Morais" userId="f406c2cd-edfc-4057-be10-75858098c663" providerId="ADAL" clId="{DD587564-A78D-4561-8E64-C12CF1DF9BAA}" dt="2026-05-27T17:10:03.612" v="6684"/>
          <ac:spMkLst>
            <pc:docMk/>
            <pc:sldMk cId="1686647617" sldId="332"/>
            <ac:spMk id="48" creationId="{416B9171-8AD5-4086-8897-93CA7C0E3E8E}"/>
          </ac:spMkLst>
        </pc:spChg>
        <pc:spChg chg="add mod">
          <ac:chgData name="Josué Silva de Morais" userId="f406c2cd-edfc-4057-be10-75858098c663" providerId="ADAL" clId="{DD587564-A78D-4561-8E64-C12CF1DF9BAA}" dt="2026-05-27T17:10:03.613" v="6687"/>
          <ac:spMkLst>
            <pc:docMk/>
            <pc:sldMk cId="1686647617" sldId="332"/>
            <ac:spMk id="49" creationId="{62EB83EA-7209-4795-B020-0CA8B139EFD2}"/>
          </ac:spMkLst>
        </pc:spChg>
        <pc:spChg chg="add mod">
          <ac:chgData name="Josué Silva de Morais" userId="f406c2cd-edfc-4057-be10-75858098c663" providerId="ADAL" clId="{DD587564-A78D-4561-8E64-C12CF1DF9BAA}" dt="2026-05-27T17:10:03.615" v="6690"/>
          <ac:spMkLst>
            <pc:docMk/>
            <pc:sldMk cId="1686647617" sldId="332"/>
            <ac:spMk id="50" creationId="{FD1DC0F8-6DB1-4DAD-B978-C18A353E946A}"/>
          </ac:spMkLst>
        </pc:spChg>
        <pc:spChg chg="add mod">
          <ac:chgData name="Josué Silva de Morais" userId="f406c2cd-edfc-4057-be10-75858098c663" providerId="ADAL" clId="{DD587564-A78D-4561-8E64-C12CF1DF9BAA}" dt="2026-05-27T17:10:03.616" v="6693"/>
          <ac:spMkLst>
            <pc:docMk/>
            <pc:sldMk cId="1686647617" sldId="332"/>
            <ac:spMk id="51" creationId="{9E2EC1E5-7583-4877-AC50-97B9C5353066}"/>
          </ac:spMkLst>
        </pc:spChg>
        <pc:spChg chg="add mod">
          <ac:chgData name="Josué Silva de Morais" userId="f406c2cd-edfc-4057-be10-75858098c663" providerId="ADAL" clId="{DD587564-A78D-4561-8E64-C12CF1DF9BAA}" dt="2026-05-27T17:10:16.180" v="6852" actId="1076"/>
          <ac:spMkLst>
            <pc:docMk/>
            <pc:sldMk cId="1686647617" sldId="332"/>
            <ac:spMk id="52" creationId="{5DA830D3-8E5A-4EFB-BA23-917B81684745}"/>
          </ac:spMkLst>
        </pc:spChg>
        <pc:spChg chg="add mod">
          <ac:chgData name="Josué Silva de Morais" userId="f406c2cd-edfc-4057-be10-75858098c663" providerId="ADAL" clId="{DD587564-A78D-4561-8E64-C12CF1DF9BAA}" dt="2026-05-27T17:10:03.623" v="6705"/>
          <ac:spMkLst>
            <pc:docMk/>
            <pc:sldMk cId="1686647617" sldId="332"/>
            <ac:spMk id="53" creationId="{C2EF9B79-AECA-40BB-BD08-DC7CF17AADAD}"/>
          </ac:spMkLst>
        </pc:spChg>
        <pc:spChg chg="add mod">
          <ac:chgData name="Josué Silva de Morais" userId="f406c2cd-edfc-4057-be10-75858098c663" providerId="ADAL" clId="{DD587564-A78D-4561-8E64-C12CF1DF9BAA}" dt="2026-05-27T17:10:03.628" v="6713"/>
          <ac:spMkLst>
            <pc:docMk/>
            <pc:sldMk cId="1686647617" sldId="332"/>
            <ac:spMk id="54" creationId="{2F583D8B-9048-4BB4-BD30-63B49C514E31}"/>
          </ac:spMkLst>
        </pc:spChg>
        <pc:spChg chg="add mod">
          <ac:chgData name="Josué Silva de Morais" userId="f406c2cd-edfc-4057-be10-75858098c663" providerId="ADAL" clId="{DD587564-A78D-4561-8E64-C12CF1DF9BAA}" dt="2026-05-27T17:10:03.631" v="6721"/>
          <ac:spMkLst>
            <pc:docMk/>
            <pc:sldMk cId="1686647617" sldId="332"/>
            <ac:spMk id="55" creationId="{A7AA8F0C-F9A2-4426-8AD5-5EF3C204FCCC}"/>
          </ac:spMkLst>
        </pc:spChg>
        <pc:spChg chg="add mod">
          <ac:chgData name="Josué Silva de Morais" userId="f406c2cd-edfc-4057-be10-75858098c663" providerId="ADAL" clId="{DD587564-A78D-4561-8E64-C12CF1DF9BAA}" dt="2026-05-27T17:10:03.633" v="6724"/>
          <ac:spMkLst>
            <pc:docMk/>
            <pc:sldMk cId="1686647617" sldId="332"/>
            <ac:spMk id="56" creationId="{F501FF86-FCAF-4FD2-9A72-1497C02E31CB}"/>
          </ac:spMkLst>
        </pc:spChg>
        <pc:spChg chg="add mod">
          <ac:chgData name="Josué Silva de Morais" userId="f406c2cd-edfc-4057-be10-75858098c663" providerId="ADAL" clId="{DD587564-A78D-4561-8E64-C12CF1DF9BAA}" dt="2026-05-27T17:10:03.637" v="6732"/>
          <ac:spMkLst>
            <pc:docMk/>
            <pc:sldMk cId="1686647617" sldId="332"/>
            <ac:spMk id="57" creationId="{2F06AED1-9285-417D-99CB-B1ED5CC08E76}"/>
          </ac:spMkLst>
        </pc:spChg>
        <pc:spChg chg="add mod">
          <ac:chgData name="Josué Silva de Morais" userId="f406c2cd-edfc-4057-be10-75858098c663" providerId="ADAL" clId="{DD587564-A78D-4561-8E64-C12CF1DF9BAA}" dt="2026-05-27T17:10:03.642" v="6740"/>
          <ac:spMkLst>
            <pc:docMk/>
            <pc:sldMk cId="1686647617" sldId="332"/>
            <ac:spMk id="58" creationId="{F5B1FC21-F56E-465E-AAA2-79C9C25DAB61}"/>
          </ac:spMkLst>
        </pc:spChg>
        <pc:spChg chg="add mod">
          <ac:chgData name="Josué Silva de Morais" userId="f406c2cd-edfc-4057-be10-75858098c663" providerId="ADAL" clId="{DD587564-A78D-4561-8E64-C12CF1DF9BAA}" dt="2026-05-27T17:10:03.646" v="6748"/>
          <ac:spMkLst>
            <pc:docMk/>
            <pc:sldMk cId="1686647617" sldId="332"/>
            <ac:spMk id="59" creationId="{DD24E075-29D1-4C60-8354-2F37F672860A}"/>
          </ac:spMkLst>
        </pc:spChg>
        <pc:spChg chg="add mod">
          <ac:chgData name="Josué Silva de Morais" userId="f406c2cd-edfc-4057-be10-75858098c663" providerId="ADAL" clId="{DD587564-A78D-4561-8E64-C12CF1DF9BAA}" dt="2026-05-27T17:10:03.647" v="6751"/>
          <ac:spMkLst>
            <pc:docMk/>
            <pc:sldMk cId="1686647617" sldId="332"/>
            <ac:spMk id="60" creationId="{D9E17737-5786-4A3D-A772-A98F68040D5A}"/>
          </ac:spMkLst>
        </pc:spChg>
        <pc:spChg chg="add mod">
          <ac:chgData name="Josué Silva de Morais" userId="f406c2cd-edfc-4057-be10-75858098c663" providerId="ADAL" clId="{DD587564-A78D-4561-8E64-C12CF1DF9BAA}" dt="2026-05-27T17:10:03.652" v="6759"/>
          <ac:spMkLst>
            <pc:docMk/>
            <pc:sldMk cId="1686647617" sldId="332"/>
            <ac:spMk id="61" creationId="{E5A1AF2F-3C90-4B4D-BF4F-3B90E3770009}"/>
          </ac:spMkLst>
        </pc:spChg>
        <pc:spChg chg="add mod">
          <ac:chgData name="Josué Silva de Morais" userId="f406c2cd-edfc-4057-be10-75858098c663" providerId="ADAL" clId="{DD587564-A78D-4561-8E64-C12CF1DF9BAA}" dt="2026-05-27T17:10:03.653" v="6762"/>
          <ac:spMkLst>
            <pc:docMk/>
            <pc:sldMk cId="1686647617" sldId="332"/>
            <ac:spMk id="62" creationId="{A194B672-C565-49B1-A991-1805EC143367}"/>
          </ac:spMkLst>
        </pc:spChg>
        <pc:spChg chg="add mod">
          <ac:chgData name="Josué Silva de Morais" userId="f406c2cd-edfc-4057-be10-75858098c663" providerId="ADAL" clId="{DD587564-A78D-4561-8E64-C12CF1DF9BAA}" dt="2026-05-27T17:10:03.655" v="6765"/>
          <ac:spMkLst>
            <pc:docMk/>
            <pc:sldMk cId="1686647617" sldId="332"/>
            <ac:spMk id="63" creationId="{B36DC932-A3AE-4B0E-9275-C9DDE0896684}"/>
          </ac:spMkLst>
        </pc:spChg>
        <pc:spChg chg="add mod">
          <ac:chgData name="Josué Silva de Morais" userId="f406c2cd-edfc-4057-be10-75858098c663" providerId="ADAL" clId="{DD587564-A78D-4561-8E64-C12CF1DF9BAA}" dt="2026-05-27T17:10:03.660" v="6773"/>
          <ac:spMkLst>
            <pc:docMk/>
            <pc:sldMk cId="1686647617" sldId="332"/>
            <ac:spMk id="64" creationId="{DAF7339D-C0A7-4835-8DB3-9FE9E8897610}"/>
          </ac:spMkLst>
        </pc:spChg>
        <pc:spChg chg="add mod">
          <ac:chgData name="Josué Silva de Morais" userId="f406c2cd-edfc-4057-be10-75858098c663" providerId="ADAL" clId="{DD587564-A78D-4561-8E64-C12CF1DF9BAA}" dt="2026-05-27T17:10:03.664" v="6781"/>
          <ac:spMkLst>
            <pc:docMk/>
            <pc:sldMk cId="1686647617" sldId="332"/>
            <ac:spMk id="65" creationId="{7EF3EAE3-2732-41F7-BB1B-784F3DDDB589}"/>
          </ac:spMkLst>
        </pc:spChg>
        <pc:spChg chg="add mod">
          <ac:chgData name="Josué Silva de Morais" userId="f406c2cd-edfc-4057-be10-75858098c663" providerId="ADAL" clId="{DD587564-A78D-4561-8E64-C12CF1DF9BAA}" dt="2026-05-27T17:10:03.668" v="6789"/>
          <ac:spMkLst>
            <pc:docMk/>
            <pc:sldMk cId="1686647617" sldId="332"/>
            <ac:spMk id="66" creationId="{84836E95-E1B5-452C-BE11-B40888071862}"/>
          </ac:spMkLst>
        </pc:spChg>
        <pc:spChg chg="add mod">
          <ac:chgData name="Josué Silva de Morais" userId="f406c2cd-edfc-4057-be10-75858098c663" providerId="ADAL" clId="{DD587564-A78D-4561-8E64-C12CF1DF9BAA}" dt="2026-05-27T17:10:03.670" v="6792"/>
          <ac:spMkLst>
            <pc:docMk/>
            <pc:sldMk cId="1686647617" sldId="332"/>
            <ac:spMk id="67" creationId="{1CF73439-95FC-46AA-92D6-D2F75DE2A3FA}"/>
          </ac:spMkLst>
        </pc:spChg>
        <pc:spChg chg="add mod">
          <ac:chgData name="Josué Silva de Morais" userId="f406c2cd-edfc-4057-be10-75858098c663" providerId="ADAL" clId="{DD587564-A78D-4561-8E64-C12CF1DF9BAA}" dt="2026-05-27T17:10:03.671" v="6795"/>
          <ac:spMkLst>
            <pc:docMk/>
            <pc:sldMk cId="1686647617" sldId="332"/>
            <ac:spMk id="68" creationId="{60760D4C-2972-4953-B962-3D2F32A03B03}"/>
          </ac:spMkLst>
        </pc:spChg>
        <pc:spChg chg="add mod">
          <ac:chgData name="Josué Silva de Morais" userId="f406c2cd-edfc-4057-be10-75858098c663" providerId="ADAL" clId="{DD587564-A78D-4561-8E64-C12CF1DF9BAA}" dt="2026-05-27T17:10:03.676" v="6803"/>
          <ac:spMkLst>
            <pc:docMk/>
            <pc:sldMk cId="1686647617" sldId="332"/>
            <ac:spMk id="69" creationId="{CD1F322C-4DCC-4646-BA85-A4CC35F77E00}"/>
          </ac:spMkLst>
        </pc:spChg>
        <pc:spChg chg="add mod">
          <ac:chgData name="Josué Silva de Morais" userId="f406c2cd-edfc-4057-be10-75858098c663" providerId="ADAL" clId="{DD587564-A78D-4561-8E64-C12CF1DF9BAA}" dt="2026-05-27T17:10:03.681" v="6811"/>
          <ac:spMkLst>
            <pc:docMk/>
            <pc:sldMk cId="1686647617" sldId="332"/>
            <ac:spMk id="70" creationId="{E926A913-D08F-4FAE-9CE0-859C94ABCC56}"/>
          </ac:spMkLst>
        </pc:spChg>
        <pc:spChg chg="add mod">
          <ac:chgData name="Josué Silva de Morais" userId="f406c2cd-edfc-4057-be10-75858098c663" providerId="ADAL" clId="{DD587564-A78D-4561-8E64-C12CF1DF9BAA}" dt="2026-05-27T17:10:03.685" v="6819"/>
          <ac:spMkLst>
            <pc:docMk/>
            <pc:sldMk cId="1686647617" sldId="332"/>
            <ac:spMk id="71" creationId="{900FAE4D-B51E-4C85-B938-5F9AC45DE867}"/>
          </ac:spMkLst>
        </pc:spChg>
        <pc:spChg chg="add mod">
          <ac:chgData name="Josué Silva de Morais" userId="f406c2cd-edfc-4057-be10-75858098c663" providerId="ADAL" clId="{DD587564-A78D-4561-8E64-C12CF1DF9BAA}" dt="2026-05-27T17:10:03.686" v="6822"/>
          <ac:spMkLst>
            <pc:docMk/>
            <pc:sldMk cId="1686647617" sldId="332"/>
            <ac:spMk id="72" creationId="{EC1799BE-C85D-4E95-B52B-0F7239AE2FF3}"/>
          </ac:spMkLst>
        </pc:spChg>
        <pc:spChg chg="add mod">
          <ac:chgData name="Josué Silva de Morais" userId="f406c2cd-edfc-4057-be10-75858098c663" providerId="ADAL" clId="{DD587564-A78D-4561-8E64-C12CF1DF9BAA}" dt="2026-05-27T17:10:03.687" v="6825"/>
          <ac:spMkLst>
            <pc:docMk/>
            <pc:sldMk cId="1686647617" sldId="332"/>
            <ac:spMk id="73" creationId="{13BD792F-5102-44B3-8CE8-DAA0808FC840}"/>
          </ac:spMkLst>
        </pc:spChg>
        <pc:spChg chg="add mod">
          <ac:chgData name="Josué Silva de Morais" userId="f406c2cd-edfc-4057-be10-75858098c663" providerId="ADAL" clId="{DD587564-A78D-4561-8E64-C12CF1DF9BAA}" dt="2026-05-27T17:10:03.692" v="6833"/>
          <ac:spMkLst>
            <pc:docMk/>
            <pc:sldMk cId="1686647617" sldId="332"/>
            <ac:spMk id="74" creationId="{FAC8D471-DF12-4FA9-B4B6-AAB6FB03A6AF}"/>
          </ac:spMkLst>
        </pc:spChg>
        <pc:spChg chg="add mod">
          <ac:chgData name="Josué Silva de Morais" userId="f406c2cd-edfc-4057-be10-75858098c663" providerId="ADAL" clId="{DD587564-A78D-4561-8E64-C12CF1DF9BAA}" dt="2026-05-27T17:10:03.696" v="6841"/>
          <ac:spMkLst>
            <pc:docMk/>
            <pc:sldMk cId="1686647617" sldId="332"/>
            <ac:spMk id="75" creationId="{2F070DAF-24D2-4ED2-98E5-FA211C13E14C}"/>
          </ac:spMkLst>
        </pc:spChg>
        <pc:spChg chg="add mod">
          <ac:chgData name="Josué Silva de Morais" userId="f406c2cd-edfc-4057-be10-75858098c663" providerId="ADAL" clId="{DD587564-A78D-4561-8E64-C12CF1DF9BAA}" dt="2026-05-27T17:10:03.700" v="6849"/>
          <ac:spMkLst>
            <pc:docMk/>
            <pc:sldMk cId="1686647617" sldId="332"/>
            <ac:spMk id="76" creationId="{FFE78E2D-474C-49E4-8772-5FC8BE5572D4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36:02.905" v="7333" actId="1037"/>
        <pc:sldMkLst>
          <pc:docMk/>
          <pc:sldMk cId="463447965" sldId="333"/>
        </pc:sldMkLst>
        <pc:spChg chg="add mod">
          <ac:chgData name="Josué Silva de Morais" userId="f406c2cd-edfc-4057-be10-75858098c663" providerId="ADAL" clId="{DD587564-A78D-4561-8E64-C12CF1DF9BAA}" dt="2026-05-27T16:39:00.075" v="2666"/>
          <ac:spMkLst>
            <pc:docMk/>
            <pc:sldMk cId="463447965" sldId="333"/>
            <ac:spMk id="2" creationId="{5BB5A944-8F07-47FC-9108-426AE336FBAC}"/>
          </ac:spMkLst>
        </pc:spChg>
        <pc:spChg chg="add mod">
          <ac:chgData name="Josué Silva de Morais" userId="f406c2cd-edfc-4057-be10-75858098c663" providerId="ADAL" clId="{DD587564-A78D-4561-8E64-C12CF1DF9BAA}" dt="2026-05-27T16:39:00.080" v="2674"/>
          <ac:spMkLst>
            <pc:docMk/>
            <pc:sldMk cId="463447965" sldId="333"/>
            <ac:spMk id="3" creationId="{A2085E00-FC41-46E1-A7B0-840CAB6B95A4}"/>
          </ac:spMkLst>
        </pc:spChg>
        <pc:spChg chg="add mod">
          <ac:chgData name="Josué Silva de Morais" userId="f406c2cd-edfc-4057-be10-75858098c663" providerId="ADAL" clId="{DD587564-A78D-4561-8E64-C12CF1DF9BAA}" dt="2026-05-27T16:39:00.085" v="2682"/>
          <ac:spMkLst>
            <pc:docMk/>
            <pc:sldMk cId="463447965" sldId="333"/>
            <ac:spMk id="4" creationId="{2AC1A9B7-D4AC-4979-A81B-CB13AA5F4327}"/>
          </ac:spMkLst>
        </pc:spChg>
        <pc:spChg chg="add mod">
          <ac:chgData name="Josué Silva de Morais" userId="f406c2cd-edfc-4057-be10-75858098c663" providerId="ADAL" clId="{DD587564-A78D-4561-8E64-C12CF1DF9BAA}" dt="2026-05-27T16:39:00.089" v="2690"/>
          <ac:spMkLst>
            <pc:docMk/>
            <pc:sldMk cId="463447965" sldId="333"/>
            <ac:spMk id="5" creationId="{B2A88F55-D97A-4D33-B895-327EA184BAD3}"/>
          </ac:spMkLst>
        </pc:spChg>
        <pc:spChg chg="add mod">
          <ac:chgData name="Josué Silva de Morais" userId="f406c2cd-edfc-4057-be10-75858098c663" providerId="ADAL" clId="{DD587564-A78D-4561-8E64-C12CF1DF9BAA}" dt="2026-05-27T16:39:00.091" v="2693"/>
          <ac:spMkLst>
            <pc:docMk/>
            <pc:sldMk cId="463447965" sldId="333"/>
            <ac:spMk id="6" creationId="{010944E7-C397-4E9C-A2A3-8F471111B5E8}"/>
          </ac:spMkLst>
        </pc:spChg>
        <pc:spChg chg="add mod">
          <ac:chgData name="Josué Silva de Morais" userId="f406c2cd-edfc-4057-be10-75858098c663" providerId="ADAL" clId="{DD587564-A78D-4561-8E64-C12CF1DF9BAA}" dt="2026-05-27T16:39:00.092" v="2696"/>
          <ac:spMkLst>
            <pc:docMk/>
            <pc:sldMk cId="463447965" sldId="333"/>
            <ac:spMk id="7" creationId="{81B7ED4F-655F-459F-899E-8037B47667C4}"/>
          </ac:spMkLst>
        </pc:spChg>
        <pc:spChg chg="add mod">
          <ac:chgData name="Josué Silva de Morais" userId="f406c2cd-edfc-4057-be10-75858098c663" providerId="ADAL" clId="{DD587564-A78D-4561-8E64-C12CF1DF9BAA}" dt="2026-05-27T16:39:00.096" v="2704"/>
          <ac:spMkLst>
            <pc:docMk/>
            <pc:sldMk cId="463447965" sldId="333"/>
            <ac:spMk id="8" creationId="{48F153CC-8039-45BD-83A0-A93A032B763B}"/>
          </ac:spMkLst>
        </pc:spChg>
        <pc:spChg chg="add mod">
          <ac:chgData name="Josué Silva de Morais" userId="f406c2cd-edfc-4057-be10-75858098c663" providerId="ADAL" clId="{DD587564-A78D-4561-8E64-C12CF1DF9BAA}" dt="2026-05-27T16:39:00.097" v="2707"/>
          <ac:spMkLst>
            <pc:docMk/>
            <pc:sldMk cId="463447965" sldId="333"/>
            <ac:spMk id="9" creationId="{CF206D6D-CD97-4260-AC81-F5A17411A393}"/>
          </ac:spMkLst>
        </pc:spChg>
        <pc:spChg chg="add mod">
          <ac:chgData name="Josué Silva de Morais" userId="f406c2cd-edfc-4057-be10-75858098c663" providerId="ADAL" clId="{DD587564-A78D-4561-8E64-C12CF1DF9BAA}" dt="2026-05-27T16:39:00.099" v="2711"/>
          <ac:spMkLst>
            <pc:docMk/>
            <pc:sldMk cId="463447965" sldId="333"/>
            <ac:spMk id="10" creationId="{EBF81FCE-6290-4DCD-AC36-3F42F04D4B7E}"/>
          </ac:spMkLst>
        </pc:spChg>
        <pc:spChg chg="add mod">
          <ac:chgData name="Josué Silva de Morais" userId="f406c2cd-edfc-4057-be10-75858098c663" providerId="ADAL" clId="{DD587564-A78D-4561-8E64-C12CF1DF9BAA}" dt="2026-05-27T16:39:00.103" v="2719"/>
          <ac:spMkLst>
            <pc:docMk/>
            <pc:sldMk cId="463447965" sldId="333"/>
            <ac:spMk id="11" creationId="{1A82D672-DCCA-425F-B171-98363E7F2EFB}"/>
          </ac:spMkLst>
        </pc:spChg>
        <pc:spChg chg="add mod">
          <ac:chgData name="Josué Silva de Morais" userId="f406c2cd-edfc-4057-be10-75858098c663" providerId="ADAL" clId="{DD587564-A78D-4561-8E64-C12CF1DF9BAA}" dt="2026-05-27T16:39:00.104" v="2722"/>
          <ac:spMkLst>
            <pc:docMk/>
            <pc:sldMk cId="463447965" sldId="333"/>
            <ac:spMk id="12" creationId="{F045B70F-70FC-4F3F-8C7C-C57875BD9556}"/>
          </ac:spMkLst>
        </pc:spChg>
        <pc:spChg chg="add mod">
          <ac:chgData name="Josué Silva de Morais" userId="f406c2cd-edfc-4057-be10-75858098c663" providerId="ADAL" clId="{DD587564-A78D-4561-8E64-C12CF1DF9BAA}" dt="2026-05-27T16:39:00.106" v="2726"/>
          <ac:spMkLst>
            <pc:docMk/>
            <pc:sldMk cId="463447965" sldId="333"/>
            <ac:spMk id="13" creationId="{EAB991FF-467F-416A-9836-55C42FEBB5DA}"/>
          </ac:spMkLst>
        </pc:spChg>
        <pc:spChg chg="add mod">
          <ac:chgData name="Josué Silva de Morais" userId="f406c2cd-edfc-4057-be10-75858098c663" providerId="ADAL" clId="{DD587564-A78D-4561-8E64-C12CF1DF9BAA}" dt="2026-05-27T16:39:00.110" v="2734"/>
          <ac:spMkLst>
            <pc:docMk/>
            <pc:sldMk cId="463447965" sldId="333"/>
            <ac:spMk id="14" creationId="{A4BC18DD-4C37-425B-9EFF-E4C695AF1238}"/>
          </ac:spMkLst>
        </pc:spChg>
        <pc:spChg chg="add mod">
          <ac:chgData name="Josué Silva de Morais" userId="f406c2cd-edfc-4057-be10-75858098c663" providerId="ADAL" clId="{DD587564-A78D-4561-8E64-C12CF1DF9BAA}" dt="2026-05-27T16:39:00.113" v="2742"/>
          <ac:spMkLst>
            <pc:docMk/>
            <pc:sldMk cId="463447965" sldId="333"/>
            <ac:spMk id="15" creationId="{A3ABC6B9-601F-4A63-BCC3-4A8379F081E8}"/>
          </ac:spMkLst>
        </pc:spChg>
        <pc:spChg chg="add mod">
          <ac:chgData name="Josué Silva de Morais" userId="f406c2cd-edfc-4057-be10-75858098c663" providerId="ADAL" clId="{DD587564-A78D-4561-8E64-C12CF1DF9BAA}" dt="2026-05-27T16:39:00.115" v="2745"/>
          <ac:spMkLst>
            <pc:docMk/>
            <pc:sldMk cId="463447965" sldId="333"/>
            <ac:spMk id="16" creationId="{532166AB-043A-4987-90EA-FCE895230EC6}"/>
          </ac:spMkLst>
        </pc:spChg>
        <pc:spChg chg="add mod">
          <ac:chgData name="Josué Silva de Morais" userId="f406c2cd-edfc-4057-be10-75858098c663" providerId="ADAL" clId="{DD587564-A78D-4561-8E64-C12CF1DF9BAA}" dt="2026-05-27T16:39:00.116" v="2748"/>
          <ac:spMkLst>
            <pc:docMk/>
            <pc:sldMk cId="463447965" sldId="333"/>
            <ac:spMk id="17" creationId="{AEC7BF4A-8D68-432B-A352-E363474AC513}"/>
          </ac:spMkLst>
        </pc:spChg>
        <pc:spChg chg="add mod">
          <ac:chgData name="Josué Silva de Morais" userId="f406c2cd-edfc-4057-be10-75858098c663" providerId="ADAL" clId="{DD587564-A78D-4561-8E64-C12CF1DF9BAA}" dt="2026-05-27T16:39:00.117" v="2751"/>
          <ac:spMkLst>
            <pc:docMk/>
            <pc:sldMk cId="463447965" sldId="333"/>
            <ac:spMk id="18" creationId="{9C766529-180A-499F-B501-1E1C40967A73}"/>
          </ac:spMkLst>
        </pc:spChg>
        <pc:spChg chg="add mod">
          <ac:chgData name="Josué Silva de Morais" userId="f406c2cd-edfc-4057-be10-75858098c663" providerId="ADAL" clId="{DD587564-A78D-4561-8E64-C12CF1DF9BAA}" dt="2026-05-27T16:39:00.121" v="2759"/>
          <ac:spMkLst>
            <pc:docMk/>
            <pc:sldMk cId="463447965" sldId="333"/>
            <ac:spMk id="19" creationId="{DAB39DDB-4B2C-43C6-A0FD-9031D0E55557}"/>
          </ac:spMkLst>
        </pc:spChg>
        <pc:spChg chg="add mod">
          <ac:chgData name="Josué Silva de Morais" userId="f406c2cd-edfc-4057-be10-75858098c663" providerId="ADAL" clId="{DD587564-A78D-4561-8E64-C12CF1DF9BAA}" dt="2026-05-27T16:39:00.125" v="2767"/>
          <ac:spMkLst>
            <pc:docMk/>
            <pc:sldMk cId="463447965" sldId="333"/>
            <ac:spMk id="20" creationId="{010EBB23-1A41-4F5C-BCA8-7D975B1D50F1}"/>
          </ac:spMkLst>
        </pc:spChg>
        <pc:spChg chg="add mod">
          <ac:chgData name="Josué Silva de Morais" userId="f406c2cd-edfc-4057-be10-75858098c663" providerId="ADAL" clId="{DD587564-A78D-4561-8E64-C12CF1DF9BAA}" dt="2026-05-27T16:39:00.126" v="2770"/>
          <ac:spMkLst>
            <pc:docMk/>
            <pc:sldMk cId="463447965" sldId="333"/>
            <ac:spMk id="21" creationId="{47FA6DF0-75A7-4C6E-9830-AB023ED35239}"/>
          </ac:spMkLst>
        </pc:spChg>
        <pc:spChg chg="add del mod">
          <ac:chgData name="Josué Silva de Morais" userId="f406c2cd-edfc-4057-be10-75858098c663" providerId="ADAL" clId="{DD587564-A78D-4561-8E64-C12CF1DF9BAA}" dt="2026-05-27T16:47:02.092" v="4887" actId="478"/>
          <ac:spMkLst>
            <pc:docMk/>
            <pc:sldMk cId="463447965" sldId="333"/>
            <ac:spMk id="22" creationId="{ED26DB25-6E2F-4529-8B8C-32E5C3224424}"/>
          </ac:spMkLst>
        </pc:spChg>
        <pc:spChg chg="add del mod">
          <ac:chgData name="Josué Silva de Morais" userId="f406c2cd-edfc-4057-be10-75858098c663" providerId="ADAL" clId="{DD587564-A78D-4561-8E64-C12CF1DF9BAA}" dt="2026-05-27T16:46:12.195" v="4883" actId="478"/>
          <ac:spMkLst>
            <pc:docMk/>
            <pc:sldMk cId="463447965" sldId="333"/>
            <ac:spMk id="23" creationId="{EBBAFCB7-B485-4736-AD1C-977154F5795E}"/>
          </ac:spMkLst>
        </pc:spChg>
        <pc:spChg chg="add mod">
          <ac:chgData name="Josué Silva de Morais" userId="f406c2cd-edfc-4057-be10-75858098c663" providerId="ADAL" clId="{DD587564-A78D-4561-8E64-C12CF1DF9BAA}" dt="2026-05-27T16:46:15.171" v="4884" actId="1076"/>
          <ac:spMkLst>
            <pc:docMk/>
            <pc:sldMk cId="463447965" sldId="333"/>
            <ac:spMk id="24" creationId="{45A6CEA2-9909-4B64-AC9D-A326E316B661}"/>
          </ac:spMkLst>
        </pc:spChg>
        <pc:spChg chg="add mod">
          <ac:chgData name="Josué Silva de Morais" userId="f406c2cd-edfc-4057-be10-75858098c663" providerId="ADAL" clId="{DD587564-A78D-4561-8E64-C12CF1DF9BAA}" dt="2026-05-27T16:39:00.136" v="2792"/>
          <ac:spMkLst>
            <pc:docMk/>
            <pc:sldMk cId="463447965" sldId="333"/>
            <ac:spMk id="25" creationId="{7C1CA014-0FA5-4C3F-A165-68EC07807257}"/>
          </ac:spMkLst>
        </pc:spChg>
        <pc:spChg chg="add mod">
          <ac:chgData name="Josué Silva de Morais" userId="f406c2cd-edfc-4057-be10-75858098c663" providerId="ADAL" clId="{DD587564-A78D-4561-8E64-C12CF1DF9BAA}" dt="2026-05-27T16:39:00.140" v="2800"/>
          <ac:spMkLst>
            <pc:docMk/>
            <pc:sldMk cId="463447965" sldId="333"/>
            <ac:spMk id="26" creationId="{F78BF9FA-7E1A-4470-9720-BC3A546BFD48}"/>
          </ac:spMkLst>
        </pc:spChg>
        <pc:spChg chg="add mod">
          <ac:chgData name="Josué Silva de Morais" userId="f406c2cd-edfc-4057-be10-75858098c663" providerId="ADAL" clId="{DD587564-A78D-4561-8E64-C12CF1DF9BAA}" dt="2026-05-27T16:39:00.144" v="2808"/>
          <ac:spMkLst>
            <pc:docMk/>
            <pc:sldMk cId="463447965" sldId="333"/>
            <ac:spMk id="27" creationId="{8840B59C-E9FB-48CE-B058-3BFAD6B017E4}"/>
          </ac:spMkLst>
        </pc:spChg>
        <pc:spChg chg="add mod">
          <ac:chgData name="Josué Silva de Morais" userId="f406c2cd-edfc-4057-be10-75858098c663" providerId="ADAL" clId="{DD587564-A78D-4561-8E64-C12CF1DF9BAA}" dt="2026-05-27T16:39:00.148" v="2816"/>
          <ac:spMkLst>
            <pc:docMk/>
            <pc:sldMk cId="463447965" sldId="333"/>
            <ac:spMk id="28" creationId="{A519F8A9-59D7-47A8-B0FD-09D2C9FCF93D}"/>
          </ac:spMkLst>
        </pc:spChg>
        <pc:spChg chg="add mod">
          <ac:chgData name="Josué Silva de Morais" userId="f406c2cd-edfc-4057-be10-75858098c663" providerId="ADAL" clId="{DD587564-A78D-4561-8E64-C12CF1DF9BAA}" dt="2026-05-27T16:39:00.150" v="2819"/>
          <ac:spMkLst>
            <pc:docMk/>
            <pc:sldMk cId="463447965" sldId="333"/>
            <ac:spMk id="29" creationId="{88365D8C-488C-4F66-9893-4B21720CC81B}"/>
          </ac:spMkLst>
        </pc:spChg>
        <pc:spChg chg="add mod">
          <ac:chgData name="Josué Silva de Morais" userId="f406c2cd-edfc-4057-be10-75858098c663" providerId="ADAL" clId="{DD587564-A78D-4561-8E64-C12CF1DF9BAA}" dt="2026-05-27T16:39:00.154" v="2827"/>
          <ac:spMkLst>
            <pc:docMk/>
            <pc:sldMk cId="463447965" sldId="333"/>
            <ac:spMk id="30" creationId="{9EFE1062-F438-4E6A-A39E-DA1199EA0990}"/>
          </ac:spMkLst>
        </pc:spChg>
        <pc:spChg chg="add mod">
          <ac:chgData name="Josué Silva de Morais" userId="f406c2cd-edfc-4057-be10-75858098c663" providerId="ADAL" clId="{DD587564-A78D-4561-8E64-C12CF1DF9BAA}" dt="2026-05-27T16:39:00.155" v="2830"/>
          <ac:spMkLst>
            <pc:docMk/>
            <pc:sldMk cId="463447965" sldId="333"/>
            <ac:spMk id="31" creationId="{D7A935B1-3E66-4A96-90B6-163234CACDEC}"/>
          </ac:spMkLst>
        </pc:spChg>
        <pc:spChg chg="add mod">
          <ac:chgData name="Josué Silva de Morais" userId="f406c2cd-edfc-4057-be10-75858098c663" providerId="ADAL" clId="{DD587564-A78D-4561-8E64-C12CF1DF9BAA}" dt="2026-05-27T16:39:00.157" v="2834"/>
          <ac:spMkLst>
            <pc:docMk/>
            <pc:sldMk cId="463447965" sldId="333"/>
            <ac:spMk id="32" creationId="{DF4D1B33-E01F-45EC-A876-E1F809AEFD58}"/>
          </ac:spMkLst>
        </pc:spChg>
        <pc:spChg chg="add mod">
          <ac:chgData name="Josué Silva de Morais" userId="f406c2cd-edfc-4057-be10-75858098c663" providerId="ADAL" clId="{DD587564-A78D-4561-8E64-C12CF1DF9BAA}" dt="2026-05-27T16:39:00.161" v="2842"/>
          <ac:spMkLst>
            <pc:docMk/>
            <pc:sldMk cId="463447965" sldId="333"/>
            <ac:spMk id="33" creationId="{62F141BE-C81D-4BCB-B1E2-23381E66D958}"/>
          </ac:spMkLst>
        </pc:spChg>
        <pc:spChg chg="add mod">
          <ac:chgData name="Josué Silva de Morais" userId="f406c2cd-edfc-4057-be10-75858098c663" providerId="ADAL" clId="{DD587564-A78D-4561-8E64-C12CF1DF9BAA}" dt="2026-05-27T16:39:00.162" v="2845"/>
          <ac:spMkLst>
            <pc:docMk/>
            <pc:sldMk cId="463447965" sldId="333"/>
            <ac:spMk id="34" creationId="{43EFA6AA-F1CE-42C9-9709-CDE95526F379}"/>
          </ac:spMkLst>
        </pc:spChg>
        <pc:spChg chg="add mod">
          <ac:chgData name="Josué Silva de Morais" userId="f406c2cd-edfc-4057-be10-75858098c663" providerId="ADAL" clId="{DD587564-A78D-4561-8E64-C12CF1DF9BAA}" dt="2026-05-27T16:39:00.164" v="2849"/>
          <ac:spMkLst>
            <pc:docMk/>
            <pc:sldMk cId="463447965" sldId="333"/>
            <ac:spMk id="35" creationId="{8436D643-D2D1-43FE-8E54-35998252C7CA}"/>
          </ac:spMkLst>
        </pc:spChg>
        <pc:spChg chg="add mod">
          <ac:chgData name="Josué Silva de Morais" userId="f406c2cd-edfc-4057-be10-75858098c663" providerId="ADAL" clId="{DD587564-A78D-4561-8E64-C12CF1DF9BAA}" dt="2026-05-27T16:39:00.168" v="2857"/>
          <ac:spMkLst>
            <pc:docMk/>
            <pc:sldMk cId="463447965" sldId="333"/>
            <ac:spMk id="36" creationId="{A037C58F-45D8-4CA0-950A-3D4F17E9FB72}"/>
          </ac:spMkLst>
        </pc:spChg>
        <pc:spChg chg="add mod">
          <ac:chgData name="Josué Silva de Morais" userId="f406c2cd-edfc-4057-be10-75858098c663" providerId="ADAL" clId="{DD587564-A78D-4561-8E64-C12CF1DF9BAA}" dt="2026-05-27T16:39:00.172" v="2865"/>
          <ac:spMkLst>
            <pc:docMk/>
            <pc:sldMk cId="463447965" sldId="333"/>
            <ac:spMk id="37" creationId="{C86B26B9-87B5-4E41-A9D3-69BEB20475F5}"/>
          </ac:spMkLst>
        </pc:spChg>
        <pc:spChg chg="add mod">
          <ac:chgData name="Josué Silva de Morais" userId="f406c2cd-edfc-4057-be10-75858098c663" providerId="ADAL" clId="{DD587564-A78D-4561-8E64-C12CF1DF9BAA}" dt="2026-05-27T16:39:00.173" v="2868"/>
          <ac:spMkLst>
            <pc:docMk/>
            <pc:sldMk cId="463447965" sldId="333"/>
            <ac:spMk id="38" creationId="{B681D73F-9DE9-499E-8F86-5DAEE2A4D4AC}"/>
          </ac:spMkLst>
        </pc:spChg>
        <pc:spChg chg="add mod">
          <ac:chgData name="Josué Silva de Morais" userId="f406c2cd-edfc-4057-be10-75858098c663" providerId="ADAL" clId="{DD587564-A78D-4561-8E64-C12CF1DF9BAA}" dt="2026-05-27T16:39:00.174" v="2871"/>
          <ac:spMkLst>
            <pc:docMk/>
            <pc:sldMk cId="463447965" sldId="333"/>
            <ac:spMk id="39" creationId="{4AAEAE32-7EE5-40EB-A74D-F68D82D18963}"/>
          </ac:spMkLst>
        </pc:spChg>
        <pc:spChg chg="add mod">
          <ac:chgData name="Josué Silva de Morais" userId="f406c2cd-edfc-4057-be10-75858098c663" providerId="ADAL" clId="{DD587564-A78D-4561-8E64-C12CF1DF9BAA}" dt="2026-05-27T16:39:00.176" v="2874"/>
          <ac:spMkLst>
            <pc:docMk/>
            <pc:sldMk cId="463447965" sldId="333"/>
            <ac:spMk id="40" creationId="{A28E8B89-020C-4726-B5A6-FE6963E001D5}"/>
          </ac:spMkLst>
        </pc:spChg>
        <pc:spChg chg="add mod">
          <ac:chgData name="Josué Silva de Morais" userId="f406c2cd-edfc-4057-be10-75858098c663" providerId="ADAL" clId="{DD587564-A78D-4561-8E64-C12CF1DF9BAA}" dt="2026-05-27T16:39:00.179" v="2882"/>
          <ac:spMkLst>
            <pc:docMk/>
            <pc:sldMk cId="463447965" sldId="333"/>
            <ac:spMk id="41" creationId="{BA0E4046-EE7B-4907-B22F-AFCD1B3E8E85}"/>
          </ac:spMkLst>
        </pc:spChg>
        <pc:spChg chg="add mod">
          <ac:chgData name="Josué Silva de Morais" userId="f406c2cd-edfc-4057-be10-75858098c663" providerId="ADAL" clId="{DD587564-A78D-4561-8E64-C12CF1DF9BAA}" dt="2026-05-27T16:39:00.184" v="2890"/>
          <ac:spMkLst>
            <pc:docMk/>
            <pc:sldMk cId="463447965" sldId="333"/>
            <ac:spMk id="42" creationId="{826C54C0-10FF-4F03-94A1-9B32571EFB05}"/>
          </ac:spMkLst>
        </pc:spChg>
        <pc:spChg chg="add mod">
          <ac:chgData name="Josué Silva de Morais" userId="f406c2cd-edfc-4057-be10-75858098c663" providerId="ADAL" clId="{DD587564-A78D-4561-8E64-C12CF1DF9BAA}" dt="2026-05-27T16:39:00.185" v="2893"/>
          <ac:spMkLst>
            <pc:docMk/>
            <pc:sldMk cId="463447965" sldId="333"/>
            <ac:spMk id="43" creationId="{6C4D5673-29BE-46F4-9224-5290969AA446}"/>
          </ac:spMkLst>
        </pc:spChg>
        <pc:spChg chg="add del mod">
          <ac:chgData name="Josué Silva de Morais" userId="f406c2cd-edfc-4057-be10-75858098c663" providerId="ADAL" clId="{DD587564-A78D-4561-8E64-C12CF1DF9BAA}" dt="2026-05-27T16:47:24.932" v="4892" actId="478"/>
          <ac:spMkLst>
            <pc:docMk/>
            <pc:sldMk cId="463447965" sldId="333"/>
            <ac:spMk id="44" creationId="{9A6DC1E1-0AE9-4D3C-A0E8-1A11D6C52F68}"/>
          </ac:spMkLst>
        </pc:spChg>
        <pc:spChg chg="add del mod">
          <ac:chgData name="Josué Silva de Morais" userId="f406c2cd-edfc-4057-be10-75858098c663" providerId="ADAL" clId="{DD587564-A78D-4561-8E64-C12CF1DF9BAA}" dt="2026-05-27T16:46:19.362" v="4885" actId="478"/>
          <ac:spMkLst>
            <pc:docMk/>
            <pc:sldMk cId="463447965" sldId="333"/>
            <ac:spMk id="45" creationId="{10167B35-D710-4BCE-B86F-24E344DE4BBB}"/>
          </ac:spMkLst>
        </pc:spChg>
        <pc:spChg chg="add mod">
          <ac:chgData name="Josué Silva de Morais" userId="f406c2cd-edfc-4057-be10-75858098c663" providerId="ADAL" clId="{DD587564-A78D-4561-8E64-C12CF1DF9BAA}" dt="2026-05-27T16:46:22.594" v="4886" actId="1076"/>
          <ac:spMkLst>
            <pc:docMk/>
            <pc:sldMk cId="463447965" sldId="333"/>
            <ac:spMk id="46" creationId="{B9E6671B-5D57-4404-BBB0-316F574A4201}"/>
          </ac:spMkLst>
        </pc:spChg>
        <pc:spChg chg="add mod">
          <ac:chgData name="Josué Silva de Morais" userId="f406c2cd-edfc-4057-be10-75858098c663" providerId="ADAL" clId="{DD587564-A78D-4561-8E64-C12CF1DF9BAA}" dt="2026-05-27T16:39:00.196" v="2915"/>
          <ac:spMkLst>
            <pc:docMk/>
            <pc:sldMk cId="463447965" sldId="333"/>
            <ac:spMk id="47" creationId="{B1BC04E2-2216-42B1-9504-DF2248AAF01F}"/>
          </ac:spMkLst>
        </pc:spChg>
        <pc:spChg chg="add mod">
          <ac:chgData name="Josué Silva de Morais" userId="f406c2cd-edfc-4057-be10-75858098c663" providerId="ADAL" clId="{DD587564-A78D-4561-8E64-C12CF1DF9BAA}" dt="2026-05-27T16:39:00.199" v="2923"/>
          <ac:spMkLst>
            <pc:docMk/>
            <pc:sldMk cId="463447965" sldId="333"/>
            <ac:spMk id="48" creationId="{7F29B28E-7050-42EC-8F8D-BCC204EEAEF0}"/>
          </ac:spMkLst>
        </pc:spChg>
        <pc:spChg chg="add mod">
          <ac:chgData name="Josué Silva de Morais" userId="f406c2cd-edfc-4057-be10-75858098c663" providerId="ADAL" clId="{DD587564-A78D-4561-8E64-C12CF1DF9BAA}" dt="2026-05-27T16:39:00.204" v="2931"/>
          <ac:spMkLst>
            <pc:docMk/>
            <pc:sldMk cId="463447965" sldId="333"/>
            <ac:spMk id="49" creationId="{AEF4B783-DFC2-4500-AD83-22DFFCD907C8}"/>
          </ac:spMkLst>
        </pc:spChg>
        <pc:spChg chg="add mod">
          <ac:chgData name="Josué Silva de Morais" userId="f406c2cd-edfc-4057-be10-75858098c663" providerId="ADAL" clId="{DD587564-A78D-4561-8E64-C12CF1DF9BAA}" dt="2026-05-27T16:39:00.208" v="2939"/>
          <ac:spMkLst>
            <pc:docMk/>
            <pc:sldMk cId="463447965" sldId="333"/>
            <ac:spMk id="50" creationId="{B08E62C9-6DB4-4487-980D-279AC5EF63A9}"/>
          </ac:spMkLst>
        </pc:spChg>
        <pc:spChg chg="add mod">
          <ac:chgData name="Josué Silva de Morais" userId="f406c2cd-edfc-4057-be10-75858098c663" providerId="ADAL" clId="{DD587564-A78D-4561-8E64-C12CF1DF9BAA}" dt="2026-05-27T16:39:00.209" v="2942"/>
          <ac:spMkLst>
            <pc:docMk/>
            <pc:sldMk cId="463447965" sldId="333"/>
            <ac:spMk id="51" creationId="{03BE6119-8AED-4CA9-9B25-466F18823CBF}"/>
          </ac:spMkLst>
        </pc:spChg>
        <pc:spChg chg="add mod">
          <ac:chgData name="Josué Silva de Morais" userId="f406c2cd-edfc-4057-be10-75858098c663" providerId="ADAL" clId="{DD587564-A78D-4561-8E64-C12CF1DF9BAA}" dt="2026-05-27T16:39:00.213" v="2950"/>
          <ac:spMkLst>
            <pc:docMk/>
            <pc:sldMk cId="463447965" sldId="333"/>
            <ac:spMk id="52" creationId="{898C185A-9AAE-4180-96E0-F1A54D5B8672}"/>
          </ac:spMkLst>
        </pc:spChg>
        <pc:spChg chg="add mod">
          <ac:chgData name="Josué Silva de Morais" userId="f406c2cd-edfc-4057-be10-75858098c663" providerId="ADAL" clId="{DD587564-A78D-4561-8E64-C12CF1DF9BAA}" dt="2026-05-27T16:39:00.217" v="2958"/>
          <ac:spMkLst>
            <pc:docMk/>
            <pc:sldMk cId="463447965" sldId="333"/>
            <ac:spMk id="53" creationId="{037A8D23-7670-46EF-904D-8D0AF532B5FB}"/>
          </ac:spMkLst>
        </pc:spChg>
        <pc:spChg chg="add del mod">
          <ac:chgData name="Josué Silva de Morais" userId="f406c2cd-edfc-4057-be10-75858098c663" providerId="ADAL" clId="{DD587564-A78D-4561-8E64-C12CF1DF9BAA}" dt="2026-05-27T17:17:26.834" v="7180" actId="21"/>
          <ac:spMkLst>
            <pc:docMk/>
            <pc:sldMk cId="463447965" sldId="333"/>
            <ac:spMk id="54" creationId="{A2871AD8-EDC7-5926-8EF5-DDBBB9C797C4}"/>
          </ac:spMkLst>
        </pc:spChg>
        <pc:spChg chg="add mod">
          <ac:chgData name="Josué Silva de Morais" userId="f406c2cd-edfc-4057-be10-75858098c663" providerId="ADAL" clId="{DD587564-A78D-4561-8E64-C12CF1DF9BAA}" dt="2026-05-27T16:47:32.572" v="4897" actId="1036"/>
          <ac:spMkLst>
            <pc:docMk/>
            <pc:sldMk cId="463447965" sldId="333"/>
            <ac:spMk id="55" creationId="{8E161E5F-0A0F-4005-C7BD-55C4F60CCBDD}"/>
          </ac:spMkLst>
        </pc:spChg>
        <pc:spChg chg="add mod">
          <ac:chgData name="Josué Silva de Morais" userId="f406c2cd-edfc-4057-be10-75858098c663" providerId="ADAL" clId="{DD587564-A78D-4561-8E64-C12CF1DF9BAA}" dt="2026-05-27T17:36:02.905" v="7333" actId="1037"/>
          <ac:spMkLst>
            <pc:docMk/>
            <pc:sldMk cId="463447965" sldId="333"/>
            <ac:spMk id="56" creationId="{1CA32B2B-ACC0-0E3E-5D6C-C0AE9BB3775E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17:33.421" v="7215" actId="1038"/>
        <pc:sldMkLst>
          <pc:docMk/>
          <pc:sldMk cId="78499223" sldId="334"/>
        </pc:sldMkLst>
        <pc:spChg chg="add del mod">
          <ac:chgData name="Josué Silva de Morais" userId="f406c2cd-edfc-4057-be10-75858098c663" providerId="ADAL" clId="{DD587564-A78D-4561-8E64-C12CF1DF9BAA}" dt="2026-05-27T17:00:51.091" v="5034"/>
          <ac:spMkLst>
            <pc:docMk/>
            <pc:sldMk cId="78499223" sldId="334"/>
            <ac:spMk id="2" creationId="{216CA83D-DB77-42BF-8725-7E99A3F53EBD}"/>
          </ac:spMkLst>
        </pc:spChg>
        <pc:spChg chg="add del mod">
          <ac:chgData name="Josué Silva de Morais" userId="f406c2cd-edfc-4057-be10-75858098c663" providerId="ADAL" clId="{DD587564-A78D-4561-8E64-C12CF1DF9BAA}" dt="2026-05-27T17:00:51.091" v="5035"/>
          <ac:spMkLst>
            <pc:docMk/>
            <pc:sldMk cId="78499223" sldId="334"/>
            <ac:spMk id="3" creationId="{42523BF6-DE1F-45C7-A742-F3FE3A943F47}"/>
          </ac:spMkLst>
        </pc:spChg>
        <pc:spChg chg="add del mod">
          <ac:chgData name="Josué Silva de Morais" userId="f406c2cd-edfc-4057-be10-75858098c663" providerId="ADAL" clId="{DD587564-A78D-4561-8E64-C12CF1DF9BAA}" dt="2026-05-27T17:00:51.091" v="5036"/>
          <ac:spMkLst>
            <pc:docMk/>
            <pc:sldMk cId="78499223" sldId="334"/>
            <ac:spMk id="4" creationId="{CEEA1D90-82BA-4E0E-96B7-4C6FC30BE771}"/>
          </ac:spMkLst>
        </pc:spChg>
        <pc:spChg chg="add del mod">
          <ac:chgData name="Josué Silva de Morais" userId="f406c2cd-edfc-4057-be10-75858098c663" providerId="ADAL" clId="{DD587564-A78D-4561-8E64-C12CF1DF9BAA}" dt="2026-05-27T17:00:51.092" v="5037"/>
          <ac:spMkLst>
            <pc:docMk/>
            <pc:sldMk cId="78499223" sldId="334"/>
            <ac:spMk id="5" creationId="{9EA77627-B2A6-4A6C-826B-B06FEC546FBA}"/>
          </ac:spMkLst>
        </pc:spChg>
        <pc:spChg chg="add del mod">
          <ac:chgData name="Josué Silva de Morais" userId="f406c2cd-edfc-4057-be10-75858098c663" providerId="ADAL" clId="{DD587564-A78D-4561-8E64-C12CF1DF9BAA}" dt="2026-05-27T17:00:51.092" v="5038"/>
          <ac:spMkLst>
            <pc:docMk/>
            <pc:sldMk cId="78499223" sldId="334"/>
            <ac:spMk id="6" creationId="{0602540F-E175-4298-942E-FB3EF59F1E8D}"/>
          </ac:spMkLst>
        </pc:spChg>
        <pc:spChg chg="add del mod">
          <ac:chgData name="Josué Silva de Morais" userId="f406c2cd-edfc-4057-be10-75858098c663" providerId="ADAL" clId="{DD587564-A78D-4561-8E64-C12CF1DF9BAA}" dt="2026-05-27T17:00:51.093" v="5039"/>
          <ac:spMkLst>
            <pc:docMk/>
            <pc:sldMk cId="78499223" sldId="334"/>
            <ac:spMk id="7" creationId="{47257C7E-6780-4C78-8BFC-707C37F01652}"/>
          </ac:spMkLst>
        </pc:spChg>
        <pc:spChg chg="add del mod">
          <ac:chgData name="Josué Silva de Morais" userId="f406c2cd-edfc-4057-be10-75858098c663" providerId="ADAL" clId="{DD587564-A78D-4561-8E64-C12CF1DF9BAA}" dt="2026-05-27T17:00:51.093" v="5040"/>
          <ac:spMkLst>
            <pc:docMk/>
            <pc:sldMk cId="78499223" sldId="334"/>
            <ac:spMk id="8" creationId="{AC333BF4-4855-49D0-B70B-50ACF1A03C22}"/>
          </ac:spMkLst>
        </pc:spChg>
        <pc:spChg chg="add del mod">
          <ac:chgData name="Josué Silva de Morais" userId="f406c2cd-edfc-4057-be10-75858098c663" providerId="ADAL" clId="{DD587564-A78D-4561-8E64-C12CF1DF9BAA}" dt="2026-05-27T17:00:51.093" v="5041"/>
          <ac:spMkLst>
            <pc:docMk/>
            <pc:sldMk cId="78499223" sldId="334"/>
            <ac:spMk id="9" creationId="{762071D5-05CE-486D-ABF0-A4B6DB3414DD}"/>
          </ac:spMkLst>
        </pc:spChg>
        <pc:spChg chg="add del mod">
          <ac:chgData name="Josué Silva de Morais" userId="f406c2cd-edfc-4057-be10-75858098c663" providerId="ADAL" clId="{DD587564-A78D-4561-8E64-C12CF1DF9BAA}" dt="2026-05-27T17:00:51.094" v="5042"/>
          <ac:spMkLst>
            <pc:docMk/>
            <pc:sldMk cId="78499223" sldId="334"/>
            <ac:spMk id="10" creationId="{E542AB82-CCDE-4A39-AB37-6E9FCD54B831}"/>
          </ac:spMkLst>
        </pc:spChg>
        <pc:spChg chg="add del mod">
          <ac:chgData name="Josué Silva de Morais" userId="f406c2cd-edfc-4057-be10-75858098c663" providerId="ADAL" clId="{DD587564-A78D-4561-8E64-C12CF1DF9BAA}" dt="2026-05-27T17:00:51.094" v="5043"/>
          <ac:spMkLst>
            <pc:docMk/>
            <pc:sldMk cId="78499223" sldId="334"/>
            <ac:spMk id="11" creationId="{4577BFA8-DC2D-48FE-A8A3-93C4CE9FBAD4}"/>
          </ac:spMkLst>
        </pc:spChg>
        <pc:spChg chg="add del mod">
          <ac:chgData name="Josué Silva de Morais" userId="f406c2cd-edfc-4057-be10-75858098c663" providerId="ADAL" clId="{DD587564-A78D-4561-8E64-C12CF1DF9BAA}" dt="2026-05-27T17:00:51.094" v="5044"/>
          <ac:spMkLst>
            <pc:docMk/>
            <pc:sldMk cId="78499223" sldId="334"/>
            <ac:spMk id="12" creationId="{8022B6E3-E11C-439F-9C56-DF7A3CEA08B6}"/>
          </ac:spMkLst>
        </pc:spChg>
        <pc:spChg chg="add del mod">
          <ac:chgData name="Josué Silva de Morais" userId="f406c2cd-edfc-4057-be10-75858098c663" providerId="ADAL" clId="{DD587564-A78D-4561-8E64-C12CF1DF9BAA}" dt="2026-05-27T17:00:51.095" v="5045"/>
          <ac:spMkLst>
            <pc:docMk/>
            <pc:sldMk cId="78499223" sldId="334"/>
            <ac:spMk id="13" creationId="{B9C219D2-8107-4F41-A95D-3EEA46B6540E}"/>
          </ac:spMkLst>
        </pc:spChg>
        <pc:spChg chg="add del mod">
          <ac:chgData name="Josué Silva de Morais" userId="f406c2cd-edfc-4057-be10-75858098c663" providerId="ADAL" clId="{DD587564-A78D-4561-8E64-C12CF1DF9BAA}" dt="2026-05-27T17:00:51.095" v="5046"/>
          <ac:spMkLst>
            <pc:docMk/>
            <pc:sldMk cId="78499223" sldId="334"/>
            <ac:spMk id="14" creationId="{5FA1D7C7-E2AC-4914-A999-5DED3D417FE0}"/>
          </ac:spMkLst>
        </pc:spChg>
        <pc:spChg chg="add del mod">
          <ac:chgData name="Josué Silva de Morais" userId="f406c2cd-edfc-4057-be10-75858098c663" providerId="ADAL" clId="{DD587564-A78D-4561-8E64-C12CF1DF9BAA}" dt="2026-05-27T17:00:51.095" v="5047"/>
          <ac:spMkLst>
            <pc:docMk/>
            <pc:sldMk cId="78499223" sldId="334"/>
            <ac:spMk id="15" creationId="{2004362A-BCE5-4AD8-A547-DA461C7CCD1B}"/>
          </ac:spMkLst>
        </pc:spChg>
        <pc:spChg chg="add del mod">
          <ac:chgData name="Josué Silva de Morais" userId="f406c2cd-edfc-4057-be10-75858098c663" providerId="ADAL" clId="{DD587564-A78D-4561-8E64-C12CF1DF9BAA}" dt="2026-05-27T17:00:51.096" v="5048"/>
          <ac:spMkLst>
            <pc:docMk/>
            <pc:sldMk cId="78499223" sldId="334"/>
            <ac:spMk id="16" creationId="{00180761-D9C1-455D-8177-75F0A38D4B14}"/>
          </ac:spMkLst>
        </pc:spChg>
        <pc:spChg chg="add del mod">
          <ac:chgData name="Josué Silva de Morais" userId="f406c2cd-edfc-4057-be10-75858098c663" providerId="ADAL" clId="{DD587564-A78D-4561-8E64-C12CF1DF9BAA}" dt="2026-05-27T17:00:51.096" v="5049"/>
          <ac:spMkLst>
            <pc:docMk/>
            <pc:sldMk cId="78499223" sldId="334"/>
            <ac:spMk id="17" creationId="{9B6AA385-0106-4C03-A286-82EB371FD5BB}"/>
          </ac:spMkLst>
        </pc:spChg>
        <pc:spChg chg="add del mod">
          <ac:chgData name="Josué Silva de Morais" userId="f406c2cd-edfc-4057-be10-75858098c663" providerId="ADAL" clId="{DD587564-A78D-4561-8E64-C12CF1DF9BAA}" dt="2026-05-27T17:00:51.097" v="5050"/>
          <ac:spMkLst>
            <pc:docMk/>
            <pc:sldMk cId="78499223" sldId="334"/>
            <ac:spMk id="18" creationId="{914D3C4C-07D5-4EC5-8259-CD72F60F84BD}"/>
          </ac:spMkLst>
        </pc:spChg>
        <pc:spChg chg="add del mod">
          <ac:chgData name="Josué Silva de Morais" userId="f406c2cd-edfc-4057-be10-75858098c663" providerId="ADAL" clId="{DD587564-A78D-4561-8E64-C12CF1DF9BAA}" dt="2026-05-27T17:00:51.097" v="5051"/>
          <ac:spMkLst>
            <pc:docMk/>
            <pc:sldMk cId="78499223" sldId="334"/>
            <ac:spMk id="19" creationId="{576BBD5B-0CC7-40CE-801E-7CC720990C4C}"/>
          </ac:spMkLst>
        </pc:spChg>
        <pc:spChg chg="add del mod ord">
          <ac:chgData name="Josué Silva de Morais" userId="f406c2cd-edfc-4057-be10-75858098c663" providerId="ADAL" clId="{DD587564-A78D-4561-8E64-C12CF1DF9BAA}" dt="2026-05-27T17:00:51.104" v="5070"/>
          <ac:spMkLst>
            <pc:docMk/>
            <pc:sldMk cId="78499223" sldId="334"/>
            <ac:spMk id="20" creationId="{5A6735A7-489D-44F2-B83C-8C3B3ED8510B}"/>
          </ac:spMkLst>
        </pc:spChg>
        <pc:spChg chg="add del mod">
          <ac:chgData name="Josué Silva de Morais" userId="f406c2cd-edfc-4057-be10-75858098c663" providerId="ADAL" clId="{DD587564-A78D-4561-8E64-C12CF1DF9BAA}" dt="2026-05-27T16:40:22.266" v="3225"/>
          <ac:spMkLst>
            <pc:docMk/>
            <pc:sldMk cId="78499223" sldId="334"/>
            <ac:spMk id="21" creationId="{4775F74C-32B9-4107-9F08-E20923FA0AED}"/>
          </ac:spMkLst>
        </pc:spChg>
        <pc:spChg chg="add del mod">
          <ac:chgData name="Josué Silva de Morais" userId="f406c2cd-edfc-4057-be10-75858098c663" providerId="ADAL" clId="{DD587564-A78D-4561-8E64-C12CF1DF9BAA}" dt="2026-05-27T16:40:22.267" v="3226"/>
          <ac:spMkLst>
            <pc:docMk/>
            <pc:sldMk cId="78499223" sldId="334"/>
            <ac:spMk id="22" creationId="{7E39A38D-DAD8-46BA-B158-828C35FE27DE}"/>
          </ac:spMkLst>
        </pc:spChg>
        <pc:spChg chg="add del mod">
          <ac:chgData name="Josué Silva de Morais" userId="f406c2cd-edfc-4057-be10-75858098c663" providerId="ADAL" clId="{DD587564-A78D-4561-8E64-C12CF1DF9BAA}" dt="2026-05-27T16:40:22.267" v="3227"/>
          <ac:spMkLst>
            <pc:docMk/>
            <pc:sldMk cId="78499223" sldId="334"/>
            <ac:spMk id="23" creationId="{4CE53E9E-78FC-4E1E-A890-AE0D02A250DF}"/>
          </ac:spMkLst>
        </pc:spChg>
        <pc:spChg chg="add del mod">
          <ac:chgData name="Josué Silva de Morais" userId="f406c2cd-edfc-4057-be10-75858098c663" providerId="ADAL" clId="{DD587564-A78D-4561-8E64-C12CF1DF9BAA}" dt="2026-05-27T17:00:51.097" v="5052"/>
          <ac:spMkLst>
            <pc:docMk/>
            <pc:sldMk cId="78499223" sldId="334"/>
            <ac:spMk id="24" creationId="{CF47E97B-E72B-49DD-AF26-7F4874C1FB72}"/>
          </ac:spMkLst>
        </pc:spChg>
        <pc:spChg chg="add del mod">
          <ac:chgData name="Josué Silva de Morais" userId="f406c2cd-edfc-4057-be10-75858098c663" providerId="ADAL" clId="{DD587564-A78D-4561-8E64-C12CF1DF9BAA}" dt="2026-05-27T17:00:51.098" v="5053"/>
          <ac:spMkLst>
            <pc:docMk/>
            <pc:sldMk cId="78499223" sldId="334"/>
            <ac:spMk id="25" creationId="{6A36075D-42E9-41D9-9338-48124CC99A98}"/>
          </ac:spMkLst>
        </pc:spChg>
        <pc:spChg chg="add del mod">
          <ac:chgData name="Josué Silva de Morais" userId="f406c2cd-edfc-4057-be10-75858098c663" providerId="ADAL" clId="{DD587564-A78D-4561-8E64-C12CF1DF9BAA}" dt="2026-05-27T17:00:51.098" v="5054"/>
          <ac:spMkLst>
            <pc:docMk/>
            <pc:sldMk cId="78499223" sldId="334"/>
            <ac:spMk id="26" creationId="{B20DB973-548B-40F2-8734-19B19EAC90D3}"/>
          </ac:spMkLst>
        </pc:spChg>
        <pc:spChg chg="add del mod">
          <ac:chgData name="Josué Silva de Morais" userId="f406c2cd-edfc-4057-be10-75858098c663" providerId="ADAL" clId="{DD587564-A78D-4561-8E64-C12CF1DF9BAA}" dt="2026-05-27T17:00:51.098" v="5055"/>
          <ac:spMkLst>
            <pc:docMk/>
            <pc:sldMk cId="78499223" sldId="334"/>
            <ac:spMk id="27" creationId="{60954D0D-6BCF-4FFF-9AF7-ECA970518064}"/>
          </ac:spMkLst>
        </pc:spChg>
        <pc:spChg chg="add del mod">
          <ac:chgData name="Josué Silva de Morais" userId="f406c2cd-edfc-4057-be10-75858098c663" providerId="ADAL" clId="{DD587564-A78D-4561-8E64-C12CF1DF9BAA}" dt="2026-05-27T17:00:51.099" v="5056"/>
          <ac:spMkLst>
            <pc:docMk/>
            <pc:sldMk cId="78499223" sldId="334"/>
            <ac:spMk id="28" creationId="{1962F533-6C40-449F-8C81-98D8B1ABFF81}"/>
          </ac:spMkLst>
        </pc:spChg>
        <pc:spChg chg="add del mod">
          <ac:chgData name="Josué Silva de Morais" userId="f406c2cd-edfc-4057-be10-75858098c663" providerId="ADAL" clId="{DD587564-A78D-4561-8E64-C12CF1DF9BAA}" dt="2026-05-27T17:00:51.099" v="5057"/>
          <ac:spMkLst>
            <pc:docMk/>
            <pc:sldMk cId="78499223" sldId="334"/>
            <ac:spMk id="29" creationId="{160D62D7-8F11-4CF1-95E5-1B676E3CEFEF}"/>
          </ac:spMkLst>
        </pc:spChg>
        <pc:spChg chg="add del mod">
          <ac:chgData name="Josué Silva de Morais" userId="f406c2cd-edfc-4057-be10-75858098c663" providerId="ADAL" clId="{DD587564-A78D-4561-8E64-C12CF1DF9BAA}" dt="2026-05-27T17:00:51.099" v="5058"/>
          <ac:spMkLst>
            <pc:docMk/>
            <pc:sldMk cId="78499223" sldId="334"/>
            <ac:spMk id="30" creationId="{308A52FB-369E-42C1-B669-86F2FACE781E}"/>
          </ac:spMkLst>
        </pc:spChg>
        <pc:spChg chg="add del mod">
          <ac:chgData name="Josué Silva de Morais" userId="f406c2cd-edfc-4057-be10-75858098c663" providerId="ADAL" clId="{DD587564-A78D-4561-8E64-C12CF1DF9BAA}" dt="2026-05-27T16:40:22.268" v="3228"/>
          <ac:spMkLst>
            <pc:docMk/>
            <pc:sldMk cId="78499223" sldId="334"/>
            <ac:spMk id="31" creationId="{5EBDB69D-EFEF-4CF5-8EAF-41E77DCA2E98}"/>
          </ac:spMkLst>
        </pc:spChg>
        <pc:spChg chg="add del mod">
          <ac:chgData name="Josué Silva de Morais" userId="f406c2cd-edfc-4057-be10-75858098c663" providerId="ADAL" clId="{DD587564-A78D-4561-8E64-C12CF1DF9BAA}" dt="2026-05-27T16:40:22.268" v="3229"/>
          <ac:spMkLst>
            <pc:docMk/>
            <pc:sldMk cId="78499223" sldId="334"/>
            <ac:spMk id="32" creationId="{63F96028-CC39-4E9F-BFD9-84CFF5D69337}"/>
          </ac:spMkLst>
        </pc:spChg>
        <pc:spChg chg="add del mod">
          <ac:chgData name="Josué Silva de Morais" userId="f406c2cd-edfc-4057-be10-75858098c663" providerId="ADAL" clId="{DD587564-A78D-4561-8E64-C12CF1DF9BAA}" dt="2026-05-27T16:40:22.269" v="3230"/>
          <ac:spMkLst>
            <pc:docMk/>
            <pc:sldMk cId="78499223" sldId="334"/>
            <ac:spMk id="33" creationId="{A544D283-C521-4781-ABD6-1CE110F0031D}"/>
          </ac:spMkLst>
        </pc:spChg>
        <pc:spChg chg="add del mod">
          <ac:chgData name="Josué Silva de Morais" userId="f406c2cd-edfc-4057-be10-75858098c663" providerId="ADAL" clId="{DD587564-A78D-4561-8E64-C12CF1DF9BAA}" dt="2026-05-27T16:40:22.269" v="3231"/>
          <ac:spMkLst>
            <pc:docMk/>
            <pc:sldMk cId="78499223" sldId="334"/>
            <ac:spMk id="34" creationId="{464E7E94-B1E6-4C38-A448-701E4D81E917}"/>
          </ac:spMkLst>
        </pc:spChg>
        <pc:spChg chg="add del mod">
          <ac:chgData name="Josué Silva de Morais" userId="f406c2cd-edfc-4057-be10-75858098c663" providerId="ADAL" clId="{DD587564-A78D-4561-8E64-C12CF1DF9BAA}" dt="2026-05-27T16:40:22.270" v="3232"/>
          <ac:spMkLst>
            <pc:docMk/>
            <pc:sldMk cId="78499223" sldId="334"/>
            <ac:spMk id="35" creationId="{EF10E7EE-A812-4010-AAE1-E7717F88F75B}"/>
          </ac:spMkLst>
        </pc:spChg>
        <pc:spChg chg="add del mod">
          <ac:chgData name="Josué Silva de Morais" userId="f406c2cd-edfc-4057-be10-75858098c663" providerId="ADAL" clId="{DD587564-A78D-4561-8E64-C12CF1DF9BAA}" dt="2026-05-27T17:00:51.100" v="5059"/>
          <ac:spMkLst>
            <pc:docMk/>
            <pc:sldMk cId="78499223" sldId="334"/>
            <ac:spMk id="36" creationId="{52FACE18-8C9A-4567-8F3B-D9360C10E8DF}"/>
          </ac:spMkLst>
        </pc:spChg>
        <pc:spChg chg="add del mod">
          <ac:chgData name="Josué Silva de Morais" userId="f406c2cd-edfc-4057-be10-75858098c663" providerId="ADAL" clId="{DD587564-A78D-4561-8E64-C12CF1DF9BAA}" dt="2026-05-27T17:00:51.100" v="5060"/>
          <ac:spMkLst>
            <pc:docMk/>
            <pc:sldMk cId="78499223" sldId="334"/>
            <ac:spMk id="37" creationId="{B6D93776-C38D-4CA8-98AB-43C1302E7818}"/>
          </ac:spMkLst>
        </pc:spChg>
        <pc:spChg chg="add del mod">
          <ac:chgData name="Josué Silva de Morais" userId="f406c2cd-edfc-4057-be10-75858098c663" providerId="ADAL" clId="{DD587564-A78D-4561-8E64-C12CF1DF9BAA}" dt="2026-05-27T17:00:51.100" v="5061"/>
          <ac:spMkLst>
            <pc:docMk/>
            <pc:sldMk cId="78499223" sldId="334"/>
            <ac:spMk id="38" creationId="{A4227619-DB09-4800-9201-35398C840341}"/>
          </ac:spMkLst>
        </pc:spChg>
        <pc:spChg chg="add del mod">
          <ac:chgData name="Josué Silva de Morais" userId="f406c2cd-edfc-4057-be10-75858098c663" providerId="ADAL" clId="{DD587564-A78D-4561-8E64-C12CF1DF9BAA}" dt="2026-05-27T17:00:51.101" v="5062"/>
          <ac:spMkLst>
            <pc:docMk/>
            <pc:sldMk cId="78499223" sldId="334"/>
            <ac:spMk id="39" creationId="{E5AE57E1-D52E-4B3B-9F0A-2D78A586195E}"/>
          </ac:spMkLst>
        </pc:spChg>
        <pc:spChg chg="add del mod">
          <ac:chgData name="Josué Silva de Morais" userId="f406c2cd-edfc-4057-be10-75858098c663" providerId="ADAL" clId="{DD587564-A78D-4561-8E64-C12CF1DF9BAA}" dt="2026-05-27T17:00:51.101" v="5063"/>
          <ac:spMkLst>
            <pc:docMk/>
            <pc:sldMk cId="78499223" sldId="334"/>
            <ac:spMk id="40" creationId="{B991E5D8-CFA9-43FD-B73D-553A84EBDC33}"/>
          </ac:spMkLst>
        </pc:spChg>
        <pc:spChg chg="add del mod">
          <ac:chgData name="Josué Silva de Morais" userId="f406c2cd-edfc-4057-be10-75858098c663" providerId="ADAL" clId="{DD587564-A78D-4561-8E64-C12CF1DF9BAA}" dt="2026-05-27T17:00:51.101" v="5064"/>
          <ac:spMkLst>
            <pc:docMk/>
            <pc:sldMk cId="78499223" sldId="334"/>
            <ac:spMk id="41" creationId="{950E9D41-E552-4AD8-BEB4-9DFB3151299E}"/>
          </ac:spMkLst>
        </pc:spChg>
        <pc:spChg chg="add del mod">
          <ac:chgData name="Josué Silva de Morais" userId="f406c2cd-edfc-4057-be10-75858098c663" providerId="ADAL" clId="{DD587564-A78D-4561-8E64-C12CF1DF9BAA}" dt="2026-05-27T17:00:51.102" v="5065"/>
          <ac:spMkLst>
            <pc:docMk/>
            <pc:sldMk cId="78499223" sldId="334"/>
            <ac:spMk id="42" creationId="{D81D8FDC-45ED-493D-99BC-B2C467C00F28}"/>
          </ac:spMkLst>
        </pc:spChg>
        <pc:spChg chg="add del mod">
          <ac:chgData name="Josué Silva de Morais" userId="f406c2cd-edfc-4057-be10-75858098c663" providerId="ADAL" clId="{DD587564-A78D-4561-8E64-C12CF1DF9BAA}" dt="2026-05-27T17:00:51.102" v="5066"/>
          <ac:spMkLst>
            <pc:docMk/>
            <pc:sldMk cId="78499223" sldId="334"/>
            <ac:spMk id="43" creationId="{98FB27ED-BE86-41D3-9D79-4790ABDB2D50}"/>
          </ac:spMkLst>
        </pc:spChg>
        <pc:spChg chg="add del mod">
          <ac:chgData name="Josué Silva de Morais" userId="f406c2cd-edfc-4057-be10-75858098c663" providerId="ADAL" clId="{DD587564-A78D-4561-8E64-C12CF1DF9BAA}" dt="2026-05-27T17:00:51.103" v="5067"/>
          <ac:spMkLst>
            <pc:docMk/>
            <pc:sldMk cId="78499223" sldId="334"/>
            <ac:spMk id="44" creationId="{1CACD710-583A-4CD3-BABD-FF6FE9288F74}"/>
          </ac:spMkLst>
        </pc:spChg>
        <pc:spChg chg="add del mod">
          <ac:chgData name="Josué Silva de Morais" userId="f406c2cd-edfc-4057-be10-75858098c663" providerId="ADAL" clId="{DD587564-A78D-4561-8E64-C12CF1DF9BAA}" dt="2026-05-27T17:00:51.103" v="5068"/>
          <ac:spMkLst>
            <pc:docMk/>
            <pc:sldMk cId="78499223" sldId="334"/>
            <ac:spMk id="45" creationId="{992BF878-80CF-4330-B714-C1E0698758EA}"/>
          </ac:spMkLst>
        </pc:spChg>
        <pc:spChg chg="add del mod ord">
          <ac:chgData name="Josué Silva de Morais" userId="f406c2cd-edfc-4057-be10-75858098c663" providerId="ADAL" clId="{DD587564-A78D-4561-8E64-C12CF1DF9BAA}" dt="2026-05-27T17:00:51.090" v="5033"/>
          <ac:spMkLst>
            <pc:docMk/>
            <pc:sldMk cId="78499223" sldId="334"/>
            <ac:spMk id="46" creationId="{98688695-E77A-D341-A75E-B284361B60B1}"/>
          </ac:spMkLst>
        </pc:spChg>
        <pc:spChg chg="add del mod">
          <ac:chgData name="Josué Silva de Morais" userId="f406c2cd-edfc-4057-be10-75858098c663" providerId="ADAL" clId="{DD587564-A78D-4561-8E64-C12CF1DF9BAA}" dt="2026-05-27T17:00:51.103" v="5069"/>
          <ac:spMkLst>
            <pc:docMk/>
            <pc:sldMk cId="78499223" sldId="334"/>
            <ac:spMk id="47" creationId="{4FE15ACC-115D-F8D0-8288-096200BB24CF}"/>
          </ac:spMkLst>
        </pc:spChg>
        <pc:spChg chg="add mod">
          <ac:chgData name="Josué Silva de Morais" userId="f406c2cd-edfc-4057-be10-75858098c663" providerId="ADAL" clId="{DD587564-A78D-4561-8E64-C12CF1DF9BAA}" dt="2026-05-27T17:00:51.122" v="5073"/>
          <ac:spMkLst>
            <pc:docMk/>
            <pc:sldMk cId="78499223" sldId="334"/>
            <ac:spMk id="48" creationId="{606C9705-A24B-48A4-A266-A3792C2F14FC}"/>
          </ac:spMkLst>
        </pc:spChg>
        <pc:spChg chg="add mod">
          <ac:chgData name="Josué Silva de Morais" userId="f406c2cd-edfc-4057-be10-75858098c663" providerId="ADAL" clId="{DD587564-A78D-4561-8E64-C12CF1DF9BAA}" dt="2026-05-27T17:00:51.125" v="5081"/>
          <ac:spMkLst>
            <pc:docMk/>
            <pc:sldMk cId="78499223" sldId="334"/>
            <ac:spMk id="49" creationId="{8F06C96C-730F-4C3E-A5E2-3698D75462E7}"/>
          </ac:spMkLst>
        </pc:spChg>
        <pc:spChg chg="add mod">
          <ac:chgData name="Josué Silva de Morais" userId="f406c2cd-edfc-4057-be10-75858098c663" providerId="ADAL" clId="{DD587564-A78D-4561-8E64-C12CF1DF9BAA}" dt="2026-05-27T17:00:51.128" v="5089"/>
          <ac:spMkLst>
            <pc:docMk/>
            <pc:sldMk cId="78499223" sldId="334"/>
            <ac:spMk id="50" creationId="{6B1360DE-2C87-4D01-970D-3B6AF873F3BE}"/>
          </ac:spMkLst>
        </pc:spChg>
        <pc:spChg chg="add mod">
          <ac:chgData name="Josué Silva de Morais" userId="f406c2cd-edfc-4057-be10-75858098c663" providerId="ADAL" clId="{DD587564-A78D-4561-8E64-C12CF1DF9BAA}" dt="2026-05-27T17:00:51.132" v="5097"/>
          <ac:spMkLst>
            <pc:docMk/>
            <pc:sldMk cId="78499223" sldId="334"/>
            <ac:spMk id="51" creationId="{1A54E81B-7AEB-47CD-A8C8-83A9CDCDFEF2}"/>
          </ac:spMkLst>
        </pc:spChg>
        <pc:spChg chg="add mod">
          <ac:chgData name="Josué Silva de Morais" userId="f406c2cd-edfc-4057-be10-75858098c663" providerId="ADAL" clId="{DD587564-A78D-4561-8E64-C12CF1DF9BAA}" dt="2026-05-27T17:00:51.133" v="5100"/>
          <ac:spMkLst>
            <pc:docMk/>
            <pc:sldMk cId="78499223" sldId="334"/>
            <ac:spMk id="52" creationId="{3551AA24-94F0-4277-AEA2-E2903E28B6B1}"/>
          </ac:spMkLst>
        </pc:spChg>
        <pc:spChg chg="add mod">
          <ac:chgData name="Josué Silva de Morais" userId="f406c2cd-edfc-4057-be10-75858098c663" providerId="ADAL" clId="{DD587564-A78D-4561-8E64-C12CF1DF9BAA}" dt="2026-05-27T17:00:51.136" v="5108"/>
          <ac:spMkLst>
            <pc:docMk/>
            <pc:sldMk cId="78499223" sldId="334"/>
            <ac:spMk id="53" creationId="{9CA3BAB5-6647-46B0-8461-BC8A4025CDC9}"/>
          </ac:spMkLst>
        </pc:spChg>
        <pc:spChg chg="add mod">
          <ac:chgData name="Josué Silva de Morais" userId="f406c2cd-edfc-4057-be10-75858098c663" providerId="ADAL" clId="{DD587564-A78D-4561-8E64-C12CF1DF9BAA}" dt="2026-05-27T17:00:51.140" v="5116"/>
          <ac:spMkLst>
            <pc:docMk/>
            <pc:sldMk cId="78499223" sldId="334"/>
            <ac:spMk id="54" creationId="{B2D98288-A55C-4D40-8716-5872DB4983E3}"/>
          </ac:spMkLst>
        </pc:spChg>
        <pc:spChg chg="add mod">
          <ac:chgData name="Josué Silva de Morais" userId="f406c2cd-edfc-4057-be10-75858098c663" providerId="ADAL" clId="{DD587564-A78D-4561-8E64-C12CF1DF9BAA}" dt="2026-05-27T17:00:51.143" v="5124"/>
          <ac:spMkLst>
            <pc:docMk/>
            <pc:sldMk cId="78499223" sldId="334"/>
            <ac:spMk id="55" creationId="{5E272CB9-D1A9-46C7-B85B-617C8859182E}"/>
          </ac:spMkLst>
        </pc:spChg>
        <pc:spChg chg="add mod">
          <ac:chgData name="Josué Silva de Morais" userId="f406c2cd-edfc-4057-be10-75858098c663" providerId="ADAL" clId="{DD587564-A78D-4561-8E64-C12CF1DF9BAA}" dt="2026-05-27T17:00:51.144" v="5127"/>
          <ac:spMkLst>
            <pc:docMk/>
            <pc:sldMk cId="78499223" sldId="334"/>
            <ac:spMk id="56" creationId="{121485B8-5379-49A5-8AEC-2BF6F5E24E9A}"/>
          </ac:spMkLst>
        </pc:spChg>
        <pc:spChg chg="add mod">
          <ac:chgData name="Josué Silva de Morais" userId="f406c2cd-edfc-4057-be10-75858098c663" providerId="ADAL" clId="{DD587564-A78D-4561-8E64-C12CF1DF9BAA}" dt="2026-05-27T17:00:51.146" v="5131"/>
          <ac:spMkLst>
            <pc:docMk/>
            <pc:sldMk cId="78499223" sldId="334"/>
            <ac:spMk id="57" creationId="{7CDD3146-52E3-44F3-921F-9934413E16FA}"/>
          </ac:spMkLst>
        </pc:spChg>
        <pc:spChg chg="add mod">
          <ac:chgData name="Josué Silva de Morais" userId="f406c2cd-edfc-4057-be10-75858098c663" providerId="ADAL" clId="{DD587564-A78D-4561-8E64-C12CF1DF9BAA}" dt="2026-05-27T17:00:51.149" v="5139"/>
          <ac:spMkLst>
            <pc:docMk/>
            <pc:sldMk cId="78499223" sldId="334"/>
            <ac:spMk id="58" creationId="{94F7C06B-92FA-4D71-9870-AA126F5F0A7D}"/>
          </ac:spMkLst>
        </pc:spChg>
        <pc:spChg chg="add mod">
          <ac:chgData name="Josué Silva de Morais" userId="f406c2cd-edfc-4057-be10-75858098c663" providerId="ADAL" clId="{DD587564-A78D-4561-8E64-C12CF1DF9BAA}" dt="2026-05-27T17:00:51.150" v="5142"/>
          <ac:spMkLst>
            <pc:docMk/>
            <pc:sldMk cId="78499223" sldId="334"/>
            <ac:spMk id="59" creationId="{050784B7-ACE4-4E3D-8443-50C70A11BD4E}"/>
          </ac:spMkLst>
        </pc:spChg>
        <pc:spChg chg="add mod">
          <ac:chgData name="Josué Silva de Morais" userId="f406c2cd-edfc-4057-be10-75858098c663" providerId="ADAL" clId="{DD587564-A78D-4561-8E64-C12CF1DF9BAA}" dt="2026-05-27T17:00:51.152" v="5145"/>
          <ac:spMkLst>
            <pc:docMk/>
            <pc:sldMk cId="78499223" sldId="334"/>
            <ac:spMk id="60" creationId="{97C48C79-7FD3-478C-91D4-4114AC8B1E99}"/>
          </ac:spMkLst>
        </pc:spChg>
        <pc:spChg chg="add mod">
          <ac:chgData name="Josué Silva de Morais" userId="f406c2cd-edfc-4057-be10-75858098c663" providerId="ADAL" clId="{DD587564-A78D-4561-8E64-C12CF1DF9BAA}" dt="2026-05-27T17:00:51.155" v="5153"/>
          <ac:spMkLst>
            <pc:docMk/>
            <pc:sldMk cId="78499223" sldId="334"/>
            <ac:spMk id="61" creationId="{9E557BEC-E06F-4957-9027-FA58A05BC46A}"/>
          </ac:spMkLst>
        </pc:spChg>
        <pc:spChg chg="add mod">
          <ac:chgData name="Josué Silva de Morais" userId="f406c2cd-edfc-4057-be10-75858098c663" providerId="ADAL" clId="{DD587564-A78D-4561-8E64-C12CF1DF9BAA}" dt="2026-05-27T17:00:51.158" v="5161"/>
          <ac:spMkLst>
            <pc:docMk/>
            <pc:sldMk cId="78499223" sldId="334"/>
            <ac:spMk id="62" creationId="{566DEC51-1FDD-4ABF-8805-0DD26EA01ABF}"/>
          </ac:spMkLst>
        </pc:spChg>
        <pc:spChg chg="add mod">
          <ac:chgData name="Josué Silva de Morais" userId="f406c2cd-edfc-4057-be10-75858098c663" providerId="ADAL" clId="{DD587564-A78D-4561-8E64-C12CF1DF9BAA}" dt="2026-05-27T17:17:21.453" v="7179" actId="1035"/>
          <ac:spMkLst>
            <pc:docMk/>
            <pc:sldMk cId="78499223" sldId="334"/>
            <ac:spMk id="63" creationId="{5F11D8B0-69DB-484F-94A4-01FD0A23D2EF}"/>
          </ac:spMkLst>
        </pc:spChg>
        <pc:spChg chg="add mod">
          <ac:chgData name="Josué Silva de Morais" userId="f406c2cd-edfc-4057-be10-75858098c663" providerId="ADAL" clId="{DD587564-A78D-4561-8E64-C12CF1DF9BAA}" dt="2026-05-27T17:17:21.453" v="7179" actId="1035"/>
          <ac:spMkLst>
            <pc:docMk/>
            <pc:sldMk cId="78499223" sldId="334"/>
            <ac:spMk id="64" creationId="{D1BA4D49-7B09-40E1-A98D-BA6C235E22BD}"/>
          </ac:spMkLst>
        </pc:spChg>
        <pc:spChg chg="add mod">
          <ac:chgData name="Josué Silva de Morais" userId="f406c2cd-edfc-4057-be10-75858098c663" providerId="ADAL" clId="{DD587564-A78D-4561-8E64-C12CF1DF9BAA}" dt="2026-05-27T17:17:21.453" v="7179" actId="1035"/>
          <ac:spMkLst>
            <pc:docMk/>
            <pc:sldMk cId="78499223" sldId="334"/>
            <ac:spMk id="65" creationId="{E80BEF02-6511-4855-952E-93DF18A500A0}"/>
          </ac:spMkLst>
        </pc:spChg>
        <pc:spChg chg="add mod">
          <ac:chgData name="Josué Silva de Morais" userId="f406c2cd-edfc-4057-be10-75858098c663" providerId="ADAL" clId="{DD587564-A78D-4561-8E64-C12CF1DF9BAA}" dt="2026-05-27T17:17:21.453" v="7179" actId="1035"/>
          <ac:spMkLst>
            <pc:docMk/>
            <pc:sldMk cId="78499223" sldId="334"/>
            <ac:spMk id="66" creationId="{C78274D3-20DD-4505-BC44-0F0EBB4FFE85}"/>
          </ac:spMkLst>
        </pc:spChg>
        <pc:spChg chg="add del mod">
          <ac:chgData name="Josué Silva de Morais" userId="f406c2cd-edfc-4057-be10-75858098c663" providerId="ADAL" clId="{DD587564-A78D-4561-8E64-C12CF1DF9BAA}" dt="2026-05-27T17:17:12.349" v="7171" actId="478"/>
          <ac:spMkLst>
            <pc:docMk/>
            <pc:sldMk cId="78499223" sldId="334"/>
            <ac:spMk id="67" creationId="{F2A09399-A07D-409E-8D27-A8733B2CBFFF}"/>
          </ac:spMkLst>
        </pc:spChg>
        <pc:spChg chg="add mod">
          <ac:chgData name="Josué Silva de Morais" userId="f406c2cd-edfc-4057-be10-75858098c663" providerId="ADAL" clId="{DD587564-A78D-4561-8E64-C12CF1DF9BAA}" dt="2026-05-27T17:00:51.172" v="5195"/>
          <ac:spMkLst>
            <pc:docMk/>
            <pc:sldMk cId="78499223" sldId="334"/>
            <ac:spMk id="68" creationId="{7BF79C30-F949-4AD7-B704-C582A8CF4B1D}"/>
          </ac:spMkLst>
        </pc:spChg>
        <pc:spChg chg="add mod">
          <ac:chgData name="Josué Silva de Morais" userId="f406c2cd-edfc-4057-be10-75858098c663" providerId="ADAL" clId="{DD587564-A78D-4561-8E64-C12CF1DF9BAA}" dt="2026-05-27T17:00:51.173" v="5198"/>
          <ac:spMkLst>
            <pc:docMk/>
            <pc:sldMk cId="78499223" sldId="334"/>
            <ac:spMk id="69" creationId="{4B0578F7-2635-4CD3-BF72-D9D85C77427C}"/>
          </ac:spMkLst>
        </pc:spChg>
        <pc:spChg chg="add mod">
          <ac:chgData name="Josué Silva de Morais" userId="f406c2cd-edfc-4057-be10-75858098c663" providerId="ADAL" clId="{DD587564-A78D-4561-8E64-C12CF1DF9BAA}" dt="2026-05-27T17:00:51.177" v="5206"/>
          <ac:spMkLst>
            <pc:docMk/>
            <pc:sldMk cId="78499223" sldId="334"/>
            <ac:spMk id="70" creationId="{2D7ED215-F3A9-445B-AA7C-049E3D304711}"/>
          </ac:spMkLst>
        </pc:spChg>
        <pc:spChg chg="add mod">
          <ac:chgData name="Josué Silva de Morais" userId="f406c2cd-edfc-4057-be10-75858098c663" providerId="ADAL" clId="{DD587564-A78D-4561-8E64-C12CF1DF9BAA}" dt="2026-05-27T17:00:51.180" v="5214"/>
          <ac:spMkLst>
            <pc:docMk/>
            <pc:sldMk cId="78499223" sldId="334"/>
            <ac:spMk id="71" creationId="{A78E1276-430F-4E8A-9EA9-EFF8D52DB185}"/>
          </ac:spMkLst>
        </pc:spChg>
        <pc:spChg chg="add mod">
          <ac:chgData name="Josué Silva de Morais" userId="f406c2cd-edfc-4057-be10-75858098c663" providerId="ADAL" clId="{DD587564-A78D-4561-8E64-C12CF1DF9BAA}" dt="2026-05-27T17:00:51.181" v="5217"/>
          <ac:spMkLst>
            <pc:docMk/>
            <pc:sldMk cId="78499223" sldId="334"/>
            <ac:spMk id="72" creationId="{D194BD01-1CA5-439E-96FF-6D8AA60F6372}"/>
          </ac:spMkLst>
        </pc:spChg>
        <pc:spChg chg="add mod">
          <ac:chgData name="Josué Silva de Morais" userId="f406c2cd-edfc-4057-be10-75858098c663" providerId="ADAL" clId="{DD587564-A78D-4561-8E64-C12CF1DF9BAA}" dt="2026-05-27T17:00:51.185" v="5225"/>
          <ac:spMkLst>
            <pc:docMk/>
            <pc:sldMk cId="78499223" sldId="334"/>
            <ac:spMk id="73" creationId="{8CF0A5DC-E7BC-47E3-ABC9-503FED418FB0}"/>
          </ac:spMkLst>
        </pc:spChg>
        <pc:spChg chg="add mod">
          <ac:chgData name="Josué Silva de Morais" userId="f406c2cd-edfc-4057-be10-75858098c663" providerId="ADAL" clId="{DD587564-A78D-4561-8E64-C12CF1DF9BAA}" dt="2026-05-27T17:00:51.188" v="5233"/>
          <ac:spMkLst>
            <pc:docMk/>
            <pc:sldMk cId="78499223" sldId="334"/>
            <ac:spMk id="74" creationId="{5D88C4A8-8F94-49D8-9A9B-D142F1E9A703}"/>
          </ac:spMkLst>
        </pc:spChg>
        <pc:spChg chg="add mod">
          <ac:chgData name="Josué Silva de Morais" userId="f406c2cd-edfc-4057-be10-75858098c663" providerId="ADAL" clId="{DD587564-A78D-4561-8E64-C12CF1DF9BAA}" dt="2026-05-27T17:00:51.189" v="5236"/>
          <ac:spMkLst>
            <pc:docMk/>
            <pc:sldMk cId="78499223" sldId="334"/>
            <ac:spMk id="75" creationId="{8ECE2F98-744D-43F2-A806-42B0EDC7486E}"/>
          </ac:spMkLst>
        </pc:spChg>
        <pc:spChg chg="add mod">
          <ac:chgData name="Josué Silva de Morais" userId="f406c2cd-edfc-4057-be10-75858098c663" providerId="ADAL" clId="{DD587564-A78D-4561-8E64-C12CF1DF9BAA}" dt="2026-05-27T17:00:51.193" v="5244"/>
          <ac:spMkLst>
            <pc:docMk/>
            <pc:sldMk cId="78499223" sldId="334"/>
            <ac:spMk id="76" creationId="{B0C9CEB8-0474-4825-A2D6-A95216DEFA54}"/>
          </ac:spMkLst>
        </pc:spChg>
        <pc:spChg chg="add mod">
          <ac:chgData name="Josué Silva de Morais" userId="f406c2cd-edfc-4057-be10-75858098c663" providerId="ADAL" clId="{DD587564-A78D-4561-8E64-C12CF1DF9BAA}" dt="2026-05-27T17:00:51.196" v="5252"/>
          <ac:spMkLst>
            <pc:docMk/>
            <pc:sldMk cId="78499223" sldId="334"/>
            <ac:spMk id="77" creationId="{CF5DEBD9-E429-430B-A9B4-C86958FE666F}"/>
          </ac:spMkLst>
        </pc:spChg>
        <pc:spChg chg="add mod">
          <ac:chgData name="Josué Silva de Morais" userId="f406c2cd-edfc-4057-be10-75858098c663" providerId="ADAL" clId="{DD587564-A78D-4561-8E64-C12CF1DF9BAA}" dt="2026-05-27T17:00:51.198" v="5255"/>
          <ac:spMkLst>
            <pc:docMk/>
            <pc:sldMk cId="78499223" sldId="334"/>
            <ac:spMk id="78" creationId="{FC6F521E-3149-4500-AD1D-6701E5EA7309}"/>
          </ac:spMkLst>
        </pc:spChg>
        <pc:spChg chg="add mod">
          <ac:chgData name="Josué Silva de Morais" userId="f406c2cd-edfc-4057-be10-75858098c663" providerId="ADAL" clId="{DD587564-A78D-4561-8E64-C12CF1DF9BAA}" dt="2026-05-27T17:00:51.201" v="5263"/>
          <ac:spMkLst>
            <pc:docMk/>
            <pc:sldMk cId="78499223" sldId="334"/>
            <ac:spMk id="79" creationId="{5ED38E65-AFD5-4C42-B4DA-4B2CD9E71395}"/>
          </ac:spMkLst>
        </pc:spChg>
        <pc:spChg chg="add mod">
          <ac:chgData name="Josué Silva de Morais" userId="f406c2cd-edfc-4057-be10-75858098c663" providerId="ADAL" clId="{DD587564-A78D-4561-8E64-C12CF1DF9BAA}" dt="2026-05-27T17:00:51.202" v="5266"/>
          <ac:spMkLst>
            <pc:docMk/>
            <pc:sldMk cId="78499223" sldId="334"/>
            <ac:spMk id="80" creationId="{F027D2EF-7BEA-4854-A0B7-748CE9425C1D}"/>
          </ac:spMkLst>
        </pc:spChg>
        <pc:spChg chg="add mod">
          <ac:chgData name="Josué Silva de Morais" userId="f406c2cd-edfc-4057-be10-75858098c663" providerId="ADAL" clId="{DD587564-A78D-4561-8E64-C12CF1DF9BAA}" dt="2026-05-27T17:00:51.205" v="5274"/>
          <ac:spMkLst>
            <pc:docMk/>
            <pc:sldMk cId="78499223" sldId="334"/>
            <ac:spMk id="81" creationId="{B24B571E-F162-4CD5-B36A-6DC8F99C2BF4}"/>
          </ac:spMkLst>
        </pc:spChg>
        <pc:spChg chg="add mod">
          <ac:chgData name="Josué Silva de Morais" userId="f406c2cd-edfc-4057-be10-75858098c663" providerId="ADAL" clId="{DD587564-A78D-4561-8E64-C12CF1DF9BAA}" dt="2026-05-27T17:00:51.209" v="5282"/>
          <ac:spMkLst>
            <pc:docMk/>
            <pc:sldMk cId="78499223" sldId="334"/>
            <ac:spMk id="82" creationId="{DCFE6C59-C832-44E9-8D05-9E876010F930}"/>
          </ac:spMkLst>
        </pc:spChg>
        <pc:spChg chg="add mod">
          <ac:chgData name="Josué Silva de Morais" userId="f406c2cd-edfc-4057-be10-75858098c663" providerId="ADAL" clId="{DD587564-A78D-4561-8E64-C12CF1DF9BAA}" dt="2026-05-27T17:17:33.421" v="7215" actId="1038"/>
          <ac:spMkLst>
            <pc:docMk/>
            <pc:sldMk cId="78499223" sldId="334"/>
            <ac:spMk id="83" creationId="{A2871AD8-EDC7-5926-8EF5-DDBBB9C797C4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01:11.516" v="5567"/>
        <pc:sldMkLst>
          <pc:docMk/>
          <pc:sldMk cId="4183926839" sldId="335"/>
        </pc:sldMkLst>
        <pc:spChg chg="add del mod">
          <ac:chgData name="Josué Silva de Morais" userId="f406c2cd-edfc-4057-be10-75858098c663" providerId="ADAL" clId="{DD587564-A78D-4561-8E64-C12CF1DF9BAA}" dt="2026-05-27T17:01:11.375" v="5284"/>
          <ac:spMkLst>
            <pc:docMk/>
            <pc:sldMk cId="4183926839" sldId="335"/>
            <ac:spMk id="2" creationId="{8BBCFE7E-9BC2-4733-B10B-C9DB45107F7C}"/>
          </ac:spMkLst>
        </pc:spChg>
        <pc:spChg chg="add del mod">
          <ac:chgData name="Josué Silva de Morais" userId="f406c2cd-edfc-4057-be10-75858098c663" providerId="ADAL" clId="{DD587564-A78D-4561-8E64-C12CF1DF9BAA}" dt="2026-05-27T17:01:11.376" v="5285"/>
          <ac:spMkLst>
            <pc:docMk/>
            <pc:sldMk cId="4183926839" sldId="335"/>
            <ac:spMk id="3" creationId="{7A54B6EF-4CE4-4998-BF1D-D77E017A582F}"/>
          </ac:spMkLst>
        </pc:spChg>
        <pc:spChg chg="add del mod">
          <ac:chgData name="Josué Silva de Morais" userId="f406c2cd-edfc-4057-be10-75858098c663" providerId="ADAL" clId="{DD587564-A78D-4561-8E64-C12CF1DF9BAA}" dt="2026-05-27T17:01:11.376" v="5286"/>
          <ac:spMkLst>
            <pc:docMk/>
            <pc:sldMk cId="4183926839" sldId="335"/>
            <ac:spMk id="4" creationId="{5D79BC82-2767-4C57-8B38-048F346038D5}"/>
          </ac:spMkLst>
        </pc:spChg>
        <pc:spChg chg="add del mod">
          <ac:chgData name="Josué Silva de Morais" userId="f406c2cd-edfc-4057-be10-75858098c663" providerId="ADAL" clId="{DD587564-A78D-4561-8E64-C12CF1DF9BAA}" dt="2026-05-27T17:01:11.377" v="5287"/>
          <ac:spMkLst>
            <pc:docMk/>
            <pc:sldMk cId="4183926839" sldId="335"/>
            <ac:spMk id="5" creationId="{62515147-D763-4AD4-86F9-1F537F4EB3EE}"/>
          </ac:spMkLst>
        </pc:spChg>
        <pc:spChg chg="add del mod">
          <ac:chgData name="Josué Silva de Morais" userId="f406c2cd-edfc-4057-be10-75858098c663" providerId="ADAL" clId="{DD587564-A78D-4561-8E64-C12CF1DF9BAA}" dt="2026-05-27T17:01:11.377" v="5288"/>
          <ac:spMkLst>
            <pc:docMk/>
            <pc:sldMk cId="4183926839" sldId="335"/>
            <ac:spMk id="6" creationId="{BD79CADD-7211-4E45-8EF8-80AB6908E251}"/>
          </ac:spMkLst>
        </pc:spChg>
        <pc:spChg chg="add del mod">
          <ac:chgData name="Josué Silva de Morais" userId="f406c2cd-edfc-4057-be10-75858098c663" providerId="ADAL" clId="{DD587564-A78D-4561-8E64-C12CF1DF9BAA}" dt="2026-05-27T17:01:11.377" v="5289"/>
          <ac:spMkLst>
            <pc:docMk/>
            <pc:sldMk cId="4183926839" sldId="335"/>
            <ac:spMk id="7" creationId="{A771A19B-B79E-477A-AD9B-8F80470BF9E9}"/>
          </ac:spMkLst>
        </pc:spChg>
        <pc:spChg chg="add del mod">
          <ac:chgData name="Josué Silva de Morais" userId="f406c2cd-edfc-4057-be10-75858098c663" providerId="ADAL" clId="{DD587564-A78D-4561-8E64-C12CF1DF9BAA}" dt="2026-05-27T17:01:11.378" v="5290"/>
          <ac:spMkLst>
            <pc:docMk/>
            <pc:sldMk cId="4183926839" sldId="335"/>
            <ac:spMk id="8" creationId="{CE2078A5-F17E-4366-947B-7C3F66E16BBE}"/>
          </ac:spMkLst>
        </pc:spChg>
        <pc:spChg chg="add del mod">
          <ac:chgData name="Josué Silva de Morais" userId="f406c2cd-edfc-4057-be10-75858098c663" providerId="ADAL" clId="{DD587564-A78D-4561-8E64-C12CF1DF9BAA}" dt="2026-05-27T17:01:11.378" v="5291"/>
          <ac:spMkLst>
            <pc:docMk/>
            <pc:sldMk cId="4183926839" sldId="335"/>
            <ac:spMk id="9" creationId="{988E2DBF-9969-4B3A-B818-DE4FB4D7AF34}"/>
          </ac:spMkLst>
        </pc:spChg>
        <pc:spChg chg="add del mod">
          <ac:chgData name="Josué Silva de Morais" userId="f406c2cd-edfc-4057-be10-75858098c663" providerId="ADAL" clId="{DD587564-A78D-4561-8E64-C12CF1DF9BAA}" dt="2026-05-27T17:01:11.379" v="5292"/>
          <ac:spMkLst>
            <pc:docMk/>
            <pc:sldMk cId="4183926839" sldId="335"/>
            <ac:spMk id="10" creationId="{819B76EB-AE21-474B-8DBC-6CEF11280CC0}"/>
          </ac:spMkLst>
        </pc:spChg>
        <pc:spChg chg="add del mod">
          <ac:chgData name="Josué Silva de Morais" userId="f406c2cd-edfc-4057-be10-75858098c663" providerId="ADAL" clId="{DD587564-A78D-4561-8E64-C12CF1DF9BAA}" dt="2026-05-27T17:01:11.379" v="5293"/>
          <ac:spMkLst>
            <pc:docMk/>
            <pc:sldMk cId="4183926839" sldId="335"/>
            <ac:spMk id="11" creationId="{A2D8B824-0300-40B9-B525-7E3035B68EAF}"/>
          </ac:spMkLst>
        </pc:spChg>
        <pc:spChg chg="add del mod">
          <ac:chgData name="Josué Silva de Morais" userId="f406c2cd-edfc-4057-be10-75858098c663" providerId="ADAL" clId="{DD587564-A78D-4561-8E64-C12CF1DF9BAA}" dt="2026-05-27T17:01:11.379" v="5294"/>
          <ac:spMkLst>
            <pc:docMk/>
            <pc:sldMk cId="4183926839" sldId="335"/>
            <ac:spMk id="12" creationId="{8D665CA2-DD9D-4C54-804F-FDCA286C5FAF}"/>
          </ac:spMkLst>
        </pc:spChg>
        <pc:spChg chg="add del mod">
          <ac:chgData name="Josué Silva de Morais" userId="f406c2cd-edfc-4057-be10-75858098c663" providerId="ADAL" clId="{DD587564-A78D-4561-8E64-C12CF1DF9BAA}" dt="2026-05-27T17:01:11.380" v="5295"/>
          <ac:spMkLst>
            <pc:docMk/>
            <pc:sldMk cId="4183926839" sldId="335"/>
            <ac:spMk id="13" creationId="{29FD62EF-F0D8-4B9B-B119-670E5F59FA9F}"/>
          </ac:spMkLst>
        </pc:spChg>
        <pc:spChg chg="add del mod">
          <ac:chgData name="Josué Silva de Morais" userId="f406c2cd-edfc-4057-be10-75858098c663" providerId="ADAL" clId="{DD587564-A78D-4561-8E64-C12CF1DF9BAA}" dt="2026-05-27T17:01:11.380" v="5296"/>
          <ac:spMkLst>
            <pc:docMk/>
            <pc:sldMk cId="4183926839" sldId="335"/>
            <ac:spMk id="14" creationId="{74FF8E4B-1545-40EC-BE4D-ED09F1C1460C}"/>
          </ac:spMkLst>
        </pc:spChg>
        <pc:spChg chg="add del mod">
          <ac:chgData name="Josué Silva de Morais" userId="f406c2cd-edfc-4057-be10-75858098c663" providerId="ADAL" clId="{DD587564-A78D-4561-8E64-C12CF1DF9BAA}" dt="2026-05-27T17:01:11.380" v="5297"/>
          <ac:spMkLst>
            <pc:docMk/>
            <pc:sldMk cId="4183926839" sldId="335"/>
            <ac:spMk id="15" creationId="{890A380E-47F7-4CDD-BCFB-3DDAAB27A9C7}"/>
          </ac:spMkLst>
        </pc:spChg>
        <pc:spChg chg="add del mod">
          <ac:chgData name="Josué Silva de Morais" userId="f406c2cd-edfc-4057-be10-75858098c663" providerId="ADAL" clId="{DD587564-A78D-4561-8E64-C12CF1DF9BAA}" dt="2026-05-27T17:01:11.381" v="5298"/>
          <ac:spMkLst>
            <pc:docMk/>
            <pc:sldMk cId="4183926839" sldId="335"/>
            <ac:spMk id="16" creationId="{B4D11DAC-F0D9-4008-ABF5-686077AC534C}"/>
          </ac:spMkLst>
        </pc:spChg>
        <pc:spChg chg="add del mod">
          <ac:chgData name="Josué Silva de Morais" userId="f406c2cd-edfc-4057-be10-75858098c663" providerId="ADAL" clId="{DD587564-A78D-4561-8E64-C12CF1DF9BAA}" dt="2026-05-27T17:01:11.381" v="5299"/>
          <ac:spMkLst>
            <pc:docMk/>
            <pc:sldMk cId="4183926839" sldId="335"/>
            <ac:spMk id="17" creationId="{A48740F7-B418-472E-97F2-FE3D418E094F}"/>
          </ac:spMkLst>
        </pc:spChg>
        <pc:spChg chg="add del mod">
          <ac:chgData name="Josué Silva de Morais" userId="f406c2cd-edfc-4057-be10-75858098c663" providerId="ADAL" clId="{DD587564-A78D-4561-8E64-C12CF1DF9BAA}" dt="2026-05-27T17:01:11.381" v="5300"/>
          <ac:spMkLst>
            <pc:docMk/>
            <pc:sldMk cId="4183926839" sldId="335"/>
            <ac:spMk id="18" creationId="{914BBF27-0E1D-4F9F-A183-2FCF6D9286E9}"/>
          </ac:spMkLst>
        </pc:spChg>
        <pc:spChg chg="add del mod">
          <ac:chgData name="Josué Silva de Morais" userId="f406c2cd-edfc-4057-be10-75858098c663" providerId="ADAL" clId="{DD587564-A78D-4561-8E64-C12CF1DF9BAA}" dt="2026-05-27T17:01:11.382" v="5301"/>
          <ac:spMkLst>
            <pc:docMk/>
            <pc:sldMk cId="4183926839" sldId="335"/>
            <ac:spMk id="19" creationId="{74F6ECFB-68EB-42FB-846D-F8CDA6C858E8}"/>
          </ac:spMkLst>
        </pc:spChg>
        <pc:spChg chg="add del mod">
          <ac:chgData name="Josué Silva de Morais" userId="f406c2cd-edfc-4057-be10-75858098c663" providerId="ADAL" clId="{DD587564-A78D-4561-8E64-C12CF1DF9BAA}" dt="2026-05-27T17:01:11.382" v="5302"/>
          <ac:spMkLst>
            <pc:docMk/>
            <pc:sldMk cId="4183926839" sldId="335"/>
            <ac:spMk id="20" creationId="{F265037A-B93D-4180-BC7E-E6926E3AB722}"/>
          </ac:spMkLst>
        </pc:spChg>
        <pc:spChg chg="add del mod">
          <ac:chgData name="Josué Silva de Morais" userId="f406c2cd-edfc-4057-be10-75858098c663" providerId="ADAL" clId="{DD587564-A78D-4561-8E64-C12CF1DF9BAA}" dt="2026-05-27T17:01:11.382" v="5303"/>
          <ac:spMkLst>
            <pc:docMk/>
            <pc:sldMk cId="4183926839" sldId="335"/>
            <ac:spMk id="21" creationId="{39F344A4-AF68-4AF8-8518-96D01A424111}"/>
          </ac:spMkLst>
        </pc:spChg>
        <pc:spChg chg="add del mod">
          <ac:chgData name="Josué Silva de Morais" userId="f406c2cd-edfc-4057-be10-75858098c663" providerId="ADAL" clId="{DD587564-A78D-4561-8E64-C12CF1DF9BAA}" dt="2026-05-27T17:01:11.383" v="5304"/>
          <ac:spMkLst>
            <pc:docMk/>
            <pc:sldMk cId="4183926839" sldId="335"/>
            <ac:spMk id="22" creationId="{3DE1CBA8-2417-45E7-B02E-0C1E379E72E5}"/>
          </ac:spMkLst>
        </pc:spChg>
        <pc:spChg chg="add del mod">
          <ac:chgData name="Josué Silva de Morais" userId="f406c2cd-edfc-4057-be10-75858098c663" providerId="ADAL" clId="{DD587564-A78D-4561-8E64-C12CF1DF9BAA}" dt="2026-05-27T17:01:11.383" v="5305"/>
          <ac:spMkLst>
            <pc:docMk/>
            <pc:sldMk cId="4183926839" sldId="335"/>
            <ac:spMk id="23" creationId="{F72D7EAB-CB82-4320-9D0C-8E2AA6497367}"/>
          </ac:spMkLst>
        </pc:spChg>
        <pc:spChg chg="add del mod">
          <ac:chgData name="Josué Silva de Morais" userId="f406c2cd-edfc-4057-be10-75858098c663" providerId="ADAL" clId="{DD587564-A78D-4561-8E64-C12CF1DF9BAA}" dt="2026-05-27T17:01:11.384" v="5306"/>
          <ac:spMkLst>
            <pc:docMk/>
            <pc:sldMk cId="4183926839" sldId="335"/>
            <ac:spMk id="24" creationId="{E06F46F5-1AE5-49F7-895A-BC63B1C63093}"/>
          </ac:spMkLst>
        </pc:spChg>
        <pc:spChg chg="add del mod">
          <ac:chgData name="Josué Silva de Morais" userId="f406c2cd-edfc-4057-be10-75858098c663" providerId="ADAL" clId="{DD587564-A78D-4561-8E64-C12CF1DF9BAA}" dt="2026-05-27T17:01:11.384" v="5307"/>
          <ac:spMkLst>
            <pc:docMk/>
            <pc:sldMk cId="4183926839" sldId="335"/>
            <ac:spMk id="25" creationId="{2B9AF891-9CF4-409F-B509-C42023D066B9}"/>
          </ac:spMkLst>
        </pc:spChg>
        <pc:spChg chg="add del mod">
          <ac:chgData name="Josué Silva de Morais" userId="f406c2cd-edfc-4057-be10-75858098c663" providerId="ADAL" clId="{DD587564-A78D-4561-8E64-C12CF1DF9BAA}" dt="2026-05-27T17:01:11.384" v="5308"/>
          <ac:spMkLst>
            <pc:docMk/>
            <pc:sldMk cId="4183926839" sldId="335"/>
            <ac:spMk id="26" creationId="{EC2E0B0E-A14D-4C0C-BA8A-AD8ABB0741D5}"/>
          </ac:spMkLst>
        </pc:spChg>
        <pc:spChg chg="add del mod">
          <ac:chgData name="Josué Silva de Morais" userId="f406c2cd-edfc-4057-be10-75858098c663" providerId="ADAL" clId="{DD587564-A78D-4561-8E64-C12CF1DF9BAA}" dt="2026-05-27T17:01:11.385" v="5309"/>
          <ac:spMkLst>
            <pc:docMk/>
            <pc:sldMk cId="4183926839" sldId="335"/>
            <ac:spMk id="27" creationId="{AAC744EF-D1A6-4801-ADFF-5990471E83DC}"/>
          </ac:spMkLst>
        </pc:spChg>
        <pc:spChg chg="add del mod">
          <ac:chgData name="Josué Silva de Morais" userId="f406c2cd-edfc-4057-be10-75858098c663" providerId="ADAL" clId="{DD587564-A78D-4561-8E64-C12CF1DF9BAA}" dt="2026-05-27T17:01:11.385" v="5310"/>
          <ac:spMkLst>
            <pc:docMk/>
            <pc:sldMk cId="4183926839" sldId="335"/>
            <ac:spMk id="28" creationId="{96E0DD63-62A7-47AA-A906-C7093A4373D6}"/>
          </ac:spMkLst>
        </pc:spChg>
        <pc:spChg chg="add del mod">
          <ac:chgData name="Josué Silva de Morais" userId="f406c2cd-edfc-4057-be10-75858098c663" providerId="ADAL" clId="{DD587564-A78D-4561-8E64-C12CF1DF9BAA}" dt="2026-05-27T17:01:11.385" v="5311"/>
          <ac:spMkLst>
            <pc:docMk/>
            <pc:sldMk cId="4183926839" sldId="335"/>
            <ac:spMk id="29" creationId="{8AEFFECD-A072-4088-A019-AD7F68809F89}"/>
          </ac:spMkLst>
        </pc:spChg>
        <pc:spChg chg="add del mod">
          <ac:chgData name="Josué Silva de Morais" userId="f406c2cd-edfc-4057-be10-75858098c663" providerId="ADAL" clId="{DD587564-A78D-4561-8E64-C12CF1DF9BAA}" dt="2026-05-27T17:01:11.386" v="5312"/>
          <ac:spMkLst>
            <pc:docMk/>
            <pc:sldMk cId="4183926839" sldId="335"/>
            <ac:spMk id="30" creationId="{9EE089FB-8D45-4888-9286-86A4839E5669}"/>
          </ac:spMkLst>
        </pc:spChg>
        <pc:spChg chg="add del mod">
          <ac:chgData name="Josué Silva de Morais" userId="f406c2cd-edfc-4057-be10-75858098c663" providerId="ADAL" clId="{DD587564-A78D-4561-8E64-C12CF1DF9BAA}" dt="2026-05-27T17:01:11.386" v="5313"/>
          <ac:spMkLst>
            <pc:docMk/>
            <pc:sldMk cId="4183926839" sldId="335"/>
            <ac:spMk id="31" creationId="{5BE53E51-EF28-4673-9A3E-5BFC7BFECCFB}"/>
          </ac:spMkLst>
        </pc:spChg>
        <pc:spChg chg="add del mod">
          <ac:chgData name="Josué Silva de Morais" userId="f406c2cd-edfc-4057-be10-75858098c663" providerId="ADAL" clId="{DD587564-A78D-4561-8E64-C12CF1DF9BAA}" dt="2026-05-27T17:01:11.386" v="5314"/>
          <ac:spMkLst>
            <pc:docMk/>
            <pc:sldMk cId="4183926839" sldId="335"/>
            <ac:spMk id="32" creationId="{5A8061EA-CD41-45D8-B337-F4C70E93609F}"/>
          </ac:spMkLst>
        </pc:spChg>
        <pc:spChg chg="add del mod">
          <ac:chgData name="Josué Silva de Morais" userId="f406c2cd-edfc-4057-be10-75858098c663" providerId="ADAL" clId="{DD587564-A78D-4561-8E64-C12CF1DF9BAA}" dt="2026-05-27T17:01:11.386" v="5315"/>
          <ac:spMkLst>
            <pc:docMk/>
            <pc:sldMk cId="4183926839" sldId="335"/>
            <ac:spMk id="33" creationId="{3D572E39-F49B-4767-9342-6A5FB317820B}"/>
          </ac:spMkLst>
        </pc:spChg>
        <pc:spChg chg="add del mod">
          <ac:chgData name="Josué Silva de Morais" userId="f406c2cd-edfc-4057-be10-75858098c663" providerId="ADAL" clId="{DD587564-A78D-4561-8E64-C12CF1DF9BAA}" dt="2026-05-27T17:01:11.387" v="5316"/>
          <ac:spMkLst>
            <pc:docMk/>
            <pc:sldMk cId="4183926839" sldId="335"/>
            <ac:spMk id="34" creationId="{EAF18EE9-9ACC-42FB-85C7-09D2F0111106}"/>
          </ac:spMkLst>
        </pc:spChg>
        <pc:spChg chg="add del mod">
          <ac:chgData name="Josué Silva de Morais" userId="f406c2cd-edfc-4057-be10-75858098c663" providerId="ADAL" clId="{DD587564-A78D-4561-8E64-C12CF1DF9BAA}" dt="2026-05-27T17:01:11.387" v="5317"/>
          <ac:spMkLst>
            <pc:docMk/>
            <pc:sldMk cId="4183926839" sldId="335"/>
            <ac:spMk id="35" creationId="{3F5A7F8C-923B-492A-A53A-CB63B8541029}"/>
          </ac:spMkLst>
        </pc:spChg>
        <pc:spChg chg="add del mod">
          <ac:chgData name="Josué Silva de Morais" userId="f406c2cd-edfc-4057-be10-75858098c663" providerId="ADAL" clId="{DD587564-A78D-4561-8E64-C12CF1DF9BAA}" dt="2026-05-27T16:54:16.116" v="4999" actId="478"/>
          <ac:spMkLst>
            <pc:docMk/>
            <pc:sldMk cId="4183926839" sldId="335"/>
            <ac:spMk id="36" creationId="{FB4A5625-3F75-406D-8BEC-667E225FA323}"/>
          </ac:spMkLst>
        </pc:spChg>
        <pc:spChg chg="add del mod">
          <ac:chgData name="Josué Silva de Morais" userId="f406c2cd-edfc-4057-be10-75858098c663" providerId="ADAL" clId="{DD587564-A78D-4561-8E64-C12CF1DF9BAA}" dt="2026-05-27T16:54:15.412" v="4998" actId="478"/>
          <ac:spMkLst>
            <pc:docMk/>
            <pc:sldMk cId="4183926839" sldId="335"/>
            <ac:spMk id="37" creationId="{E89BB7CB-C9F7-4E4E-9CDD-04BDB3ED634D}"/>
          </ac:spMkLst>
        </pc:spChg>
        <pc:spChg chg="add del mod">
          <ac:chgData name="Josué Silva de Morais" userId="f406c2cd-edfc-4057-be10-75858098c663" providerId="ADAL" clId="{DD587564-A78D-4561-8E64-C12CF1DF9BAA}" dt="2026-05-27T16:54:11.723" v="4996" actId="478"/>
          <ac:spMkLst>
            <pc:docMk/>
            <pc:sldMk cId="4183926839" sldId="335"/>
            <ac:spMk id="38" creationId="{07B5CA91-602E-4879-93DA-473C4AD297BD}"/>
          </ac:spMkLst>
        </pc:spChg>
        <pc:spChg chg="add del mod">
          <ac:chgData name="Josué Silva de Morais" userId="f406c2cd-edfc-4057-be10-75858098c663" providerId="ADAL" clId="{DD587564-A78D-4561-8E64-C12CF1DF9BAA}" dt="2026-05-27T16:54:13.059" v="4997" actId="478"/>
          <ac:spMkLst>
            <pc:docMk/>
            <pc:sldMk cId="4183926839" sldId="335"/>
            <ac:spMk id="39" creationId="{C99F2420-A3BA-4BB6-B409-F908A794BFD6}"/>
          </ac:spMkLst>
        </pc:spChg>
        <pc:spChg chg="add del mod">
          <ac:chgData name="Josué Silva de Morais" userId="f406c2cd-edfc-4057-be10-75858098c663" providerId="ADAL" clId="{DD587564-A78D-4561-8E64-C12CF1DF9BAA}" dt="2026-05-27T17:01:11.387" v="5318"/>
          <ac:spMkLst>
            <pc:docMk/>
            <pc:sldMk cId="4183926839" sldId="335"/>
            <ac:spMk id="40" creationId="{B7E28C7B-2F53-4C46-AF85-CEAF2EAD9A3B}"/>
          </ac:spMkLst>
        </pc:spChg>
        <pc:spChg chg="add del mod">
          <ac:chgData name="Josué Silva de Morais" userId="f406c2cd-edfc-4057-be10-75858098c663" providerId="ADAL" clId="{DD587564-A78D-4561-8E64-C12CF1DF9BAA}" dt="2026-05-27T17:01:11.388" v="5319"/>
          <ac:spMkLst>
            <pc:docMk/>
            <pc:sldMk cId="4183926839" sldId="335"/>
            <ac:spMk id="41" creationId="{A2CC5CFA-F1E3-4872-9B6D-8ECBE75E956D}"/>
          </ac:spMkLst>
        </pc:spChg>
        <pc:spChg chg="add del mod">
          <ac:chgData name="Josué Silva de Morais" userId="f406c2cd-edfc-4057-be10-75858098c663" providerId="ADAL" clId="{DD587564-A78D-4561-8E64-C12CF1DF9BAA}" dt="2026-05-27T17:01:11.388" v="5320"/>
          <ac:spMkLst>
            <pc:docMk/>
            <pc:sldMk cId="4183926839" sldId="335"/>
            <ac:spMk id="42" creationId="{7F5382E2-2346-4C4F-8FAE-11F4E9E65615}"/>
          </ac:spMkLst>
        </pc:spChg>
        <pc:spChg chg="add mod">
          <ac:chgData name="Josué Silva de Morais" userId="f406c2cd-edfc-4057-be10-75858098c663" providerId="ADAL" clId="{DD587564-A78D-4561-8E64-C12CF1DF9BAA}" dt="2026-05-27T17:01:11.412" v="5323"/>
          <ac:spMkLst>
            <pc:docMk/>
            <pc:sldMk cId="4183926839" sldId="335"/>
            <ac:spMk id="43" creationId="{D2C37B13-F1AE-4190-8E41-1506C3E5CC5A}"/>
          </ac:spMkLst>
        </pc:spChg>
        <pc:spChg chg="add mod">
          <ac:chgData name="Josué Silva de Morais" userId="f406c2cd-edfc-4057-be10-75858098c663" providerId="ADAL" clId="{DD587564-A78D-4561-8E64-C12CF1DF9BAA}" dt="2026-05-27T17:01:11.415" v="5331"/>
          <ac:spMkLst>
            <pc:docMk/>
            <pc:sldMk cId="4183926839" sldId="335"/>
            <ac:spMk id="44" creationId="{E366D508-55BB-4836-B728-7BAED5A757F0}"/>
          </ac:spMkLst>
        </pc:spChg>
        <pc:spChg chg="add mod">
          <ac:chgData name="Josué Silva de Morais" userId="f406c2cd-edfc-4057-be10-75858098c663" providerId="ADAL" clId="{DD587564-A78D-4561-8E64-C12CF1DF9BAA}" dt="2026-05-27T17:01:11.419" v="5339"/>
          <ac:spMkLst>
            <pc:docMk/>
            <pc:sldMk cId="4183926839" sldId="335"/>
            <ac:spMk id="45" creationId="{5A263BA6-ED52-4835-95EC-3976B77B1830}"/>
          </ac:spMkLst>
        </pc:spChg>
        <pc:spChg chg="add mod">
          <ac:chgData name="Josué Silva de Morais" userId="f406c2cd-edfc-4057-be10-75858098c663" providerId="ADAL" clId="{DD587564-A78D-4561-8E64-C12CF1DF9BAA}" dt="2026-05-27T17:01:11.423" v="5347"/>
          <ac:spMkLst>
            <pc:docMk/>
            <pc:sldMk cId="4183926839" sldId="335"/>
            <ac:spMk id="46" creationId="{E45719EC-C45E-4749-A88B-0AAA434E0A89}"/>
          </ac:spMkLst>
        </pc:spChg>
        <pc:spChg chg="add mod">
          <ac:chgData name="Josué Silva de Morais" userId="f406c2cd-edfc-4057-be10-75858098c663" providerId="ADAL" clId="{DD587564-A78D-4561-8E64-C12CF1DF9BAA}" dt="2026-05-27T17:01:11.424" v="5350"/>
          <ac:spMkLst>
            <pc:docMk/>
            <pc:sldMk cId="4183926839" sldId="335"/>
            <ac:spMk id="47" creationId="{D76566A5-D464-4B57-8BAA-5641B611F777}"/>
          </ac:spMkLst>
        </pc:spChg>
        <pc:spChg chg="add mod">
          <ac:chgData name="Josué Silva de Morais" userId="f406c2cd-edfc-4057-be10-75858098c663" providerId="ADAL" clId="{DD587564-A78D-4561-8E64-C12CF1DF9BAA}" dt="2026-05-27T17:01:11.427" v="5358"/>
          <ac:spMkLst>
            <pc:docMk/>
            <pc:sldMk cId="4183926839" sldId="335"/>
            <ac:spMk id="48" creationId="{BC8CFEEE-9E4D-4789-9056-B0BF6A4574AB}"/>
          </ac:spMkLst>
        </pc:spChg>
        <pc:spChg chg="add mod">
          <ac:chgData name="Josué Silva de Morais" userId="f406c2cd-edfc-4057-be10-75858098c663" providerId="ADAL" clId="{DD587564-A78D-4561-8E64-C12CF1DF9BAA}" dt="2026-05-27T17:01:11.429" v="5361"/>
          <ac:spMkLst>
            <pc:docMk/>
            <pc:sldMk cId="4183926839" sldId="335"/>
            <ac:spMk id="49" creationId="{C833FD5B-010A-4E7B-8711-AB293443468C}"/>
          </ac:spMkLst>
        </pc:spChg>
        <pc:spChg chg="add mod">
          <ac:chgData name="Josué Silva de Morais" userId="f406c2cd-edfc-4057-be10-75858098c663" providerId="ADAL" clId="{DD587564-A78D-4561-8E64-C12CF1DF9BAA}" dt="2026-05-27T17:01:11.432" v="5369"/>
          <ac:spMkLst>
            <pc:docMk/>
            <pc:sldMk cId="4183926839" sldId="335"/>
            <ac:spMk id="50" creationId="{C3D5A48F-308F-4088-B639-D2F8160035B0}"/>
          </ac:spMkLst>
        </pc:spChg>
        <pc:spChg chg="add mod">
          <ac:chgData name="Josué Silva de Morais" userId="f406c2cd-edfc-4057-be10-75858098c663" providerId="ADAL" clId="{DD587564-A78D-4561-8E64-C12CF1DF9BAA}" dt="2026-05-27T17:01:11.435" v="5377"/>
          <ac:spMkLst>
            <pc:docMk/>
            <pc:sldMk cId="4183926839" sldId="335"/>
            <ac:spMk id="51" creationId="{70FB4C53-28CF-4B2B-8C10-F8F5EC976E69}"/>
          </ac:spMkLst>
        </pc:spChg>
        <pc:spChg chg="add mod">
          <ac:chgData name="Josué Silva de Morais" userId="f406c2cd-edfc-4057-be10-75858098c663" providerId="ADAL" clId="{DD587564-A78D-4561-8E64-C12CF1DF9BAA}" dt="2026-05-27T17:01:11.437" v="5380"/>
          <ac:spMkLst>
            <pc:docMk/>
            <pc:sldMk cId="4183926839" sldId="335"/>
            <ac:spMk id="52" creationId="{92A98621-EAB3-486E-B6CC-2007ECCA1C56}"/>
          </ac:spMkLst>
        </pc:spChg>
        <pc:spChg chg="add mod">
          <ac:chgData name="Josué Silva de Morais" userId="f406c2cd-edfc-4057-be10-75858098c663" providerId="ADAL" clId="{DD587564-A78D-4561-8E64-C12CF1DF9BAA}" dt="2026-05-27T17:01:11.440" v="5388"/>
          <ac:spMkLst>
            <pc:docMk/>
            <pc:sldMk cId="4183926839" sldId="335"/>
            <ac:spMk id="53" creationId="{53AD1BD0-DDE1-4CD3-9DC7-E2361A4F004D}"/>
          </ac:spMkLst>
        </pc:spChg>
        <pc:spChg chg="add mod">
          <ac:chgData name="Josué Silva de Morais" userId="f406c2cd-edfc-4057-be10-75858098c663" providerId="ADAL" clId="{DD587564-A78D-4561-8E64-C12CF1DF9BAA}" dt="2026-05-27T17:01:11.443" v="5396"/>
          <ac:spMkLst>
            <pc:docMk/>
            <pc:sldMk cId="4183926839" sldId="335"/>
            <ac:spMk id="54" creationId="{D673C953-13EF-42A7-8B3C-DAF5380E173B}"/>
          </ac:spMkLst>
        </pc:spChg>
        <pc:spChg chg="add mod">
          <ac:chgData name="Josué Silva de Morais" userId="f406c2cd-edfc-4057-be10-75858098c663" providerId="ADAL" clId="{DD587564-A78D-4561-8E64-C12CF1DF9BAA}" dt="2026-05-27T17:01:11.445" v="5399"/>
          <ac:spMkLst>
            <pc:docMk/>
            <pc:sldMk cId="4183926839" sldId="335"/>
            <ac:spMk id="55" creationId="{A2FF2525-D3A2-4C8F-AE29-1CDA4A8E3D83}"/>
          </ac:spMkLst>
        </pc:spChg>
        <pc:spChg chg="add mod">
          <ac:chgData name="Josué Silva de Morais" userId="f406c2cd-edfc-4057-be10-75858098c663" providerId="ADAL" clId="{DD587564-A78D-4561-8E64-C12CF1DF9BAA}" dt="2026-05-27T17:01:11.448" v="5407"/>
          <ac:spMkLst>
            <pc:docMk/>
            <pc:sldMk cId="4183926839" sldId="335"/>
            <ac:spMk id="56" creationId="{6F3440AE-5C6A-45BE-8015-B811347084B7}"/>
          </ac:spMkLst>
        </pc:spChg>
        <pc:spChg chg="add mod">
          <ac:chgData name="Josué Silva de Morais" userId="f406c2cd-edfc-4057-be10-75858098c663" providerId="ADAL" clId="{DD587564-A78D-4561-8E64-C12CF1DF9BAA}" dt="2026-05-27T17:01:11.451" v="5415"/>
          <ac:spMkLst>
            <pc:docMk/>
            <pc:sldMk cId="4183926839" sldId="335"/>
            <ac:spMk id="57" creationId="{E33D9795-52D3-4EDB-B35C-76CDE2264A21}"/>
          </ac:spMkLst>
        </pc:spChg>
        <pc:spChg chg="add mod">
          <ac:chgData name="Josué Silva de Morais" userId="f406c2cd-edfc-4057-be10-75858098c663" providerId="ADAL" clId="{DD587564-A78D-4561-8E64-C12CF1DF9BAA}" dt="2026-05-27T17:01:11.453" v="5418"/>
          <ac:spMkLst>
            <pc:docMk/>
            <pc:sldMk cId="4183926839" sldId="335"/>
            <ac:spMk id="58" creationId="{8658E888-D9D3-41C7-84B1-1592F802A63E}"/>
          </ac:spMkLst>
        </pc:spChg>
        <pc:spChg chg="add mod">
          <ac:chgData name="Josué Silva de Morais" userId="f406c2cd-edfc-4057-be10-75858098c663" providerId="ADAL" clId="{DD587564-A78D-4561-8E64-C12CF1DF9BAA}" dt="2026-05-27T17:01:11.456" v="5426"/>
          <ac:spMkLst>
            <pc:docMk/>
            <pc:sldMk cId="4183926839" sldId="335"/>
            <ac:spMk id="59" creationId="{E05FD53E-91E5-4C75-B137-9DBF01FC99C0}"/>
          </ac:spMkLst>
        </pc:spChg>
        <pc:spChg chg="add mod">
          <ac:chgData name="Josué Silva de Morais" userId="f406c2cd-edfc-4057-be10-75858098c663" providerId="ADAL" clId="{DD587564-A78D-4561-8E64-C12CF1DF9BAA}" dt="2026-05-27T17:01:11.459" v="5434"/>
          <ac:spMkLst>
            <pc:docMk/>
            <pc:sldMk cId="4183926839" sldId="335"/>
            <ac:spMk id="60" creationId="{C5DE4641-8A11-4B14-9491-2EC52ADFED0F}"/>
          </ac:spMkLst>
        </pc:spChg>
        <pc:spChg chg="add mod">
          <ac:chgData name="Josué Silva de Morais" userId="f406c2cd-edfc-4057-be10-75858098c663" providerId="ADAL" clId="{DD587564-A78D-4561-8E64-C12CF1DF9BAA}" dt="2026-05-27T17:01:11.460" v="5437"/>
          <ac:spMkLst>
            <pc:docMk/>
            <pc:sldMk cId="4183926839" sldId="335"/>
            <ac:spMk id="61" creationId="{BA07D696-C19E-430E-8D5B-C4BCB860A427}"/>
          </ac:spMkLst>
        </pc:spChg>
        <pc:spChg chg="add mod">
          <ac:chgData name="Josué Silva de Morais" userId="f406c2cd-edfc-4057-be10-75858098c663" providerId="ADAL" clId="{DD587564-A78D-4561-8E64-C12CF1DF9BAA}" dt="2026-05-27T17:01:11.464" v="5445"/>
          <ac:spMkLst>
            <pc:docMk/>
            <pc:sldMk cId="4183926839" sldId="335"/>
            <ac:spMk id="62" creationId="{FBB9718D-1E8F-4D53-AF7C-9CB14361CD1C}"/>
          </ac:spMkLst>
        </pc:spChg>
        <pc:spChg chg="add mod">
          <ac:chgData name="Josué Silva de Morais" userId="f406c2cd-edfc-4057-be10-75858098c663" providerId="ADAL" clId="{DD587564-A78D-4561-8E64-C12CF1DF9BAA}" dt="2026-05-27T17:01:11.468" v="5453"/>
          <ac:spMkLst>
            <pc:docMk/>
            <pc:sldMk cId="4183926839" sldId="335"/>
            <ac:spMk id="63" creationId="{55419401-F412-49E2-9662-17CFED9AAF86}"/>
          </ac:spMkLst>
        </pc:spChg>
        <pc:spChg chg="add mod">
          <ac:chgData name="Josué Silva de Morais" userId="f406c2cd-edfc-4057-be10-75858098c663" providerId="ADAL" clId="{DD587564-A78D-4561-8E64-C12CF1DF9BAA}" dt="2026-05-27T17:01:11.469" v="5456"/>
          <ac:spMkLst>
            <pc:docMk/>
            <pc:sldMk cId="4183926839" sldId="335"/>
            <ac:spMk id="64" creationId="{E19649CD-184A-4A35-8AF2-4BDCE402BB63}"/>
          </ac:spMkLst>
        </pc:spChg>
        <pc:spChg chg="add mod">
          <ac:chgData name="Josué Silva de Morais" userId="f406c2cd-edfc-4057-be10-75858098c663" providerId="ADAL" clId="{DD587564-A78D-4561-8E64-C12CF1DF9BAA}" dt="2026-05-27T17:01:11.472" v="5464"/>
          <ac:spMkLst>
            <pc:docMk/>
            <pc:sldMk cId="4183926839" sldId="335"/>
            <ac:spMk id="65" creationId="{70BE3103-49D4-4905-A6C7-05C2B9EF449F}"/>
          </ac:spMkLst>
        </pc:spChg>
        <pc:spChg chg="add mod">
          <ac:chgData name="Josué Silva de Morais" userId="f406c2cd-edfc-4057-be10-75858098c663" providerId="ADAL" clId="{DD587564-A78D-4561-8E64-C12CF1DF9BAA}" dt="2026-05-27T17:01:11.476" v="5472"/>
          <ac:spMkLst>
            <pc:docMk/>
            <pc:sldMk cId="4183926839" sldId="335"/>
            <ac:spMk id="66" creationId="{DEFBA83A-BE8F-4C1A-9062-FEB5DFEEC2FE}"/>
          </ac:spMkLst>
        </pc:spChg>
        <pc:spChg chg="add mod">
          <ac:chgData name="Josué Silva de Morais" userId="f406c2cd-edfc-4057-be10-75858098c663" providerId="ADAL" clId="{DD587564-A78D-4561-8E64-C12CF1DF9BAA}" dt="2026-05-27T17:01:11.479" v="5480"/>
          <ac:spMkLst>
            <pc:docMk/>
            <pc:sldMk cId="4183926839" sldId="335"/>
            <ac:spMk id="67" creationId="{DF331A9D-DF84-4F0D-8789-AB6F5E1DAF00}"/>
          </ac:spMkLst>
        </pc:spChg>
        <pc:spChg chg="add mod">
          <ac:chgData name="Josué Silva de Morais" userId="f406c2cd-edfc-4057-be10-75858098c663" providerId="ADAL" clId="{DD587564-A78D-4561-8E64-C12CF1DF9BAA}" dt="2026-05-27T17:01:11.481" v="5483"/>
          <ac:spMkLst>
            <pc:docMk/>
            <pc:sldMk cId="4183926839" sldId="335"/>
            <ac:spMk id="68" creationId="{D9AF8B77-8A1C-49D2-A33F-B747E5B83641}"/>
          </ac:spMkLst>
        </pc:spChg>
        <pc:spChg chg="add mod">
          <ac:chgData name="Josué Silva de Morais" userId="f406c2cd-edfc-4057-be10-75858098c663" providerId="ADAL" clId="{DD587564-A78D-4561-8E64-C12CF1DF9BAA}" dt="2026-05-27T17:01:11.484" v="5491"/>
          <ac:spMkLst>
            <pc:docMk/>
            <pc:sldMk cId="4183926839" sldId="335"/>
            <ac:spMk id="69" creationId="{F5FDF593-3896-4FA3-9731-8E19B98BBD3A}"/>
          </ac:spMkLst>
        </pc:spChg>
        <pc:spChg chg="add mod">
          <ac:chgData name="Josué Silva de Morais" userId="f406c2cd-edfc-4057-be10-75858098c663" providerId="ADAL" clId="{DD587564-A78D-4561-8E64-C12CF1DF9BAA}" dt="2026-05-27T17:01:11.488" v="5499"/>
          <ac:spMkLst>
            <pc:docMk/>
            <pc:sldMk cId="4183926839" sldId="335"/>
            <ac:spMk id="70" creationId="{E42FF69F-E138-44DD-91C8-89F7CEEFFE1E}"/>
          </ac:spMkLst>
        </pc:spChg>
        <pc:spChg chg="add mod">
          <ac:chgData name="Josué Silva de Morais" userId="f406c2cd-edfc-4057-be10-75858098c663" providerId="ADAL" clId="{DD587564-A78D-4561-8E64-C12CF1DF9BAA}" dt="2026-05-27T17:01:11.489" v="5502"/>
          <ac:spMkLst>
            <pc:docMk/>
            <pc:sldMk cId="4183926839" sldId="335"/>
            <ac:spMk id="71" creationId="{DFA1CE7C-7A3E-41D9-884C-18FC6FA92DD1}"/>
          </ac:spMkLst>
        </pc:spChg>
        <pc:spChg chg="add mod">
          <ac:chgData name="Josué Silva de Morais" userId="f406c2cd-edfc-4057-be10-75858098c663" providerId="ADAL" clId="{DD587564-A78D-4561-8E64-C12CF1DF9BAA}" dt="2026-05-27T17:01:11.492" v="5510"/>
          <ac:spMkLst>
            <pc:docMk/>
            <pc:sldMk cId="4183926839" sldId="335"/>
            <ac:spMk id="72" creationId="{B37007B6-F1E6-47B2-9B9E-56F3260A5464}"/>
          </ac:spMkLst>
        </pc:spChg>
        <pc:spChg chg="add mod">
          <ac:chgData name="Josué Silva de Morais" userId="f406c2cd-edfc-4057-be10-75858098c663" providerId="ADAL" clId="{DD587564-A78D-4561-8E64-C12CF1DF9BAA}" dt="2026-05-27T17:01:11.496" v="5518"/>
          <ac:spMkLst>
            <pc:docMk/>
            <pc:sldMk cId="4183926839" sldId="335"/>
            <ac:spMk id="73" creationId="{AE538D81-5A92-4F27-884C-557837D621C3}"/>
          </ac:spMkLst>
        </pc:spChg>
        <pc:spChg chg="add mod">
          <ac:chgData name="Josué Silva de Morais" userId="f406c2cd-edfc-4057-be10-75858098c663" providerId="ADAL" clId="{DD587564-A78D-4561-8E64-C12CF1DF9BAA}" dt="2026-05-27T17:01:11.497" v="5521"/>
          <ac:spMkLst>
            <pc:docMk/>
            <pc:sldMk cId="4183926839" sldId="335"/>
            <ac:spMk id="74" creationId="{66418296-6ABE-42AB-923E-34397648BDFC}"/>
          </ac:spMkLst>
        </pc:spChg>
        <pc:spChg chg="add mod">
          <ac:chgData name="Josué Silva de Morais" userId="f406c2cd-edfc-4057-be10-75858098c663" providerId="ADAL" clId="{DD587564-A78D-4561-8E64-C12CF1DF9BAA}" dt="2026-05-27T17:01:11.500" v="5529"/>
          <ac:spMkLst>
            <pc:docMk/>
            <pc:sldMk cId="4183926839" sldId="335"/>
            <ac:spMk id="75" creationId="{96383382-A1AF-4C8D-8065-86AE402299C2}"/>
          </ac:spMkLst>
        </pc:spChg>
        <pc:spChg chg="add mod">
          <ac:chgData name="Josué Silva de Morais" userId="f406c2cd-edfc-4057-be10-75858098c663" providerId="ADAL" clId="{DD587564-A78D-4561-8E64-C12CF1DF9BAA}" dt="2026-05-27T17:01:11.504" v="5537"/>
          <ac:spMkLst>
            <pc:docMk/>
            <pc:sldMk cId="4183926839" sldId="335"/>
            <ac:spMk id="76" creationId="{993FE2D7-1C34-4303-AACF-189995CD30A5}"/>
          </ac:spMkLst>
        </pc:spChg>
        <pc:spChg chg="add mod">
          <ac:chgData name="Josué Silva de Morais" userId="f406c2cd-edfc-4057-be10-75858098c663" providerId="ADAL" clId="{DD587564-A78D-4561-8E64-C12CF1DF9BAA}" dt="2026-05-27T17:01:11.505" v="5540"/>
          <ac:spMkLst>
            <pc:docMk/>
            <pc:sldMk cId="4183926839" sldId="335"/>
            <ac:spMk id="77" creationId="{67EC1879-EB61-4F02-BDF4-41DECD0C06ED}"/>
          </ac:spMkLst>
        </pc:spChg>
        <pc:spChg chg="add mod">
          <ac:chgData name="Josué Silva de Morais" userId="f406c2cd-edfc-4057-be10-75858098c663" providerId="ADAL" clId="{DD587564-A78D-4561-8E64-C12CF1DF9BAA}" dt="2026-05-27T17:01:11.508" v="5548"/>
          <ac:spMkLst>
            <pc:docMk/>
            <pc:sldMk cId="4183926839" sldId="335"/>
            <ac:spMk id="78" creationId="{ACA01DEB-D243-4424-BEBA-869A7BB64FA1}"/>
          </ac:spMkLst>
        </pc:spChg>
        <pc:spChg chg="add mod">
          <ac:chgData name="Josué Silva de Morais" userId="f406c2cd-edfc-4057-be10-75858098c663" providerId="ADAL" clId="{DD587564-A78D-4561-8E64-C12CF1DF9BAA}" dt="2026-05-27T17:01:11.509" v="5551"/>
          <ac:spMkLst>
            <pc:docMk/>
            <pc:sldMk cId="4183926839" sldId="335"/>
            <ac:spMk id="79" creationId="{D2579470-6DA3-40B9-952C-50432DA22A3A}"/>
          </ac:spMkLst>
        </pc:spChg>
        <pc:spChg chg="add mod">
          <ac:chgData name="Josué Silva de Morais" userId="f406c2cd-edfc-4057-be10-75858098c663" providerId="ADAL" clId="{DD587564-A78D-4561-8E64-C12CF1DF9BAA}" dt="2026-05-27T17:01:11.513" v="5559"/>
          <ac:spMkLst>
            <pc:docMk/>
            <pc:sldMk cId="4183926839" sldId="335"/>
            <ac:spMk id="80" creationId="{EBAF367F-2FFF-4AFD-A7AB-976CD6A73A04}"/>
          </ac:spMkLst>
        </pc:spChg>
        <pc:spChg chg="add mod">
          <ac:chgData name="Josué Silva de Morais" userId="f406c2cd-edfc-4057-be10-75858098c663" providerId="ADAL" clId="{DD587564-A78D-4561-8E64-C12CF1DF9BAA}" dt="2026-05-27T17:01:11.516" v="5567"/>
          <ac:spMkLst>
            <pc:docMk/>
            <pc:sldMk cId="4183926839" sldId="335"/>
            <ac:spMk id="81" creationId="{DC475D8A-C5E7-4B28-BFC8-B39AA615FE8E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01:30.784" v="5811"/>
        <pc:sldMkLst>
          <pc:docMk/>
          <pc:sldMk cId="3692910215" sldId="336"/>
        </pc:sldMkLst>
        <pc:spChg chg="add del mod">
          <ac:chgData name="Josué Silva de Morais" userId="f406c2cd-edfc-4057-be10-75858098c663" providerId="ADAL" clId="{DD587564-A78D-4561-8E64-C12CF1DF9BAA}" dt="2026-05-27T17:01:30.649" v="5568"/>
          <ac:spMkLst>
            <pc:docMk/>
            <pc:sldMk cId="3692910215" sldId="336"/>
            <ac:spMk id="2" creationId="{F3F3B565-6818-413B-AB23-2E9DDB59C756}"/>
          </ac:spMkLst>
        </pc:spChg>
        <pc:spChg chg="add del mod">
          <ac:chgData name="Josué Silva de Morais" userId="f406c2cd-edfc-4057-be10-75858098c663" providerId="ADAL" clId="{DD587564-A78D-4561-8E64-C12CF1DF9BAA}" dt="2026-05-27T17:01:30.650" v="5569"/>
          <ac:spMkLst>
            <pc:docMk/>
            <pc:sldMk cId="3692910215" sldId="336"/>
            <ac:spMk id="3" creationId="{2B99BDD4-A468-4AF6-AE64-198763F94E99}"/>
          </ac:spMkLst>
        </pc:spChg>
        <pc:spChg chg="add del mod">
          <ac:chgData name="Josué Silva de Morais" userId="f406c2cd-edfc-4057-be10-75858098c663" providerId="ADAL" clId="{DD587564-A78D-4561-8E64-C12CF1DF9BAA}" dt="2026-05-27T17:01:30.650" v="5570"/>
          <ac:spMkLst>
            <pc:docMk/>
            <pc:sldMk cId="3692910215" sldId="336"/>
            <ac:spMk id="4" creationId="{F03923F5-B4D3-4AF9-88A6-7850E3D4A239}"/>
          </ac:spMkLst>
        </pc:spChg>
        <pc:spChg chg="add del mod">
          <ac:chgData name="Josué Silva de Morais" userId="f406c2cd-edfc-4057-be10-75858098c663" providerId="ADAL" clId="{DD587564-A78D-4561-8E64-C12CF1DF9BAA}" dt="2026-05-27T17:01:30.651" v="5571"/>
          <ac:spMkLst>
            <pc:docMk/>
            <pc:sldMk cId="3692910215" sldId="336"/>
            <ac:spMk id="5" creationId="{9E7B6734-5447-4DCD-9B38-E5F6ED89E898}"/>
          </ac:spMkLst>
        </pc:spChg>
        <pc:spChg chg="add del mod">
          <ac:chgData name="Josué Silva de Morais" userId="f406c2cd-edfc-4057-be10-75858098c663" providerId="ADAL" clId="{DD587564-A78D-4561-8E64-C12CF1DF9BAA}" dt="2026-05-27T17:01:30.651" v="5572"/>
          <ac:spMkLst>
            <pc:docMk/>
            <pc:sldMk cId="3692910215" sldId="336"/>
            <ac:spMk id="6" creationId="{A6343A84-FABA-48A8-A265-2D2C7F1F8226}"/>
          </ac:spMkLst>
        </pc:spChg>
        <pc:spChg chg="add del mod">
          <ac:chgData name="Josué Silva de Morais" userId="f406c2cd-edfc-4057-be10-75858098c663" providerId="ADAL" clId="{DD587564-A78D-4561-8E64-C12CF1DF9BAA}" dt="2026-05-27T17:01:30.652" v="5573"/>
          <ac:spMkLst>
            <pc:docMk/>
            <pc:sldMk cId="3692910215" sldId="336"/>
            <ac:spMk id="7" creationId="{21C8337E-6A74-474D-9A70-DB20BAF71049}"/>
          </ac:spMkLst>
        </pc:spChg>
        <pc:spChg chg="add del mod">
          <ac:chgData name="Josué Silva de Morais" userId="f406c2cd-edfc-4057-be10-75858098c663" providerId="ADAL" clId="{DD587564-A78D-4561-8E64-C12CF1DF9BAA}" dt="2026-05-27T17:01:30.652" v="5574"/>
          <ac:spMkLst>
            <pc:docMk/>
            <pc:sldMk cId="3692910215" sldId="336"/>
            <ac:spMk id="8" creationId="{3D50697C-F782-4E07-9F61-4410C84DA5D8}"/>
          </ac:spMkLst>
        </pc:spChg>
        <pc:spChg chg="add del mod">
          <ac:chgData name="Josué Silva de Morais" userId="f406c2cd-edfc-4057-be10-75858098c663" providerId="ADAL" clId="{DD587564-A78D-4561-8E64-C12CF1DF9BAA}" dt="2026-05-27T17:01:30.652" v="5575"/>
          <ac:spMkLst>
            <pc:docMk/>
            <pc:sldMk cId="3692910215" sldId="336"/>
            <ac:spMk id="9" creationId="{2CBA59DC-0E19-4011-A4C5-5AB384EC240B}"/>
          </ac:spMkLst>
        </pc:spChg>
        <pc:spChg chg="add del mod">
          <ac:chgData name="Josué Silva de Morais" userId="f406c2cd-edfc-4057-be10-75858098c663" providerId="ADAL" clId="{DD587564-A78D-4561-8E64-C12CF1DF9BAA}" dt="2026-05-27T17:01:30.653" v="5576"/>
          <ac:spMkLst>
            <pc:docMk/>
            <pc:sldMk cId="3692910215" sldId="336"/>
            <ac:spMk id="10" creationId="{68D7C362-C554-4FC7-A95C-3301E0F7418F}"/>
          </ac:spMkLst>
        </pc:spChg>
        <pc:spChg chg="add del mod">
          <ac:chgData name="Josué Silva de Morais" userId="f406c2cd-edfc-4057-be10-75858098c663" providerId="ADAL" clId="{DD587564-A78D-4561-8E64-C12CF1DF9BAA}" dt="2026-05-27T17:01:30.653" v="5577"/>
          <ac:spMkLst>
            <pc:docMk/>
            <pc:sldMk cId="3692910215" sldId="336"/>
            <ac:spMk id="11" creationId="{4D230958-6A50-486C-A084-34E9C2A79D9D}"/>
          </ac:spMkLst>
        </pc:spChg>
        <pc:spChg chg="add del mod">
          <ac:chgData name="Josué Silva de Morais" userId="f406c2cd-edfc-4057-be10-75858098c663" providerId="ADAL" clId="{DD587564-A78D-4561-8E64-C12CF1DF9BAA}" dt="2026-05-27T17:01:30.654" v="5578"/>
          <ac:spMkLst>
            <pc:docMk/>
            <pc:sldMk cId="3692910215" sldId="336"/>
            <ac:spMk id="12" creationId="{423EC6BC-14A1-4D5F-9EF6-749B1C4E39F6}"/>
          </ac:spMkLst>
        </pc:spChg>
        <pc:spChg chg="add del mod">
          <ac:chgData name="Josué Silva de Morais" userId="f406c2cd-edfc-4057-be10-75858098c663" providerId="ADAL" clId="{DD587564-A78D-4561-8E64-C12CF1DF9BAA}" dt="2026-05-27T17:01:30.654" v="5579"/>
          <ac:spMkLst>
            <pc:docMk/>
            <pc:sldMk cId="3692910215" sldId="336"/>
            <ac:spMk id="13" creationId="{2FE791BD-C9E6-4D84-A78B-D0A39F2861D4}"/>
          </ac:spMkLst>
        </pc:spChg>
        <pc:spChg chg="add del mod">
          <ac:chgData name="Josué Silva de Morais" userId="f406c2cd-edfc-4057-be10-75858098c663" providerId="ADAL" clId="{DD587564-A78D-4561-8E64-C12CF1DF9BAA}" dt="2026-05-27T17:01:30.655" v="5580"/>
          <ac:spMkLst>
            <pc:docMk/>
            <pc:sldMk cId="3692910215" sldId="336"/>
            <ac:spMk id="14" creationId="{05133368-7DCF-4F5C-8B90-6C57A496CE9A}"/>
          </ac:spMkLst>
        </pc:spChg>
        <pc:spChg chg="add del mod">
          <ac:chgData name="Josué Silva de Morais" userId="f406c2cd-edfc-4057-be10-75858098c663" providerId="ADAL" clId="{DD587564-A78D-4561-8E64-C12CF1DF9BAA}" dt="2026-05-27T17:01:30.655" v="5581"/>
          <ac:spMkLst>
            <pc:docMk/>
            <pc:sldMk cId="3692910215" sldId="336"/>
            <ac:spMk id="15" creationId="{4950CEA5-9A40-400C-87D4-91D4521858AF}"/>
          </ac:spMkLst>
        </pc:spChg>
        <pc:spChg chg="add del mod">
          <ac:chgData name="Josué Silva de Morais" userId="f406c2cd-edfc-4057-be10-75858098c663" providerId="ADAL" clId="{DD587564-A78D-4561-8E64-C12CF1DF9BAA}" dt="2026-05-27T17:01:30.655" v="5582"/>
          <ac:spMkLst>
            <pc:docMk/>
            <pc:sldMk cId="3692910215" sldId="336"/>
            <ac:spMk id="16" creationId="{8E4F9D03-908C-4040-A202-C03452DFD3BB}"/>
          </ac:spMkLst>
        </pc:spChg>
        <pc:spChg chg="add del mod">
          <ac:chgData name="Josué Silva de Morais" userId="f406c2cd-edfc-4057-be10-75858098c663" providerId="ADAL" clId="{DD587564-A78D-4561-8E64-C12CF1DF9BAA}" dt="2026-05-27T17:01:30.656" v="5583"/>
          <ac:spMkLst>
            <pc:docMk/>
            <pc:sldMk cId="3692910215" sldId="336"/>
            <ac:spMk id="17" creationId="{3044C418-D7D9-4070-8458-69E3BC0E1D91}"/>
          </ac:spMkLst>
        </pc:spChg>
        <pc:spChg chg="add del mod">
          <ac:chgData name="Josué Silva de Morais" userId="f406c2cd-edfc-4057-be10-75858098c663" providerId="ADAL" clId="{DD587564-A78D-4561-8E64-C12CF1DF9BAA}" dt="2026-05-27T17:01:30.656" v="5584"/>
          <ac:spMkLst>
            <pc:docMk/>
            <pc:sldMk cId="3692910215" sldId="336"/>
            <ac:spMk id="18" creationId="{CA456BFB-80F4-45AF-9385-29F65159C838}"/>
          </ac:spMkLst>
        </pc:spChg>
        <pc:spChg chg="add del mod">
          <ac:chgData name="Josué Silva de Morais" userId="f406c2cd-edfc-4057-be10-75858098c663" providerId="ADAL" clId="{DD587564-A78D-4561-8E64-C12CF1DF9BAA}" dt="2026-05-27T17:01:30.657" v="5585"/>
          <ac:spMkLst>
            <pc:docMk/>
            <pc:sldMk cId="3692910215" sldId="336"/>
            <ac:spMk id="19" creationId="{F7423916-D2F8-4B11-8EB4-9D479ECAE266}"/>
          </ac:spMkLst>
        </pc:spChg>
        <pc:spChg chg="add del mod">
          <ac:chgData name="Josué Silva de Morais" userId="f406c2cd-edfc-4057-be10-75858098c663" providerId="ADAL" clId="{DD587564-A78D-4561-8E64-C12CF1DF9BAA}" dt="2026-05-27T17:01:30.657" v="5586"/>
          <ac:spMkLst>
            <pc:docMk/>
            <pc:sldMk cId="3692910215" sldId="336"/>
            <ac:spMk id="20" creationId="{5BC4C9A0-E21F-4273-9FD6-69BB1E043F7F}"/>
          </ac:spMkLst>
        </pc:spChg>
        <pc:spChg chg="add del mod">
          <ac:chgData name="Josué Silva de Morais" userId="f406c2cd-edfc-4057-be10-75858098c663" providerId="ADAL" clId="{DD587564-A78D-4561-8E64-C12CF1DF9BAA}" dt="2026-05-27T17:01:30.657" v="5587"/>
          <ac:spMkLst>
            <pc:docMk/>
            <pc:sldMk cId="3692910215" sldId="336"/>
            <ac:spMk id="21" creationId="{4710E669-6B58-41BF-B986-00FD05818C81}"/>
          </ac:spMkLst>
        </pc:spChg>
        <pc:spChg chg="add del mod">
          <ac:chgData name="Josué Silva de Morais" userId="f406c2cd-edfc-4057-be10-75858098c663" providerId="ADAL" clId="{DD587564-A78D-4561-8E64-C12CF1DF9BAA}" dt="2026-05-27T17:01:30.658" v="5588"/>
          <ac:spMkLst>
            <pc:docMk/>
            <pc:sldMk cId="3692910215" sldId="336"/>
            <ac:spMk id="22" creationId="{6F6142EB-7262-4702-980D-EA2F5851489C}"/>
          </ac:spMkLst>
        </pc:spChg>
        <pc:spChg chg="add del mod">
          <ac:chgData name="Josué Silva de Morais" userId="f406c2cd-edfc-4057-be10-75858098c663" providerId="ADAL" clId="{DD587564-A78D-4561-8E64-C12CF1DF9BAA}" dt="2026-05-27T17:01:30.658" v="5589"/>
          <ac:spMkLst>
            <pc:docMk/>
            <pc:sldMk cId="3692910215" sldId="336"/>
            <ac:spMk id="23" creationId="{41996857-0D6E-434A-B048-AA0111F509D9}"/>
          </ac:spMkLst>
        </pc:spChg>
        <pc:spChg chg="add del mod">
          <ac:chgData name="Josué Silva de Morais" userId="f406c2cd-edfc-4057-be10-75858098c663" providerId="ADAL" clId="{DD587564-A78D-4561-8E64-C12CF1DF9BAA}" dt="2026-05-27T17:01:30.659" v="5590"/>
          <ac:spMkLst>
            <pc:docMk/>
            <pc:sldMk cId="3692910215" sldId="336"/>
            <ac:spMk id="24" creationId="{7CD72C68-00BA-4F4C-A2D7-239FEB64FC48}"/>
          </ac:spMkLst>
        </pc:spChg>
        <pc:spChg chg="add del mod">
          <ac:chgData name="Josué Silva de Morais" userId="f406c2cd-edfc-4057-be10-75858098c663" providerId="ADAL" clId="{DD587564-A78D-4561-8E64-C12CF1DF9BAA}" dt="2026-05-27T17:01:30.659" v="5591"/>
          <ac:spMkLst>
            <pc:docMk/>
            <pc:sldMk cId="3692910215" sldId="336"/>
            <ac:spMk id="25" creationId="{E23A51C7-4665-4433-8CCC-6EB65B4BAB82}"/>
          </ac:spMkLst>
        </pc:spChg>
        <pc:spChg chg="add del mod">
          <ac:chgData name="Josué Silva de Morais" userId="f406c2cd-edfc-4057-be10-75858098c663" providerId="ADAL" clId="{DD587564-A78D-4561-8E64-C12CF1DF9BAA}" dt="2026-05-27T17:01:30.659" v="5592"/>
          <ac:spMkLst>
            <pc:docMk/>
            <pc:sldMk cId="3692910215" sldId="336"/>
            <ac:spMk id="26" creationId="{61D878EF-F594-42A8-BAEF-229771B15CFE}"/>
          </ac:spMkLst>
        </pc:spChg>
        <pc:spChg chg="add del mod">
          <ac:chgData name="Josué Silva de Morais" userId="f406c2cd-edfc-4057-be10-75858098c663" providerId="ADAL" clId="{DD587564-A78D-4561-8E64-C12CF1DF9BAA}" dt="2026-05-27T17:01:30.660" v="5593"/>
          <ac:spMkLst>
            <pc:docMk/>
            <pc:sldMk cId="3692910215" sldId="336"/>
            <ac:spMk id="27" creationId="{617361A1-6B3D-4FE2-80BB-B0B54F9EDC08}"/>
          </ac:spMkLst>
        </pc:spChg>
        <pc:spChg chg="add del mod">
          <ac:chgData name="Josué Silva de Morais" userId="f406c2cd-edfc-4057-be10-75858098c663" providerId="ADAL" clId="{DD587564-A78D-4561-8E64-C12CF1DF9BAA}" dt="2026-05-27T17:01:30.660" v="5594"/>
          <ac:spMkLst>
            <pc:docMk/>
            <pc:sldMk cId="3692910215" sldId="336"/>
            <ac:spMk id="28" creationId="{3B097B1D-2FD8-4D7F-9882-A96219F415D1}"/>
          </ac:spMkLst>
        </pc:spChg>
        <pc:spChg chg="add del mod">
          <ac:chgData name="Josué Silva de Morais" userId="f406c2cd-edfc-4057-be10-75858098c663" providerId="ADAL" clId="{DD587564-A78D-4561-8E64-C12CF1DF9BAA}" dt="2026-05-27T17:01:30.660" v="5595"/>
          <ac:spMkLst>
            <pc:docMk/>
            <pc:sldMk cId="3692910215" sldId="336"/>
            <ac:spMk id="29" creationId="{3AD77CB1-0DCA-40D9-844E-58C128309AF0}"/>
          </ac:spMkLst>
        </pc:spChg>
        <pc:spChg chg="add del mod">
          <ac:chgData name="Josué Silva de Morais" userId="f406c2cd-edfc-4057-be10-75858098c663" providerId="ADAL" clId="{DD587564-A78D-4561-8E64-C12CF1DF9BAA}" dt="2026-05-27T17:01:30.660" v="5596"/>
          <ac:spMkLst>
            <pc:docMk/>
            <pc:sldMk cId="3692910215" sldId="336"/>
            <ac:spMk id="30" creationId="{2F3A19D9-2376-4B81-92AE-388EAE113F6E}"/>
          </ac:spMkLst>
        </pc:spChg>
        <pc:spChg chg="add del mod">
          <ac:chgData name="Josué Silva de Morais" userId="f406c2cd-edfc-4057-be10-75858098c663" providerId="ADAL" clId="{DD587564-A78D-4561-8E64-C12CF1DF9BAA}" dt="2026-05-27T17:01:30.661" v="5597"/>
          <ac:spMkLst>
            <pc:docMk/>
            <pc:sldMk cId="3692910215" sldId="336"/>
            <ac:spMk id="31" creationId="{EC98DAF6-614D-4AE2-9C64-CE8740578F6D}"/>
          </ac:spMkLst>
        </pc:spChg>
        <pc:spChg chg="add del mod">
          <ac:chgData name="Josué Silva de Morais" userId="f406c2cd-edfc-4057-be10-75858098c663" providerId="ADAL" clId="{DD587564-A78D-4561-8E64-C12CF1DF9BAA}" dt="2026-05-27T17:01:30.661" v="5598"/>
          <ac:spMkLst>
            <pc:docMk/>
            <pc:sldMk cId="3692910215" sldId="336"/>
            <ac:spMk id="32" creationId="{A611EA2E-7089-413C-BFFF-4B2E5707F592}"/>
          </ac:spMkLst>
        </pc:spChg>
        <pc:spChg chg="add del mod">
          <ac:chgData name="Josué Silva de Morais" userId="f406c2cd-edfc-4057-be10-75858098c663" providerId="ADAL" clId="{DD587564-A78D-4561-8E64-C12CF1DF9BAA}" dt="2026-05-27T17:01:30.662" v="5599"/>
          <ac:spMkLst>
            <pc:docMk/>
            <pc:sldMk cId="3692910215" sldId="336"/>
            <ac:spMk id="33" creationId="{07F24F65-613F-49E2-B2D6-AF11D34432AC}"/>
          </ac:spMkLst>
        </pc:spChg>
        <pc:spChg chg="add del mod">
          <ac:chgData name="Josué Silva de Morais" userId="f406c2cd-edfc-4057-be10-75858098c663" providerId="ADAL" clId="{DD587564-A78D-4561-8E64-C12CF1DF9BAA}" dt="2026-05-27T17:01:30.662" v="5600"/>
          <ac:spMkLst>
            <pc:docMk/>
            <pc:sldMk cId="3692910215" sldId="336"/>
            <ac:spMk id="34" creationId="{DE2CEA24-60BA-4749-A899-4317916D3863}"/>
          </ac:spMkLst>
        </pc:spChg>
        <pc:spChg chg="add del mod">
          <ac:chgData name="Josué Silva de Morais" userId="f406c2cd-edfc-4057-be10-75858098c663" providerId="ADAL" clId="{DD587564-A78D-4561-8E64-C12CF1DF9BAA}" dt="2026-05-27T17:01:30.662" v="5601"/>
          <ac:spMkLst>
            <pc:docMk/>
            <pc:sldMk cId="3692910215" sldId="336"/>
            <ac:spMk id="35" creationId="{7C12AA64-9783-4887-A433-CBC72DEAB188}"/>
          </ac:spMkLst>
        </pc:spChg>
        <pc:spChg chg="add del mod">
          <ac:chgData name="Josué Silva de Morais" userId="f406c2cd-edfc-4057-be10-75858098c663" providerId="ADAL" clId="{DD587564-A78D-4561-8E64-C12CF1DF9BAA}" dt="2026-05-27T17:01:30.663" v="5602"/>
          <ac:spMkLst>
            <pc:docMk/>
            <pc:sldMk cId="3692910215" sldId="336"/>
            <ac:spMk id="36" creationId="{4885B064-39CB-455A-B83E-4EC6117DA5D7}"/>
          </ac:spMkLst>
        </pc:spChg>
        <pc:spChg chg="add mod">
          <ac:chgData name="Josué Silva de Morais" userId="f406c2cd-edfc-4057-be10-75858098c663" providerId="ADAL" clId="{DD587564-A78D-4561-8E64-C12CF1DF9BAA}" dt="2026-05-27T17:01:30.688" v="5605"/>
          <ac:spMkLst>
            <pc:docMk/>
            <pc:sldMk cId="3692910215" sldId="336"/>
            <ac:spMk id="37" creationId="{96DF6AD5-DCD7-4308-8693-0C34EB4D6E79}"/>
          </ac:spMkLst>
        </pc:spChg>
        <pc:spChg chg="add mod">
          <ac:chgData name="Josué Silva de Morais" userId="f406c2cd-edfc-4057-be10-75858098c663" providerId="ADAL" clId="{DD587564-A78D-4561-8E64-C12CF1DF9BAA}" dt="2026-05-27T17:01:30.692" v="5613"/>
          <ac:spMkLst>
            <pc:docMk/>
            <pc:sldMk cId="3692910215" sldId="336"/>
            <ac:spMk id="38" creationId="{32D667BA-E4B1-4F60-AA64-43A40FBA7521}"/>
          </ac:spMkLst>
        </pc:spChg>
        <pc:spChg chg="add mod">
          <ac:chgData name="Josué Silva de Morais" userId="f406c2cd-edfc-4057-be10-75858098c663" providerId="ADAL" clId="{DD587564-A78D-4561-8E64-C12CF1DF9BAA}" dt="2026-05-27T17:01:30.695" v="5621"/>
          <ac:spMkLst>
            <pc:docMk/>
            <pc:sldMk cId="3692910215" sldId="336"/>
            <ac:spMk id="39" creationId="{F7D720A6-E008-4376-93ED-7495C4930C45}"/>
          </ac:spMkLst>
        </pc:spChg>
        <pc:spChg chg="add mod">
          <ac:chgData name="Josué Silva de Morais" userId="f406c2cd-edfc-4057-be10-75858098c663" providerId="ADAL" clId="{DD587564-A78D-4561-8E64-C12CF1DF9BAA}" dt="2026-05-27T17:01:30.699" v="5629"/>
          <ac:spMkLst>
            <pc:docMk/>
            <pc:sldMk cId="3692910215" sldId="336"/>
            <ac:spMk id="40" creationId="{4FBF8BD1-0F62-4369-9D33-50F868FA2A09}"/>
          </ac:spMkLst>
        </pc:spChg>
        <pc:spChg chg="add mod">
          <ac:chgData name="Josué Silva de Morais" userId="f406c2cd-edfc-4057-be10-75858098c663" providerId="ADAL" clId="{DD587564-A78D-4561-8E64-C12CF1DF9BAA}" dt="2026-05-27T17:01:30.701" v="5632"/>
          <ac:spMkLst>
            <pc:docMk/>
            <pc:sldMk cId="3692910215" sldId="336"/>
            <ac:spMk id="41" creationId="{54FD0A13-DE18-4DED-98E8-FB41CDF2DD58}"/>
          </ac:spMkLst>
        </pc:spChg>
        <pc:spChg chg="add mod">
          <ac:chgData name="Josué Silva de Morais" userId="f406c2cd-edfc-4057-be10-75858098c663" providerId="ADAL" clId="{DD587564-A78D-4561-8E64-C12CF1DF9BAA}" dt="2026-05-27T17:01:30.704" v="5640"/>
          <ac:spMkLst>
            <pc:docMk/>
            <pc:sldMk cId="3692910215" sldId="336"/>
            <ac:spMk id="42" creationId="{BEC5BD3D-1F33-42AB-9706-FC2D7A8C9A8F}"/>
          </ac:spMkLst>
        </pc:spChg>
        <pc:spChg chg="add mod">
          <ac:chgData name="Josué Silva de Morais" userId="f406c2cd-edfc-4057-be10-75858098c663" providerId="ADAL" clId="{DD587564-A78D-4561-8E64-C12CF1DF9BAA}" dt="2026-05-27T17:01:30.706" v="5643"/>
          <ac:spMkLst>
            <pc:docMk/>
            <pc:sldMk cId="3692910215" sldId="336"/>
            <ac:spMk id="43" creationId="{6C32533A-9E8E-4D40-BE10-BC5CA481EB59}"/>
          </ac:spMkLst>
        </pc:spChg>
        <pc:spChg chg="add mod">
          <ac:chgData name="Josué Silva de Morais" userId="f406c2cd-edfc-4057-be10-75858098c663" providerId="ADAL" clId="{DD587564-A78D-4561-8E64-C12CF1DF9BAA}" dt="2026-05-27T17:01:30.709" v="5651"/>
          <ac:spMkLst>
            <pc:docMk/>
            <pc:sldMk cId="3692910215" sldId="336"/>
            <ac:spMk id="44" creationId="{48AF91DC-E171-4FAE-B62E-86BAEAC420E4}"/>
          </ac:spMkLst>
        </pc:spChg>
        <pc:spChg chg="add mod">
          <ac:chgData name="Josué Silva de Morais" userId="f406c2cd-edfc-4057-be10-75858098c663" providerId="ADAL" clId="{DD587564-A78D-4561-8E64-C12CF1DF9BAA}" dt="2026-05-27T17:01:30.713" v="5659"/>
          <ac:spMkLst>
            <pc:docMk/>
            <pc:sldMk cId="3692910215" sldId="336"/>
            <ac:spMk id="45" creationId="{6CA3677C-6A8E-40BF-A2F8-9705A249C8B7}"/>
          </ac:spMkLst>
        </pc:spChg>
        <pc:spChg chg="add mod">
          <ac:chgData name="Josué Silva de Morais" userId="f406c2cd-edfc-4057-be10-75858098c663" providerId="ADAL" clId="{DD587564-A78D-4561-8E64-C12CF1DF9BAA}" dt="2026-05-27T17:01:30.714" v="5662"/>
          <ac:spMkLst>
            <pc:docMk/>
            <pc:sldMk cId="3692910215" sldId="336"/>
            <ac:spMk id="46" creationId="{5254656C-3C12-4BD0-A467-DD3C75ED965D}"/>
          </ac:spMkLst>
        </pc:spChg>
        <pc:spChg chg="add mod">
          <ac:chgData name="Josué Silva de Morais" userId="f406c2cd-edfc-4057-be10-75858098c663" providerId="ADAL" clId="{DD587564-A78D-4561-8E64-C12CF1DF9BAA}" dt="2026-05-27T17:01:30.718" v="5670"/>
          <ac:spMkLst>
            <pc:docMk/>
            <pc:sldMk cId="3692910215" sldId="336"/>
            <ac:spMk id="47" creationId="{6774E00E-63B9-49C1-BAF6-9520752FCBC0}"/>
          </ac:spMkLst>
        </pc:spChg>
        <pc:spChg chg="add mod">
          <ac:chgData name="Josué Silva de Morais" userId="f406c2cd-edfc-4057-be10-75858098c663" providerId="ADAL" clId="{DD587564-A78D-4561-8E64-C12CF1DF9BAA}" dt="2026-05-27T17:01:30.722" v="5678"/>
          <ac:spMkLst>
            <pc:docMk/>
            <pc:sldMk cId="3692910215" sldId="336"/>
            <ac:spMk id="48" creationId="{C943F6EF-9074-4819-8FE2-2C5C746BC14B}"/>
          </ac:spMkLst>
        </pc:spChg>
        <pc:spChg chg="add mod">
          <ac:chgData name="Josué Silva de Morais" userId="f406c2cd-edfc-4057-be10-75858098c663" providerId="ADAL" clId="{DD587564-A78D-4561-8E64-C12CF1DF9BAA}" dt="2026-05-27T17:01:30.723" v="5681"/>
          <ac:spMkLst>
            <pc:docMk/>
            <pc:sldMk cId="3692910215" sldId="336"/>
            <ac:spMk id="49" creationId="{EA43C0A3-BCE4-41ED-BE14-8871F5671F79}"/>
          </ac:spMkLst>
        </pc:spChg>
        <pc:spChg chg="add mod">
          <ac:chgData name="Josué Silva de Morais" userId="f406c2cd-edfc-4057-be10-75858098c663" providerId="ADAL" clId="{DD587564-A78D-4561-8E64-C12CF1DF9BAA}" dt="2026-05-27T17:01:30.726" v="5689"/>
          <ac:spMkLst>
            <pc:docMk/>
            <pc:sldMk cId="3692910215" sldId="336"/>
            <ac:spMk id="50" creationId="{E34A7278-70BF-4DC7-B2AA-57658B31C7FA}"/>
          </ac:spMkLst>
        </pc:spChg>
        <pc:spChg chg="add mod">
          <ac:chgData name="Josué Silva de Morais" userId="f406c2cd-edfc-4057-be10-75858098c663" providerId="ADAL" clId="{DD587564-A78D-4561-8E64-C12CF1DF9BAA}" dt="2026-05-27T17:01:30.730" v="5697"/>
          <ac:spMkLst>
            <pc:docMk/>
            <pc:sldMk cId="3692910215" sldId="336"/>
            <ac:spMk id="51" creationId="{4DB70E3E-D788-45DE-9EC2-439D82DC39E0}"/>
          </ac:spMkLst>
        </pc:spChg>
        <pc:spChg chg="add mod">
          <ac:chgData name="Josué Silva de Morais" userId="f406c2cd-edfc-4057-be10-75858098c663" providerId="ADAL" clId="{DD587564-A78D-4561-8E64-C12CF1DF9BAA}" dt="2026-05-27T17:01:30.734" v="5705"/>
          <ac:spMkLst>
            <pc:docMk/>
            <pc:sldMk cId="3692910215" sldId="336"/>
            <ac:spMk id="52" creationId="{3E4C4CD9-F4AC-4493-8F61-9846EDFB32A1}"/>
          </ac:spMkLst>
        </pc:spChg>
        <pc:spChg chg="add mod">
          <ac:chgData name="Josué Silva de Morais" userId="f406c2cd-edfc-4057-be10-75858098c663" providerId="ADAL" clId="{DD587564-A78D-4561-8E64-C12CF1DF9BAA}" dt="2026-05-27T17:01:30.735" v="5708"/>
          <ac:spMkLst>
            <pc:docMk/>
            <pc:sldMk cId="3692910215" sldId="336"/>
            <ac:spMk id="53" creationId="{B43B0C39-FCB2-48CD-AE51-8E3EDF4F92B7}"/>
          </ac:spMkLst>
        </pc:spChg>
        <pc:spChg chg="add mod">
          <ac:chgData name="Josué Silva de Morais" userId="f406c2cd-edfc-4057-be10-75858098c663" providerId="ADAL" clId="{DD587564-A78D-4561-8E64-C12CF1DF9BAA}" dt="2026-05-27T17:01:30.739" v="5716"/>
          <ac:spMkLst>
            <pc:docMk/>
            <pc:sldMk cId="3692910215" sldId="336"/>
            <ac:spMk id="54" creationId="{B5B075D6-956B-4124-88A7-C634FA63A910}"/>
          </ac:spMkLst>
        </pc:spChg>
        <pc:spChg chg="add mod">
          <ac:chgData name="Josué Silva de Morais" userId="f406c2cd-edfc-4057-be10-75858098c663" providerId="ADAL" clId="{DD587564-A78D-4561-8E64-C12CF1DF9BAA}" dt="2026-05-27T17:01:30.743" v="5724"/>
          <ac:spMkLst>
            <pc:docMk/>
            <pc:sldMk cId="3692910215" sldId="336"/>
            <ac:spMk id="55" creationId="{67F03E5C-7B85-4982-A739-FB2329614FE5}"/>
          </ac:spMkLst>
        </pc:spChg>
        <pc:spChg chg="add mod">
          <ac:chgData name="Josué Silva de Morais" userId="f406c2cd-edfc-4057-be10-75858098c663" providerId="ADAL" clId="{DD587564-A78D-4561-8E64-C12CF1DF9BAA}" dt="2026-05-27T17:01:30.745" v="5727"/>
          <ac:spMkLst>
            <pc:docMk/>
            <pc:sldMk cId="3692910215" sldId="336"/>
            <ac:spMk id="56" creationId="{D7939496-5015-44CA-84AA-08E25CBB2318}"/>
          </ac:spMkLst>
        </pc:spChg>
        <pc:spChg chg="add mod">
          <ac:chgData name="Josué Silva de Morais" userId="f406c2cd-edfc-4057-be10-75858098c663" providerId="ADAL" clId="{DD587564-A78D-4561-8E64-C12CF1DF9BAA}" dt="2026-05-27T17:01:30.748" v="5735"/>
          <ac:spMkLst>
            <pc:docMk/>
            <pc:sldMk cId="3692910215" sldId="336"/>
            <ac:spMk id="57" creationId="{070E33E5-8226-4998-8553-7BC8A4344D4E}"/>
          </ac:spMkLst>
        </pc:spChg>
        <pc:spChg chg="add mod">
          <ac:chgData name="Josué Silva de Morais" userId="f406c2cd-edfc-4057-be10-75858098c663" providerId="ADAL" clId="{DD587564-A78D-4561-8E64-C12CF1DF9BAA}" dt="2026-05-27T17:01:30.752" v="5743"/>
          <ac:spMkLst>
            <pc:docMk/>
            <pc:sldMk cId="3692910215" sldId="336"/>
            <ac:spMk id="58" creationId="{D5134DD5-E71F-4428-84E9-FC301B8719D2}"/>
          </ac:spMkLst>
        </pc:spChg>
        <pc:spChg chg="add mod">
          <ac:chgData name="Josué Silva de Morais" userId="f406c2cd-edfc-4057-be10-75858098c663" providerId="ADAL" clId="{DD587564-A78D-4561-8E64-C12CF1DF9BAA}" dt="2026-05-27T17:01:30.754" v="5746"/>
          <ac:spMkLst>
            <pc:docMk/>
            <pc:sldMk cId="3692910215" sldId="336"/>
            <ac:spMk id="59" creationId="{4069771E-2051-4A94-A043-47B2D9120B58}"/>
          </ac:spMkLst>
        </pc:spChg>
        <pc:spChg chg="add mod">
          <ac:chgData name="Josué Silva de Morais" userId="f406c2cd-edfc-4057-be10-75858098c663" providerId="ADAL" clId="{DD587564-A78D-4561-8E64-C12CF1DF9BAA}" dt="2026-05-27T17:01:30.757" v="5754"/>
          <ac:spMkLst>
            <pc:docMk/>
            <pc:sldMk cId="3692910215" sldId="336"/>
            <ac:spMk id="60" creationId="{F4CA79D1-A186-4DBF-89EE-03D4CC790440}"/>
          </ac:spMkLst>
        </pc:spChg>
        <pc:spChg chg="add mod">
          <ac:chgData name="Josué Silva de Morais" userId="f406c2cd-edfc-4057-be10-75858098c663" providerId="ADAL" clId="{DD587564-A78D-4561-8E64-C12CF1DF9BAA}" dt="2026-05-27T17:01:30.761" v="5762"/>
          <ac:spMkLst>
            <pc:docMk/>
            <pc:sldMk cId="3692910215" sldId="336"/>
            <ac:spMk id="61" creationId="{CD63F5C7-1915-4316-8F8B-7EA37466678B}"/>
          </ac:spMkLst>
        </pc:spChg>
        <pc:spChg chg="add mod">
          <ac:chgData name="Josué Silva de Morais" userId="f406c2cd-edfc-4057-be10-75858098c663" providerId="ADAL" clId="{DD587564-A78D-4561-8E64-C12CF1DF9BAA}" dt="2026-05-27T17:01:30.762" v="5765"/>
          <ac:spMkLst>
            <pc:docMk/>
            <pc:sldMk cId="3692910215" sldId="336"/>
            <ac:spMk id="62" creationId="{4F00AE7F-278D-4F4E-84E6-A682871437B4}"/>
          </ac:spMkLst>
        </pc:spChg>
        <pc:spChg chg="add mod">
          <ac:chgData name="Josué Silva de Morais" userId="f406c2cd-edfc-4057-be10-75858098c663" providerId="ADAL" clId="{DD587564-A78D-4561-8E64-C12CF1DF9BAA}" dt="2026-05-27T17:01:30.766" v="5773"/>
          <ac:spMkLst>
            <pc:docMk/>
            <pc:sldMk cId="3692910215" sldId="336"/>
            <ac:spMk id="63" creationId="{48BE80A6-FD6D-41FF-8ED5-4551E7119FA0}"/>
          </ac:spMkLst>
        </pc:spChg>
        <pc:spChg chg="add mod">
          <ac:chgData name="Josué Silva de Morais" userId="f406c2cd-edfc-4057-be10-75858098c663" providerId="ADAL" clId="{DD587564-A78D-4561-8E64-C12CF1DF9BAA}" dt="2026-05-27T17:01:30.770" v="5781"/>
          <ac:spMkLst>
            <pc:docMk/>
            <pc:sldMk cId="3692910215" sldId="336"/>
            <ac:spMk id="64" creationId="{E7E6975F-CA11-42DF-A54A-4BC00D654CF1}"/>
          </ac:spMkLst>
        </pc:spChg>
        <pc:spChg chg="add mod">
          <ac:chgData name="Josué Silva de Morais" userId="f406c2cd-edfc-4057-be10-75858098c663" providerId="ADAL" clId="{DD587564-A78D-4561-8E64-C12CF1DF9BAA}" dt="2026-05-27T17:01:30.771" v="5784"/>
          <ac:spMkLst>
            <pc:docMk/>
            <pc:sldMk cId="3692910215" sldId="336"/>
            <ac:spMk id="65" creationId="{2F8E8E09-DA33-41C7-8FF9-0E45E9A2F7E4}"/>
          </ac:spMkLst>
        </pc:spChg>
        <pc:spChg chg="add mod">
          <ac:chgData name="Josué Silva de Morais" userId="f406c2cd-edfc-4057-be10-75858098c663" providerId="ADAL" clId="{DD587564-A78D-4561-8E64-C12CF1DF9BAA}" dt="2026-05-27T17:01:30.775" v="5792"/>
          <ac:spMkLst>
            <pc:docMk/>
            <pc:sldMk cId="3692910215" sldId="336"/>
            <ac:spMk id="66" creationId="{11B57B7B-A815-4411-9E9D-0E3E7EF93B3C}"/>
          </ac:spMkLst>
        </pc:spChg>
        <pc:spChg chg="add mod">
          <ac:chgData name="Josué Silva de Morais" userId="f406c2cd-edfc-4057-be10-75858098c663" providerId="ADAL" clId="{DD587564-A78D-4561-8E64-C12CF1DF9BAA}" dt="2026-05-27T17:01:30.776" v="5795"/>
          <ac:spMkLst>
            <pc:docMk/>
            <pc:sldMk cId="3692910215" sldId="336"/>
            <ac:spMk id="67" creationId="{9B965694-04B7-4AB3-9642-846812E84F1E}"/>
          </ac:spMkLst>
        </pc:spChg>
        <pc:spChg chg="add mod">
          <ac:chgData name="Josué Silva de Morais" userId="f406c2cd-edfc-4057-be10-75858098c663" providerId="ADAL" clId="{DD587564-A78D-4561-8E64-C12CF1DF9BAA}" dt="2026-05-27T17:01:30.780" v="5803"/>
          <ac:spMkLst>
            <pc:docMk/>
            <pc:sldMk cId="3692910215" sldId="336"/>
            <ac:spMk id="68" creationId="{FF41B46B-84FF-4DE7-B23E-F1B7F0D3B747}"/>
          </ac:spMkLst>
        </pc:spChg>
        <pc:spChg chg="add mod">
          <ac:chgData name="Josué Silva de Morais" userId="f406c2cd-edfc-4057-be10-75858098c663" providerId="ADAL" clId="{DD587564-A78D-4561-8E64-C12CF1DF9BAA}" dt="2026-05-27T17:01:30.784" v="5811"/>
          <ac:spMkLst>
            <pc:docMk/>
            <pc:sldMk cId="3692910215" sldId="336"/>
            <ac:spMk id="69" creationId="{C26F9C62-D6A1-49CB-9F2E-E8B1F9E826B4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01:57.160" v="6033"/>
        <pc:sldMkLst>
          <pc:docMk/>
          <pc:sldMk cId="906563891" sldId="337"/>
        </pc:sldMkLst>
        <pc:spChg chg="add del mod">
          <ac:chgData name="Josué Silva de Morais" userId="f406c2cd-edfc-4057-be10-75858098c663" providerId="ADAL" clId="{DD587564-A78D-4561-8E64-C12CF1DF9BAA}" dt="2026-05-27T17:01:57.046" v="5812"/>
          <ac:spMkLst>
            <pc:docMk/>
            <pc:sldMk cId="906563891" sldId="337"/>
            <ac:spMk id="2" creationId="{B48453A7-0EB5-4BE2-9EF5-A29904E055FB}"/>
          </ac:spMkLst>
        </pc:spChg>
        <pc:spChg chg="add del mod">
          <ac:chgData name="Josué Silva de Morais" userId="f406c2cd-edfc-4057-be10-75858098c663" providerId="ADAL" clId="{DD587564-A78D-4561-8E64-C12CF1DF9BAA}" dt="2026-05-27T17:01:57.047" v="5813"/>
          <ac:spMkLst>
            <pc:docMk/>
            <pc:sldMk cId="906563891" sldId="337"/>
            <ac:spMk id="3" creationId="{E4262C69-329B-4F88-A205-31B8960509C2}"/>
          </ac:spMkLst>
        </pc:spChg>
        <pc:spChg chg="add del mod">
          <ac:chgData name="Josué Silva de Morais" userId="f406c2cd-edfc-4057-be10-75858098c663" providerId="ADAL" clId="{DD587564-A78D-4561-8E64-C12CF1DF9BAA}" dt="2026-05-27T17:01:57.048" v="5814"/>
          <ac:spMkLst>
            <pc:docMk/>
            <pc:sldMk cId="906563891" sldId="337"/>
            <ac:spMk id="4" creationId="{B6FEEFC4-86DE-4CFF-BB72-2DE429302E02}"/>
          </ac:spMkLst>
        </pc:spChg>
        <pc:spChg chg="add del mod">
          <ac:chgData name="Josué Silva de Morais" userId="f406c2cd-edfc-4057-be10-75858098c663" providerId="ADAL" clId="{DD587564-A78D-4561-8E64-C12CF1DF9BAA}" dt="2026-05-27T17:01:57.048" v="5815"/>
          <ac:spMkLst>
            <pc:docMk/>
            <pc:sldMk cId="906563891" sldId="337"/>
            <ac:spMk id="5" creationId="{C125667D-FD99-4053-88D3-B829BEAFBAAB}"/>
          </ac:spMkLst>
        </pc:spChg>
        <pc:spChg chg="add del mod">
          <ac:chgData name="Josué Silva de Morais" userId="f406c2cd-edfc-4057-be10-75858098c663" providerId="ADAL" clId="{DD587564-A78D-4561-8E64-C12CF1DF9BAA}" dt="2026-05-27T17:01:57.049" v="5816"/>
          <ac:spMkLst>
            <pc:docMk/>
            <pc:sldMk cId="906563891" sldId="337"/>
            <ac:spMk id="6" creationId="{C1BEE544-8B7C-4FC2-8FBD-2DCA07D85D53}"/>
          </ac:spMkLst>
        </pc:spChg>
        <pc:spChg chg="add del mod">
          <ac:chgData name="Josué Silva de Morais" userId="f406c2cd-edfc-4057-be10-75858098c663" providerId="ADAL" clId="{DD587564-A78D-4561-8E64-C12CF1DF9BAA}" dt="2026-05-27T17:01:57.049" v="5817"/>
          <ac:spMkLst>
            <pc:docMk/>
            <pc:sldMk cId="906563891" sldId="337"/>
            <ac:spMk id="7" creationId="{AB72504A-42B3-4413-A0BE-32E2E2187BDF}"/>
          </ac:spMkLst>
        </pc:spChg>
        <pc:spChg chg="add del mod">
          <ac:chgData name="Josué Silva de Morais" userId="f406c2cd-edfc-4057-be10-75858098c663" providerId="ADAL" clId="{DD587564-A78D-4561-8E64-C12CF1DF9BAA}" dt="2026-05-27T17:01:57.050" v="5818"/>
          <ac:spMkLst>
            <pc:docMk/>
            <pc:sldMk cId="906563891" sldId="337"/>
            <ac:spMk id="8" creationId="{126A6CA8-E7EE-4873-8A19-A29A08D72AC7}"/>
          </ac:spMkLst>
        </pc:spChg>
        <pc:spChg chg="add del mod">
          <ac:chgData name="Josué Silva de Morais" userId="f406c2cd-edfc-4057-be10-75858098c663" providerId="ADAL" clId="{DD587564-A78D-4561-8E64-C12CF1DF9BAA}" dt="2026-05-27T17:01:57.050" v="5819"/>
          <ac:spMkLst>
            <pc:docMk/>
            <pc:sldMk cId="906563891" sldId="337"/>
            <ac:spMk id="9" creationId="{34EE27A8-36DD-4C34-A3D3-1FCD0C2F1920}"/>
          </ac:spMkLst>
        </pc:spChg>
        <pc:spChg chg="add del mod">
          <ac:chgData name="Josué Silva de Morais" userId="f406c2cd-edfc-4057-be10-75858098c663" providerId="ADAL" clId="{DD587564-A78D-4561-8E64-C12CF1DF9BAA}" dt="2026-05-27T17:01:57.051" v="5820"/>
          <ac:spMkLst>
            <pc:docMk/>
            <pc:sldMk cId="906563891" sldId="337"/>
            <ac:spMk id="10" creationId="{F689239B-6006-4451-AE5E-DACE97ACF1C2}"/>
          </ac:spMkLst>
        </pc:spChg>
        <pc:spChg chg="add del mod">
          <ac:chgData name="Josué Silva de Morais" userId="f406c2cd-edfc-4057-be10-75858098c663" providerId="ADAL" clId="{DD587564-A78D-4561-8E64-C12CF1DF9BAA}" dt="2026-05-27T17:01:57.051" v="5821"/>
          <ac:spMkLst>
            <pc:docMk/>
            <pc:sldMk cId="906563891" sldId="337"/>
            <ac:spMk id="11" creationId="{3AA7AE1E-D036-4F41-9DAB-F39D3D2E9D2D}"/>
          </ac:spMkLst>
        </pc:spChg>
        <pc:spChg chg="add del mod">
          <ac:chgData name="Josué Silva de Morais" userId="f406c2cd-edfc-4057-be10-75858098c663" providerId="ADAL" clId="{DD587564-A78D-4561-8E64-C12CF1DF9BAA}" dt="2026-05-27T17:01:57.052" v="5822"/>
          <ac:spMkLst>
            <pc:docMk/>
            <pc:sldMk cId="906563891" sldId="337"/>
            <ac:spMk id="12" creationId="{4743EA1F-CF0F-4FBA-BC48-D23E7D2B70A4}"/>
          </ac:spMkLst>
        </pc:spChg>
        <pc:spChg chg="add del mod">
          <ac:chgData name="Josué Silva de Morais" userId="f406c2cd-edfc-4057-be10-75858098c663" providerId="ADAL" clId="{DD587564-A78D-4561-8E64-C12CF1DF9BAA}" dt="2026-05-27T17:01:57.052" v="5823"/>
          <ac:spMkLst>
            <pc:docMk/>
            <pc:sldMk cId="906563891" sldId="337"/>
            <ac:spMk id="13" creationId="{CB5A599E-617D-4068-B4CB-5E03616E2DC3}"/>
          </ac:spMkLst>
        </pc:spChg>
        <pc:spChg chg="add del mod">
          <ac:chgData name="Josué Silva de Morais" userId="f406c2cd-edfc-4057-be10-75858098c663" providerId="ADAL" clId="{DD587564-A78D-4561-8E64-C12CF1DF9BAA}" dt="2026-05-27T17:01:57.053" v="5824"/>
          <ac:spMkLst>
            <pc:docMk/>
            <pc:sldMk cId="906563891" sldId="337"/>
            <ac:spMk id="14" creationId="{11551D63-B7B1-417B-A979-9CE63C0828CE}"/>
          </ac:spMkLst>
        </pc:spChg>
        <pc:spChg chg="add del mod">
          <ac:chgData name="Josué Silva de Morais" userId="f406c2cd-edfc-4057-be10-75858098c663" providerId="ADAL" clId="{DD587564-A78D-4561-8E64-C12CF1DF9BAA}" dt="2026-05-27T17:01:57.053" v="5825"/>
          <ac:spMkLst>
            <pc:docMk/>
            <pc:sldMk cId="906563891" sldId="337"/>
            <ac:spMk id="15" creationId="{E784BE95-B4AA-483E-B98E-AD2A15B6A1F3}"/>
          </ac:spMkLst>
        </pc:spChg>
        <pc:spChg chg="add del mod">
          <ac:chgData name="Josué Silva de Morais" userId="f406c2cd-edfc-4057-be10-75858098c663" providerId="ADAL" clId="{DD587564-A78D-4561-8E64-C12CF1DF9BAA}" dt="2026-05-27T17:01:57.054" v="5826"/>
          <ac:spMkLst>
            <pc:docMk/>
            <pc:sldMk cId="906563891" sldId="337"/>
            <ac:spMk id="16" creationId="{91256445-53BE-4B47-8261-49E554A4FA17}"/>
          </ac:spMkLst>
        </pc:spChg>
        <pc:spChg chg="add del mod">
          <ac:chgData name="Josué Silva de Morais" userId="f406c2cd-edfc-4057-be10-75858098c663" providerId="ADAL" clId="{DD587564-A78D-4561-8E64-C12CF1DF9BAA}" dt="2026-05-27T17:01:57.054" v="5827"/>
          <ac:spMkLst>
            <pc:docMk/>
            <pc:sldMk cId="906563891" sldId="337"/>
            <ac:spMk id="17" creationId="{464FED69-97BB-4678-89C2-CCFA5478CEA9}"/>
          </ac:spMkLst>
        </pc:spChg>
        <pc:spChg chg="add del mod">
          <ac:chgData name="Josué Silva de Morais" userId="f406c2cd-edfc-4057-be10-75858098c663" providerId="ADAL" clId="{DD587564-A78D-4561-8E64-C12CF1DF9BAA}" dt="2026-05-27T17:01:57.054" v="5828"/>
          <ac:spMkLst>
            <pc:docMk/>
            <pc:sldMk cId="906563891" sldId="337"/>
            <ac:spMk id="18" creationId="{639F4705-FDF7-499A-811B-65D6077E65BA}"/>
          </ac:spMkLst>
        </pc:spChg>
        <pc:spChg chg="add del mod">
          <ac:chgData name="Josué Silva de Morais" userId="f406c2cd-edfc-4057-be10-75858098c663" providerId="ADAL" clId="{DD587564-A78D-4561-8E64-C12CF1DF9BAA}" dt="2026-05-27T17:01:57.055" v="5829"/>
          <ac:spMkLst>
            <pc:docMk/>
            <pc:sldMk cId="906563891" sldId="337"/>
            <ac:spMk id="19" creationId="{8C9A2F27-9551-4704-BFBB-548C1216D7AE}"/>
          </ac:spMkLst>
        </pc:spChg>
        <pc:spChg chg="add del mod">
          <ac:chgData name="Josué Silva de Morais" userId="f406c2cd-edfc-4057-be10-75858098c663" providerId="ADAL" clId="{DD587564-A78D-4561-8E64-C12CF1DF9BAA}" dt="2026-05-27T17:01:57.055" v="5830"/>
          <ac:spMkLst>
            <pc:docMk/>
            <pc:sldMk cId="906563891" sldId="337"/>
            <ac:spMk id="20" creationId="{A01BD2EF-8A32-4AF4-A91A-58867A0A5B8C}"/>
          </ac:spMkLst>
        </pc:spChg>
        <pc:spChg chg="add del mod">
          <ac:chgData name="Josué Silva de Morais" userId="f406c2cd-edfc-4057-be10-75858098c663" providerId="ADAL" clId="{DD587564-A78D-4561-8E64-C12CF1DF9BAA}" dt="2026-05-27T17:01:57.055" v="5831"/>
          <ac:spMkLst>
            <pc:docMk/>
            <pc:sldMk cId="906563891" sldId="337"/>
            <ac:spMk id="21" creationId="{5AF7AA3D-7226-40D8-B5D6-5CA4C0A64DFF}"/>
          </ac:spMkLst>
        </pc:spChg>
        <pc:spChg chg="add del mod">
          <ac:chgData name="Josué Silva de Morais" userId="f406c2cd-edfc-4057-be10-75858098c663" providerId="ADAL" clId="{DD587564-A78D-4561-8E64-C12CF1DF9BAA}" dt="2026-05-27T17:01:57.056" v="5832"/>
          <ac:spMkLst>
            <pc:docMk/>
            <pc:sldMk cId="906563891" sldId="337"/>
            <ac:spMk id="22" creationId="{727376FA-4A85-4B0C-89F3-739FAA3CA45B}"/>
          </ac:spMkLst>
        </pc:spChg>
        <pc:spChg chg="add del mod">
          <ac:chgData name="Josué Silva de Morais" userId="f406c2cd-edfc-4057-be10-75858098c663" providerId="ADAL" clId="{DD587564-A78D-4561-8E64-C12CF1DF9BAA}" dt="2026-05-27T17:01:57.056" v="5833"/>
          <ac:spMkLst>
            <pc:docMk/>
            <pc:sldMk cId="906563891" sldId="337"/>
            <ac:spMk id="23" creationId="{BED58A2A-2FB3-42E1-9806-1FB3C54ADB75}"/>
          </ac:spMkLst>
        </pc:spChg>
        <pc:spChg chg="add del mod">
          <ac:chgData name="Josué Silva de Morais" userId="f406c2cd-edfc-4057-be10-75858098c663" providerId="ADAL" clId="{DD587564-A78D-4561-8E64-C12CF1DF9BAA}" dt="2026-05-27T17:01:57.057" v="5834"/>
          <ac:spMkLst>
            <pc:docMk/>
            <pc:sldMk cId="906563891" sldId="337"/>
            <ac:spMk id="24" creationId="{AC360957-AAE5-4340-9761-630EC8AC0BBB}"/>
          </ac:spMkLst>
        </pc:spChg>
        <pc:spChg chg="add del mod">
          <ac:chgData name="Josué Silva de Morais" userId="f406c2cd-edfc-4057-be10-75858098c663" providerId="ADAL" clId="{DD587564-A78D-4561-8E64-C12CF1DF9BAA}" dt="2026-05-27T17:01:57.057" v="5835"/>
          <ac:spMkLst>
            <pc:docMk/>
            <pc:sldMk cId="906563891" sldId="337"/>
            <ac:spMk id="25" creationId="{D8923187-FBFB-4E8F-BB02-88443AA9A4B2}"/>
          </ac:spMkLst>
        </pc:spChg>
        <pc:spChg chg="add del mod">
          <ac:chgData name="Josué Silva de Morais" userId="f406c2cd-edfc-4057-be10-75858098c663" providerId="ADAL" clId="{DD587564-A78D-4561-8E64-C12CF1DF9BAA}" dt="2026-05-27T17:01:57.058" v="5836"/>
          <ac:spMkLst>
            <pc:docMk/>
            <pc:sldMk cId="906563891" sldId="337"/>
            <ac:spMk id="26" creationId="{C49D37DE-9C3F-46CE-9DFA-0B0DED00BA79}"/>
          </ac:spMkLst>
        </pc:spChg>
        <pc:spChg chg="add del mod">
          <ac:chgData name="Josué Silva de Morais" userId="f406c2cd-edfc-4057-be10-75858098c663" providerId="ADAL" clId="{DD587564-A78D-4561-8E64-C12CF1DF9BAA}" dt="2026-05-27T17:01:57.059" v="5837"/>
          <ac:spMkLst>
            <pc:docMk/>
            <pc:sldMk cId="906563891" sldId="337"/>
            <ac:spMk id="27" creationId="{C2943A66-9AE9-425D-85A2-09271C332264}"/>
          </ac:spMkLst>
        </pc:spChg>
        <pc:spChg chg="add del mod">
          <ac:chgData name="Josué Silva de Morais" userId="f406c2cd-edfc-4057-be10-75858098c663" providerId="ADAL" clId="{DD587564-A78D-4561-8E64-C12CF1DF9BAA}" dt="2026-05-27T17:01:57.059" v="5838"/>
          <ac:spMkLst>
            <pc:docMk/>
            <pc:sldMk cId="906563891" sldId="337"/>
            <ac:spMk id="28" creationId="{05DC4F12-1B31-4440-84BE-5E64CBA4CFE4}"/>
          </ac:spMkLst>
        </pc:spChg>
        <pc:spChg chg="add del mod">
          <ac:chgData name="Josué Silva de Morais" userId="f406c2cd-edfc-4057-be10-75858098c663" providerId="ADAL" clId="{DD587564-A78D-4561-8E64-C12CF1DF9BAA}" dt="2026-05-27T17:01:57.059" v="5839"/>
          <ac:spMkLst>
            <pc:docMk/>
            <pc:sldMk cId="906563891" sldId="337"/>
            <ac:spMk id="29" creationId="{7B71633F-9716-46FA-BDAC-54E430D86076}"/>
          </ac:spMkLst>
        </pc:spChg>
        <pc:spChg chg="add del mod">
          <ac:chgData name="Josué Silva de Morais" userId="f406c2cd-edfc-4057-be10-75858098c663" providerId="ADAL" clId="{DD587564-A78D-4561-8E64-C12CF1DF9BAA}" dt="2026-05-27T17:01:57.060" v="5840"/>
          <ac:spMkLst>
            <pc:docMk/>
            <pc:sldMk cId="906563891" sldId="337"/>
            <ac:spMk id="30" creationId="{F209BBDF-1631-44E6-8F7D-BE55DF7687C9}"/>
          </ac:spMkLst>
        </pc:spChg>
        <pc:spChg chg="add del mod">
          <ac:chgData name="Josué Silva de Morais" userId="f406c2cd-edfc-4057-be10-75858098c663" providerId="ADAL" clId="{DD587564-A78D-4561-8E64-C12CF1DF9BAA}" dt="2026-05-27T17:01:57.060" v="5841"/>
          <ac:spMkLst>
            <pc:docMk/>
            <pc:sldMk cId="906563891" sldId="337"/>
            <ac:spMk id="31" creationId="{C5AE530A-68E4-4AEE-AEEF-808FC509BB1D}"/>
          </ac:spMkLst>
        </pc:spChg>
        <pc:spChg chg="add del mod">
          <ac:chgData name="Josué Silva de Morais" userId="f406c2cd-edfc-4057-be10-75858098c663" providerId="ADAL" clId="{DD587564-A78D-4561-8E64-C12CF1DF9BAA}" dt="2026-05-27T17:01:57.061" v="5842"/>
          <ac:spMkLst>
            <pc:docMk/>
            <pc:sldMk cId="906563891" sldId="337"/>
            <ac:spMk id="32" creationId="{19EEE8E8-BEF5-43C3-BCAC-8274661F33E3}"/>
          </ac:spMkLst>
        </pc:spChg>
        <pc:spChg chg="add del mod">
          <ac:chgData name="Josué Silva de Morais" userId="f406c2cd-edfc-4057-be10-75858098c663" providerId="ADAL" clId="{DD587564-A78D-4561-8E64-C12CF1DF9BAA}" dt="2026-05-27T17:01:57.061" v="5843"/>
          <ac:spMkLst>
            <pc:docMk/>
            <pc:sldMk cId="906563891" sldId="337"/>
            <ac:spMk id="33" creationId="{DA59D241-74A6-4A0B-9735-3D943A47AF18}"/>
          </ac:spMkLst>
        </pc:spChg>
        <pc:spChg chg="add mod">
          <ac:chgData name="Josué Silva de Morais" userId="f406c2cd-edfc-4057-be10-75858098c663" providerId="ADAL" clId="{DD587564-A78D-4561-8E64-C12CF1DF9BAA}" dt="2026-05-27T17:01:57.083" v="5846"/>
          <ac:spMkLst>
            <pc:docMk/>
            <pc:sldMk cId="906563891" sldId="337"/>
            <ac:spMk id="34" creationId="{4BF7E9CE-9392-448A-BB6F-C2A9C6083831}"/>
          </ac:spMkLst>
        </pc:spChg>
        <pc:spChg chg="add mod">
          <ac:chgData name="Josué Silva de Morais" userId="f406c2cd-edfc-4057-be10-75858098c663" providerId="ADAL" clId="{DD587564-A78D-4561-8E64-C12CF1DF9BAA}" dt="2026-05-27T17:01:57.086" v="5854"/>
          <ac:spMkLst>
            <pc:docMk/>
            <pc:sldMk cId="906563891" sldId="337"/>
            <ac:spMk id="35" creationId="{45EF663B-F8DF-436A-9DC7-BDD8570C8AEF}"/>
          </ac:spMkLst>
        </pc:spChg>
        <pc:spChg chg="add mod">
          <ac:chgData name="Josué Silva de Morais" userId="f406c2cd-edfc-4057-be10-75858098c663" providerId="ADAL" clId="{DD587564-A78D-4561-8E64-C12CF1DF9BAA}" dt="2026-05-27T17:01:57.090" v="5862"/>
          <ac:spMkLst>
            <pc:docMk/>
            <pc:sldMk cId="906563891" sldId="337"/>
            <ac:spMk id="36" creationId="{62E93236-00DE-49A2-B178-D0D654FF5491}"/>
          </ac:spMkLst>
        </pc:spChg>
        <pc:spChg chg="add mod">
          <ac:chgData name="Josué Silva de Morais" userId="f406c2cd-edfc-4057-be10-75858098c663" providerId="ADAL" clId="{DD587564-A78D-4561-8E64-C12CF1DF9BAA}" dt="2026-05-27T17:01:57.093" v="5870"/>
          <ac:spMkLst>
            <pc:docMk/>
            <pc:sldMk cId="906563891" sldId="337"/>
            <ac:spMk id="37" creationId="{CD08DD74-0ECC-4FF3-8A65-6669FC6004B0}"/>
          </ac:spMkLst>
        </pc:spChg>
        <pc:spChg chg="add mod">
          <ac:chgData name="Josué Silva de Morais" userId="f406c2cd-edfc-4057-be10-75858098c663" providerId="ADAL" clId="{DD587564-A78D-4561-8E64-C12CF1DF9BAA}" dt="2026-05-27T17:01:57.094" v="5873"/>
          <ac:spMkLst>
            <pc:docMk/>
            <pc:sldMk cId="906563891" sldId="337"/>
            <ac:spMk id="38" creationId="{606B8BC9-55F2-4D8D-A0A7-0931F212D34D}"/>
          </ac:spMkLst>
        </pc:spChg>
        <pc:spChg chg="add mod">
          <ac:chgData name="Josué Silva de Morais" userId="f406c2cd-edfc-4057-be10-75858098c663" providerId="ADAL" clId="{DD587564-A78D-4561-8E64-C12CF1DF9BAA}" dt="2026-05-27T17:01:57.098" v="5881"/>
          <ac:spMkLst>
            <pc:docMk/>
            <pc:sldMk cId="906563891" sldId="337"/>
            <ac:spMk id="39" creationId="{5C3F5EA3-1E1F-4615-994B-C603CF04170B}"/>
          </ac:spMkLst>
        </pc:spChg>
        <pc:spChg chg="add mod">
          <ac:chgData name="Josué Silva de Morais" userId="f406c2cd-edfc-4057-be10-75858098c663" providerId="ADAL" clId="{DD587564-A78D-4561-8E64-C12CF1DF9BAA}" dt="2026-05-27T17:01:57.099" v="5884"/>
          <ac:spMkLst>
            <pc:docMk/>
            <pc:sldMk cId="906563891" sldId="337"/>
            <ac:spMk id="40" creationId="{BDC88999-9D9E-41E9-B07F-F2B99827FFEE}"/>
          </ac:spMkLst>
        </pc:spChg>
        <pc:spChg chg="add mod">
          <ac:chgData name="Josué Silva de Morais" userId="f406c2cd-edfc-4057-be10-75858098c663" providerId="ADAL" clId="{DD587564-A78D-4561-8E64-C12CF1DF9BAA}" dt="2026-05-27T17:01:57.102" v="5892"/>
          <ac:spMkLst>
            <pc:docMk/>
            <pc:sldMk cId="906563891" sldId="337"/>
            <ac:spMk id="41" creationId="{78D0A4B4-A9FC-4297-9109-0666CDB38B67}"/>
          </ac:spMkLst>
        </pc:spChg>
        <pc:spChg chg="add mod">
          <ac:chgData name="Josué Silva de Morais" userId="f406c2cd-edfc-4057-be10-75858098c663" providerId="ADAL" clId="{DD587564-A78D-4561-8E64-C12CF1DF9BAA}" dt="2026-05-27T17:01:57.106" v="5900"/>
          <ac:spMkLst>
            <pc:docMk/>
            <pc:sldMk cId="906563891" sldId="337"/>
            <ac:spMk id="42" creationId="{736EBCFE-95A9-4F9F-BF77-C3E2783B9C90}"/>
          </ac:spMkLst>
        </pc:spChg>
        <pc:spChg chg="add mod">
          <ac:chgData name="Josué Silva de Morais" userId="f406c2cd-edfc-4057-be10-75858098c663" providerId="ADAL" clId="{DD587564-A78D-4561-8E64-C12CF1DF9BAA}" dt="2026-05-27T17:01:57.107" v="5903"/>
          <ac:spMkLst>
            <pc:docMk/>
            <pc:sldMk cId="906563891" sldId="337"/>
            <ac:spMk id="43" creationId="{F1CBE660-9CC0-44A4-8E8B-3E648D6D59F6}"/>
          </ac:spMkLst>
        </pc:spChg>
        <pc:spChg chg="add mod">
          <ac:chgData name="Josué Silva de Morais" userId="f406c2cd-edfc-4057-be10-75858098c663" providerId="ADAL" clId="{DD587564-A78D-4561-8E64-C12CF1DF9BAA}" dt="2026-05-27T17:01:57.110" v="5911"/>
          <ac:spMkLst>
            <pc:docMk/>
            <pc:sldMk cId="906563891" sldId="337"/>
            <ac:spMk id="44" creationId="{F03EE728-3D78-49A3-91E8-BA3C9B1D6278}"/>
          </ac:spMkLst>
        </pc:spChg>
        <pc:spChg chg="add mod">
          <ac:chgData name="Josué Silva de Morais" userId="f406c2cd-edfc-4057-be10-75858098c663" providerId="ADAL" clId="{DD587564-A78D-4561-8E64-C12CF1DF9BAA}" dt="2026-05-27T17:01:57.113" v="5919"/>
          <ac:spMkLst>
            <pc:docMk/>
            <pc:sldMk cId="906563891" sldId="337"/>
            <ac:spMk id="45" creationId="{460E34D1-9F69-4302-AAB9-C252495A535C}"/>
          </ac:spMkLst>
        </pc:spChg>
        <pc:spChg chg="add mod">
          <ac:chgData name="Josué Silva de Morais" userId="f406c2cd-edfc-4057-be10-75858098c663" providerId="ADAL" clId="{DD587564-A78D-4561-8E64-C12CF1DF9BAA}" dt="2026-05-27T17:01:57.116" v="5927"/>
          <ac:spMkLst>
            <pc:docMk/>
            <pc:sldMk cId="906563891" sldId="337"/>
            <ac:spMk id="46" creationId="{EC9724BA-9660-4376-9480-E76F47A26FF6}"/>
          </ac:spMkLst>
        </pc:spChg>
        <pc:spChg chg="add mod">
          <ac:chgData name="Josué Silva de Morais" userId="f406c2cd-edfc-4057-be10-75858098c663" providerId="ADAL" clId="{DD587564-A78D-4561-8E64-C12CF1DF9BAA}" dt="2026-05-27T17:01:57.118" v="5930"/>
          <ac:spMkLst>
            <pc:docMk/>
            <pc:sldMk cId="906563891" sldId="337"/>
            <ac:spMk id="47" creationId="{2C1557FA-A8E4-4FDB-8269-1869EA1E5DF5}"/>
          </ac:spMkLst>
        </pc:spChg>
        <pc:spChg chg="add mod">
          <ac:chgData name="Josué Silva de Morais" userId="f406c2cd-edfc-4057-be10-75858098c663" providerId="ADAL" clId="{DD587564-A78D-4561-8E64-C12CF1DF9BAA}" dt="2026-05-27T17:01:57.121" v="5938"/>
          <ac:spMkLst>
            <pc:docMk/>
            <pc:sldMk cId="906563891" sldId="337"/>
            <ac:spMk id="48" creationId="{5FE7B45C-1D9D-404B-AF4F-7DB3E844C6F0}"/>
          </ac:spMkLst>
        </pc:spChg>
        <pc:spChg chg="add mod">
          <ac:chgData name="Josué Silva de Morais" userId="f406c2cd-edfc-4057-be10-75858098c663" providerId="ADAL" clId="{DD587564-A78D-4561-8E64-C12CF1DF9BAA}" dt="2026-05-27T17:01:57.124" v="5946"/>
          <ac:spMkLst>
            <pc:docMk/>
            <pc:sldMk cId="906563891" sldId="337"/>
            <ac:spMk id="49" creationId="{67DDD4C8-5672-4B7D-A7AC-C900F06FF4BC}"/>
          </ac:spMkLst>
        </pc:spChg>
        <pc:spChg chg="add mod">
          <ac:chgData name="Josué Silva de Morais" userId="f406c2cd-edfc-4057-be10-75858098c663" providerId="ADAL" clId="{DD587564-A78D-4561-8E64-C12CF1DF9BAA}" dt="2026-05-27T17:01:57.125" v="5949"/>
          <ac:spMkLst>
            <pc:docMk/>
            <pc:sldMk cId="906563891" sldId="337"/>
            <ac:spMk id="50" creationId="{BF811891-FD83-4E6B-9673-C2FD10B2E337}"/>
          </ac:spMkLst>
        </pc:spChg>
        <pc:spChg chg="add mod">
          <ac:chgData name="Josué Silva de Morais" userId="f406c2cd-edfc-4057-be10-75858098c663" providerId="ADAL" clId="{DD587564-A78D-4561-8E64-C12CF1DF9BAA}" dt="2026-05-27T17:01:57.129" v="5957"/>
          <ac:spMkLst>
            <pc:docMk/>
            <pc:sldMk cId="906563891" sldId="337"/>
            <ac:spMk id="51" creationId="{783B3E6B-4878-4B76-8026-13768E8917D3}"/>
          </ac:spMkLst>
        </pc:spChg>
        <pc:spChg chg="add mod">
          <ac:chgData name="Josué Silva de Morais" userId="f406c2cd-edfc-4057-be10-75858098c663" providerId="ADAL" clId="{DD587564-A78D-4561-8E64-C12CF1DF9BAA}" dt="2026-05-27T17:01:57.132" v="5965"/>
          <ac:spMkLst>
            <pc:docMk/>
            <pc:sldMk cId="906563891" sldId="337"/>
            <ac:spMk id="52" creationId="{33406271-8797-4A11-B36F-15D01CB22D5F}"/>
          </ac:spMkLst>
        </pc:spChg>
        <pc:spChg chg="add mod">
          <ac:chgData name="Josué Silva de Morais" userId="f406c2cd-edfc-4057-be10-75858098c663" providerId="ADAL" clId="{DD587564-A78D-4561-8E64-C12CF1DF9BAA}" dt="2026-05-27T17:01:57.133" v="5968"/>
          <ac:spMkLst>
            <pc:docMk/>
            <pc:sldMk cId="906563891" sldId="337"/>
            <ac:spMk id="53" creationId="{3FE4DE3E-71D3-451E-B7CC-9102E6B83AC8}"/>
          </ac:spMkLst>
        </pc:spChg>
        <pc:spChg chg="add mod">
          <ac:chgData name="Josué Silva de Morais" userId="f406c2cd-edfc-4057-be10-75858098c663" providerId="ADAL" clId="{DD587564-A78D-4561-8E64-C12CF1DF9BAA}" dt="2026-05-27T17:01:57.136" v="5976"/>
          <ac:spMkLst>
            <pc:docMk/>
            <pc:sldMk cId="906563891" sldId="337"/>
            <ac:spMk id="54" creationId="{2E4A2DD4-1A54-465B-BBF5-F8AD4D4D27A8}"/>
          </ac:spMkLst>
        </pc:spChg>
        <pc:spChg chg="add mod">
          <ac:chgData name="Josué Silva de Morais" userId="f406c2cd-edfc-4057-be10-75858098c663" providerId="ADAL" clId="{DD587564-A78D-4561-8E64-C12CF1DF9BAA}" dt="2026-05-27T17:01:57.140" v="5984"/>
          <ac:spMkLst>
            <pc:docMk/>
            <pc:sldMk cId="906563891" sldId="337"/>
            <ac:spMk id="55" creationId="{70F4F1A0-4DD3-4683-B92F-4F9B8D021C7E}"/>
          </ac:spMkLst>
        </pc:spChg>
        <pc:spChg chg="add mod">
          <ac:chgData name="Josué Silva de Morais" userId="f406c2cd-edfc-4057-be10-75858098c663" providerId="ADAL" clId="{DD587564-A78D-4561-8E64-C12CF1DF9BAA}" dt="2026-05-27T17:01:57.141" v="5987"/>
          <ac:spMkLst>
            <pc:docMk/>
            <pc:sldMk cId="906563891" sldId="337"/>
            <ac:spMk id="56" creationId="{4969CF9F-7872-4E0F-B4F9-42E217CE1FAD}"/>
          </ac:spMkLst>
        </pc:spChg>
        <pc:spChg chg="add mod">
          <ac:chgData name="Josué Silva de Morais" userId="f406c2cd-edfc-4057-be10-75858098c663" providerId="ADAL" clId="{DD587564-A78D-4561-8E64-C12CF1DF9BAA}" dt="2026-05-27T17:01:57.145" v="5995"/>
          <ac:spMkLst>
            <pc:docMk/>
            <pc:sldMk cId="906563891" sldId="337"/>
            <ac:spMk id="57" creationId="{885D9BEB-79BC-41E9-A218-F4BE5D530005}"/>
          </ac:spMkLst>
        </pc:spChg>
        <pc:spChg chg="add mod">
          <ac:chgData name="Josué Silva de Morais" userId="f406c2cd-edfc-4057-be10-75858098c663" providerId="ADAL" clId="{DD587564-A78D-4561-8E64-C12CF1DF9BAA}" dt="2026-05-27T17:01:57.148" v="6003"/>
          <ac:spMkLst>
            <pc:docMk/>
            <pc:sldMk cId="906563891" sldId="337"/>
            <ac:spMk id="58" creationId="{FAD96E3C-E862-4D0A-9AEE-8631270897CA}"/>
          </ac:spMkLst>
        </pc:spChg>
        <pc:spChg chg="add mod">
          <ac:chgData name="Josué Silva de Morais" userId="f406c2cd-edfc-4057-be10-75858098c663" providerId="ADAL" clId="{DD587564-A78D-4561-8E64-C12CF1DF9BAA}" dt="2026-05-27T17:01:57.149" v="6006"/>
          <ac:spMkLst>
            <pc:docMk/>
            <pc:sldMk cId="906563891" sldId="337"/>
            <ac:spMk id="59" creationId="{05D5B95D-E3E8-40C4-A8AF-72055D2F04A2}"/>
          </ac:spMkLst>
        </pc:spChg>
        <pc:spChg chg="add mod">
          <ac:chgData name="Josué Silva de Morais" userId="f406c2cd-edfc-4057-be10-75858098c663" providerId="ADAL" clId="{DD587564-A78D-4561-8E64-C12CF1DF9BAA}" dt="2026-05-27T17:01:57.152" v="6014"/>
          <ac:spMkLst>
            <pc:docMk/>
            <pc:sldMk cId="906563891" sldId="337"/>
            <ac:spMk id="60" creationId="{F6657FB7-D1E1-4CAA-8772-007A371868F3}"/>
          </ac:spMkLst>
        </pc:spChg>
        <pc:spChg chg="add mod">
          <ac:chgData name="Josué Silva de Morais" userId="f406c2cd-edfc-4057-be10-75858098c663" providerId="ADAL" clId="{DD587564-A78D-4561-8E64-C12CF1DF9BAA}" dt="2026-05-27T17:01:57.154" v="6017"/>
          <ac:spMkLst>
            <pc:docMk/>
            <pc:sldMk cId="906563891" sldId="337"/>
            <ac:spMk id="61" creationId="{C7E081A1-38F9-4E72-9D5B-A1A0FF215AEA}"/>
          </ac:spMkLst>
        </pc:spChg>
        <pc:spChg chg="add mod">
          <ac:chgData name="Josué Silva de Morais" userId="f406c2cd-edfc-4057-be10-75858098c663" providerId="ADAL" clId="{DD587564-A78D-4561-8E64-C12CF1DF9BAA}" dt="2026-05-27T17:01:57.157" v="6025"/>
          <ac:spMkLst>
            <pc:docMk/>
            <pc:sldMk cId="906563891" sldId="337"/>
            <ac:spMk id="62" creationId="{F84FED71-CCC8-4545-A64D-103106892087}"/>
          </ac:spMkLst>
        </pc:spChg>
        <pc:spChg chg="add mod">
          <ac:chgData name="Josué Silva de Morais" userId="f406c2cd-edfc-4057-be10-75858098c663" providerId="ADAL" clId="{DD587564-A78D-4561-8E64-C12CF1DF9BAA}" dt="2026-05-27T17:01:57.160" v="6033"/>
          <ac:spMkLst>
            <pc:docMk/>
            <pc:sldMk cId="906563891" sldId="337"/>
            <ac:spMk id="63" creationId="{8825A6E6-BA60-4B9E-B04B-6573A3A5C9A4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02:19.905" v="6314"/>
        <pc:sldMkLst>
          <pc:docMk/>
          <pc:sldMk cId="1675919303" sldId="338"/>
        </pc:sldMkLst>
        <pc:spChg chg="add del mod">
          <ac:chgData name="Josué Silva de Morais" userId="f406c2cd-edfc-4057-be10-75858098c663" providerId="ADAL" clId="{DD587564-A78D-4561-8E64-C12CF1DF9BAA}" dt="2026-05-27T17:02:19.761" v="6034"/>
          <ac:spMkLst>
            <pc:docMk/>
            <pc:sldMk cId="1675919303" sldId="338"/>
            <ac:spMk id="2" creationId="{B7457034-71D8-4238-A251-17042D71BB75}"/>
          </ac:spMkLst>
        </pc:spChg>
        <pc:spChg chg="add del mod">
          <ac:chgData name="Josué Silva de Morais" userId="f406c2cd-edfc-4057-be10-75858098c663" providerId="ADAL" clId="{DD587564-A78D-4561-8E64-C12CF1DF9BAA}" dt="2026-05-27T17:02:19.762" v="6035"/>
          <ac:spMkLst>
            <pc:docMk/>
            <pc:sldMk cId="1675919303" sldId="338"/>
            <ac:spMk id="3" creationId="{E110783A-D733-4F9B-9E56-3F1B01F487F7}"/>
          </ac:spMkLst>
        </pc:spChg>
        <pc:spChg chg="add del mod">
          <ac:chgData name="Josué Silva de Morais" userId="f406c2cd-edfc-4057-be10-75858098c663" providerId="ADAL" clId="{DD587564-A78D-4561-8E64-C12CF1DF9BAA}" dt="2026-05-27T17:02:19.762" v="6036"/>
          <ac:spMkLst>
            <pc:docMk/>
            <pc:sldMk cId="1675919303" sldId="338"/>
            <ac:spMk id="4" creationId="{6E8FAAD8-2E48-4776-8374-FC52424B2551}"/>
          </ac:spMkLst>
        </pc:spChg>
        <pc:spChg chg="add del mod">
          <ac:chgData name="Josué Silva de Morais" userId="f406c2cd-edfc-4057-be10-75858098c663" providerId="ADAL" clId="{DD587564-A78D-4561-8E64-C12CF1DF9BAA}" dt="2026-05-27T17:02:19.763" v="6037"/>
          <ac:spMkLst>
            <pc:docMk/>
            <pc:sldMk cId="1675919303" sldId="338"/>
            <ac:spMk id="5" creationId="{31471D54-73EF-4C70-809C-29D9499ADB7E}"/>
          </ac:spMkLst>
        </pc:spChg>
        <pc:spChg chg="add del mod">
          <ac:chgData name="Josué Silva de Morais" userId="f406c2cd-edfc-4057-be10-75858098c663" providerId="ADAL" clId="{DD587564-A78D-4561-8E64-C12CF1DF9BAA}" dt="2026-05-27T17:02:19.763" v="6038"/>
          <ac:spMkLst>
            <pc:docMk/>
            <pc:sldMk cId="1675919303" sldId="338"/>
            <ac:spMk id="6" creationId="{33152A52-AF0D-49DF-830C-E0A75F76B3C9}"/>
          </ac:spMkLst>
        </pc:spChg>
        <pc:spChg chg="add del mod">
          <ac:chgData name="Josué Silva de Morais" userId="f406c2cd-edfc-4057-be10-75858098c663" providerId="ADAL" clId="{DD587564-A78D-4561-8E64-C12CF1DF9BAA}" dt="2026-05-27T17:02:19.764" v="6039"/>
          <ac:spMkLst>
            <pc:docMk/>
            <pc:sldMk cId="1675919303" sldId="338"/>
            <ac:spMk id="7" creationId="{6E4DF104-7C50-45D9-91C5-93F2FC8469A6}"/>
          </ac:spMkLst>
        </pc:spChg>
        <pc:spChg chg="add del mod">
          <ac:chgData name="Josué Silva de Morais" userId="f406c2cd-edfc-4057-be10-75858098c663" providerId="ADAL" clId="{DD587564-A78D-4561-8E64-C12CF1DF9BAA}" dt="2026-05-27T17:02:19.764" v="6040"/>
          <ac:spMkLst>
            <pc:docMk/>
            <pc:sldMk cId="1675919303" sldId="338"/>
            <ac:spMk id="8" creationId="{F276207C-FCC6-4902-9ECF-E9ED96A40CD8}"/>
          </ac:spMkLst>
        </pc:spChg>
        <pc:spChg chg="add del mod">
          <ac:chgData name="Josué Silva de Morais" userId="f406c2cd-edfc-4057-be10-75858098c663" providerId="ADAL" clId="{DD587564-A78D-4561-8E64-C12CF1DF9BAA}" dt="2026-05-27T17:02:19.764" v="6041"/>
          <ac:spMkLst>
            <pc:docMk/>
            <pc:sldMk cId="1675919303" sldId="338"/>
            <ac:spMk id="9" creationId="{5086E329-3802-4D00-A8A8-CEF2C6DB6E0A}"/>
          </ac:spMkLst>
        </pc:spChg>
        <pc:spChg chg="add del mod">
          <ac:chgData name="Josué Silva de Morais" userId="f406c2cd-edfc-4057-be10-75858098c663" providerId="ADAL" clId="{DD587564-A78D-4561-8E64-C12CF1DF9BAA}" dt="2026-05-27T17:02:19.765" v="6042"/>
          <ac:spMkLst>
            <pc:docMk/>
            <pc:sldMk cId="1675919303" sldId="338"/>
            <ac:spMk id="10" creationId="{F434D467-8D2B-4D1C-A8A6-1FA1C856E40D}"/>
          </ac:spMkLst>
        </pc:spChg>
        <pc:spChg chg="add del mod">
          <ac:chgData name="Josué Silva de Morais" userId="f406c2cd-edfc-4057-be10-75858098c663" providerId="ADAL" clId="{DD587564-A78D-4561-8E64-C12CF1DF9BAA}" dt="2026-05-27T17:02:19.765" v="6043"/>
          <ac:spMkLst>
            <pc:docMk/>
            <pc:sldMk cId="1675919303" sldId="338"/>
            <ac:spMk id="11" creationId="{D514DBBD-0B5D-4196-B2BE-5BB277A520E0}"/>
          </ac:spMkLst>
        </pc:spChg>
        <pc:spChg chg="add del mod">
          <ac:chgData name="Josué Silva de Morais" userId="f406c2cd-edfc-4057-be10-75858098c663" providerId="ADAL" clId="{DD587564-A78D-4561-8E64-C12CF1DF9BAA}" dt="2026-05-27T17:02:19.765" v="6044"/>
          <ac:spMkLst>
            <pc:docMk/>
            <pc:sldMk cId="1675919303" sldId="338"/>
            <ac:spMk id="12" creationId="{905B9F07-763E-44A6-AEB1-DDC96049CA5C}"/>
          </ac:spMkLst>
        </pc:spChg>
        <pc:spChg chg="add del mod">
          <ac:chgData name="Josué Silva de Morais" userId="f406c2cd-edfc-4057-be10-75858098c663" providerId="ADAL" clId="{DD587564-A78D-4561-8E64-C12CF1DF9BAA}" dt="2026-05-27T17:02:19.766" v="6045"/>
          <ac:spMkLst>
            <pc:docMk/>
            <pc:sldMk cId="1675919303" sldId="338"/>
            <ac:spMk id="13" creationId="{12AE4284-C710-401A-B6BB-093FF0219F44}"/>
          </ac:spMkLst>
        </pc:spChg>
        <pc:spChg chg="add del mod">
          <ac:chgData name="Josué Silva de Morais" userId="f406c2cd-edfc-4057-be10-75858098c663" providerId="ADAL" clId="{DD587564-A78D-4561-8E64-C12CF1DF9BAA}" dt="2026-05-27T17:02:19.766" v="6046"/>
          <ac:spMkLst>
            <pc:docMk/>
            <pc:sldMk cId="1675919303" sldId="338"/>
            <ac:spMk id="14" creationId="{E205A5EB-DC0B-4DA6-838E-6D0C4A014414}"/>
          </ac:spMkLst>
        </pc:spChg>
        <pc:spChg chg="add del mod">
          <ac:chgData name="Josué Silva de Morais" userId="f406c2cd-edfc-4057-be10-75858098c663" providerId="ADAL" clId="{DD587564-A78D-4561-8E64-C12CF1DF9BAA}" dt="2026-05-27T17:02:19.767" v="6047"/>
          <ac:spMkLst>
            <pc:docMk/>
            <pc:sldMk cId="1675919303" sldId="338"/>
            <ac:spMk id="15" creationId="{750AAC1B-5D9F-462A-B415-4BA91098628A}"/>
          </ac:spMkLst>
        </pc:spChg>
        <pc:spChg chg="add del mod">
          <ac:chgData name="Josué Silva de Morais" userId="f406c2cd-edfc-4057-be10-75858098c663" providerId="ADAL" clId="{DD587564-A78D-4561-8E64-C12CF1DF9BAA}" dt="2026-05-27T17:02:19.767" v="6048"/>
          <ac:spMkLst>
            <pc:docMk/>
            <pc:sldMk cId="1675919303" sldId="338"/>
            <ac:spMk id="16" creationId="{08584C76-D29D-4EC6-BAF4-EC0CEC01D19E}"/>
          </ac:spMkLst>
        </pc:spChg>
        <pc:spChg chg="add del mod">
          <ac:chgData name="Josué Silva de Morais" userId="f406c2cd-edfc-4057-be10-75858098c663" providerId="ADAL" clId="{DD587564-A78D-4561-8E64-C12CF1DF9BAA}" dt="2026-05-27T17:02:19.767" v="6049"/>
          <ac:spMkLst>
            <pc:docMk/>
            <pc:sldMk cId="1675919303" sldId="338"/>
            <ac:spMk id="17" creationId="{D9D08504-60E5-4534-B553-F85A2FB309BD}"/>
          </ac:spMkLst>
        </pc:spChg>
        <pc:spChg chg="add del mod">
          <ac:chgData name="Josué Silva de Morais" userId="f406c2cd-edfc-4057-be10-75858098c663" providerId="ADAL" clId="{DD587564-A78D-4561-8E64-C12CF1DF9BAA}" dt="2026-05-27T17:02:19.768" v="6050"/>
          <ac:spMkLst>
            <pc:docMk/>
            <pc:sldMk cId="1675919303" sldId="338"/>
            <ac:spMk id="18" creationId="{2A49489F-3F49-45F9-A74F-E5AAF45EDACF}"/>
          </ac:spMkLst>
        </pc:spChg>
        <pc:spChg chg="add del mod">
          <ac:chgData name="Josué Silva de Morais" userId="f406c2cd-edfc-4057-be10-75858098c663" providerId="ADAL" clId="{DD587564-A78D-4561-8E64-C12CF1DF9BAA}" dt="2026-05-27T17:02:19.768" v="6051"/>
          <ac:spMkLst>
            <pc:docMk/>
            <pc:sldMk cId="1675919303" sldId="338"/>
            <ac:spMk id="19" creationId="{7A677A19-B48C-44EA-9D83-4C6C9FCD0A59}"/>
          </ac:spMkLst>
        </pc:spChg>
        <pc:spChg chg="add del mod">
          <ac:chgData name="Josué Silva de Morais" userId="f406c2cd-edfc-4057-be10-75858098c663" providerId="ADAL" clId="{DD587564-A78D-4561-8E64-C12CF1DF9BAA}" dt="2026-05-27T17:02:19.768" v="6052"/>
          <ac:spMkLst>
            <pc:docMk/>
            <pc:sldMk cId="1675919303" sldId="338"/>
            <ac:spMk id="20" creationId="{AB3380D6-C131-4126-B4F1-CB59A0647BFA}"/>
          </ac:spMkLst>
        </pc:spChg>
        <pc:spChg chg="add del mod">
          <ac:chgData name="Josué Silva de Morais" userId="f406c2cd-edfc-4057-be10-75858098c663" providerId="ADAL" clId="{DD587564-A78D-4561-8E64-C12CF1DF9BAA}" dt="2026-05-27T17:02:19.769" v="6053"/>
          <ac:spMkLst>
            <pc:docMk/>
            <pc:sldMk cId="1675919303" sldId="338"/>
            <ac:spMk id="21" creationId="{6AB1BB85-D538-4162-892B-62CC2B22968B}"/>
          </ac:spMkLst>
        </pc:spChg>
        <pc:spChg chg="add del mod">
          <ac:chgData name="Josué Silva de Morais" userId="f406c2cd-edfc-4057-be10-75858098c663" providerId="ADAL" clId="{DD587564-A78D-4561-8E64-C12CF1DF9BAA}" dt="2026-05-27T17:02:19.769" v="6054"/>
          <ac:spMkLst>
            <pc:docMk/>
            <pc:sldMk cId="1675919303" sldId="338"/>
            <ac:spMk id="22" creationId="{C79675F1-285C-4AC3-998E-6882E167CA37}"/>
          </ac:spMkLst>
        </pc:spChg>
        <pc:spChg chg="add del mod">
          <ac:chgData name="Josué Silva de Morais" userId="f406c2cd-edfc-4057-be10-75858098c663" providerId="ADAL" clId="{DD587564-A78D-4561-8E64-C12CF1DF9BAA}" dt="2026-05-27T17:02:19.769" v="6055"/>
          <ac:spMkLst>
            <pc:docMk/>
            <pc:sldMk cId="1675919303" sldId="338"/>
            <ac:spMk id="23" creationId="{D187430B-8696-4E16-8683-911CF243C224}"/>
          </ac:spMkLst>
        </pc:spChg>
        <pc:spChg chg="add del mod">
          <ac:chgData name="Josué Silva de Morais" userId="f406c2cd-edfc-4057-be10-75858098c663" providerId="ADAL" clId="{DD587564-A78D-4561-8E64-C12CF1DF9BAA}" dt="2026-05-27T17:02:19.770" v="6056"/>
          <ac:spMkLst>
            <pc:docMk/>
            <pc:sldMk cId="1675919303" sldId="338"/>
            <ac:spMk id="24" creationId="{ADC87E72-5B53-47E3-A52C-3F12B50FC5CD}"/>
          </ac:spMkLst>
        </pc:spChg>
        <pc:spChg chg="add del mod">
          <ac:chgData name="Josué Silva de Morais" userId="f406c2cd-edfc-4057-be10-75858098c663" providerId="ADAL" clId="{DD587564-A78D-4561-8E64-C12CF1DF9BAA}" dt="2026-05-27T17:02:19.770" v="6057"/>
          <ac:spMkLst>
            <pc:docMk/>
            <pc:sldMk cId="1675919303" sldId="338"/>
            <ac:spMk id="25" creationId="{451E304A-027A-4A50-809A-EBDB6398F678}"/>
          </ac:spMkLst>
        </pc:spChg>
        <pc:spChg chg="add del mod">
          <ac:chgData name="Josué Silva de Morais" userId="f406c2cd-edfc-4057-be10-75858098c663" providerId="ADAL" clId="{DD587564-A78D-4561-8E64-C12CF1DF9BAA}" dt="2026-05-27T17:02:19.771" v="6058"/>
          <ac:spMkLst>
            <pc:docMk/>
            <pc:sldMk cId="1675919303" sldId="338"/>
            <ac:spMk id="26" creationId="{F1C67C69-4AE5-42DB-8374-82B4123ED89C}"/>
          </ac:spMkLst>
        </pc:spChg>
        <pc:spChg chg="add del mod">
          <ac:chgData name="Josué Silva de Morais" userId="f406c2cd-edfc-4057-be10-75858098c663" providerId="ADAL" clId="{DD587564-A78D-4561-8E64-C12CF1DF9BAA}" dt="2026-05-27T17:02:19.771" v="6059"/>
          <ac:spMkLst>
            <pc:docMk/>
            <pc:sldMk cId="1675919303" sldId="338"/>
            <ac:spMk id="27" creationId="{673687A7-2949-4490-B1B9-82AF1342928D}"/>
          </ac:spMkLst>
        </pc:spChg>
        <pc:spChg chg="add del mod">
          <ac:chgData name="Josué Silva de Morais" userId="f406c2cd-edfc-4057-be10-75858098c663" providerId="ADAL" clId="{DD587564-A78D-4561-8E64-C12CF1DF9BAA}" dt="2026-05-27T17:02:19.771" v="6060"/>
          <ac:spMkLst>
            <pc:docMk/>
            <pc:sldMk cId="1675919303" sldId="338"/>
            <ac:spMk id="28" creationId="{C0869D5E-DE6F-4F26-BE40-8F746E61F60E}"/>
          </ac:spMkLst>
        </pc:spChg>
        <pc:spChg chg="add del mod">
          <ac:chgData name="Josué Silva de Morais" userId="f406c2cd-edfc-4057-be10-75858098c663" providerId="ADAL" clId="{DD587564-A78D-4561-8E64-C12CF1DF9BAA}" dt="2026-05-27T17:02:19.772" v="6061"/>
          <ac:spMkLst>
            <pc:docMk/>
            <pc:sldMk cId="1675919303" sldId="338"/>
            <ac:spMk id="29" creationId="{DE112BA8-3919-42FE-B91E-D413A2E50D3C}"/>
          </ac:spMkLst>
        </pc:spChg>
        <pc:spChg chg="add del mod">
          <ac:chgData name="Josué Silva de Morais" userId="f406c2cd-edfc-4057-be10-75858098c663" providerId="ADAL" clId="{DD587564-A78D-4561-8E64-C12CF1DF9BAA}" dt="2026-05-27T17:02:19.772" v="6062"/>
          <ac:spMkLst>
            <pc:docMk/>
            <pc:sldMk cId="1675919303" sldId="338"/>
            <ac:spMk id="30" creationId="{B156FAA6-5971-46D9-AA10-37105DABB5B4}"/>
          </ac:spMkLst>
        </pc:spChg>
        <pc:spChg chg="add del mod">
          <ac:chgData name="Josué Silva de Morais" userId="f406c2cd-edfc-4057-be10-75858098c663" providerId="ADAL" clId="{DD587564-A78D-4561-8E64-C12CF1DF9BAA}" dt="2026-05-27T17:02:19.772" v="6063"/>
          <ac:spMkLst>
            <pc:docMk/>
            <pc:sldMk cId="1675919303" sldId="338"/>
            <ac:spMk id="31" creationId="{5EBE470C-3BEB-45D3-B0C5-ADD7C16C9A14}"/>
          </ac:spMkLst>
        </pc:spChg>
        <pc:spChg chg="add del mod">
          <ac:chgData name="Josué Silva de Morais" userId="f406c2cd-edfc-4057-be10-75858098c663" providerId="ADAL" clId="{DD587564-A78D-4561-8E64-C12CF1DF9BAA}" dt="2026-05-27T17:02:19.773" v="6064"/>
          <ac:spMkLst>
            <pc:docMk/>
            <pc:sldMk cId="1675919303" sldId="338"/>
            <ac:spMk id="32" creationId="{AB80E3B4-28C1-4C15-A1BC-586EE7367566}"/>
          </ac:spMkLst>
        </pc:spChg>
        <pc:spChg chg="add del mod">
          <ac:chgData name="Josué Silva de Morais" userId="f406c2cd-edfc-4057-be10-75858098c663" providerId="ADAL" clId="{DD587564-A78D-4561-8E64-C12CF1DF9BAA}" dt="2026-05-27T17:02:19.773" v="6065"/>
          <ac:spMkLst>
            <pc:docMk/>
            <pc:sldMk cId="1675919303" sldId="338"/>
            <ac:spMk id="33" creationId="{A786309B-D66D-464C-9860-4DAD47B0CDDD}"/>
          </ac:spMkLst>
        </pc:spChg>
        <pc:spChg chg="add del mod">
          <ac:chgData name="Josué Silva de Morais" userId="f406c2cd-edfc-4057-be10-75858098c663" providerId="ADAL" clId="{DD587564-A78D-4561-8E64-C12CF1DF9BAA}" dt="2026-05-27T17:02:19.774" v="6066"/>
          <ac:spMkLst>
            <pc:docMk/>
            <pc:sldMk cId="1675919303" sldId="338"/>
            <ac:spMk id="34" creationId="{7EABFE7C-F5A1-4FF5-AD4F-907444B5360F}"/>
          </ac:spMkLst>
        </pc:spChg>
        <pc:spChg chg="add del mod">
          <ac:chgData name="Josué Silva de Morais" userId="f406c2cd-edfc-4057-be10-75858098c663" providerId="ADAL" clId="{DD587564-A78D-4561-8E64-C12CF1DF9BAA}" dt="2026-05-27T17:02:19.774" v="6067"/>
          <ac:spMkLst>
            <pc:docMk/>
            <pc:sldMk cId="1675919303" sldId="338"/>
            <ac:spMk id="35" creationId="{784C3BF3-5EB8-4B59-9D2E-F7F21E62666F}"/>
          </ac:spMkLst>
        </pc:spChg>
        <pc:spChg chg="add del mod">
          <ac:chgData name="Josué Silva de Morais" userId="f406c2cd-edfc-4057-be10-75858098c663" providerId="ADAL" clId="{DD587564-A78D-4561-8E64-C12CF1DF9BAA}" dt="2026-05-27T17:02:19.774" v="6068"/>
          <ac:spMkLst>
            <pc:docMk/>
            <pc:sldMk cId="1675919303" sldId="338"/>
            <ac:spMk id="36" creationId="{65FED50C-9ADC-42E2-9F83-8DF7166AB3C3}"/>
          </ac:spMkLst>
        </pc:spChg>
        <pc:spChg chg="add del mod">
          <ac:chgData name="Josué Silva de Morais" userId="f406c2cd-edfc-4057-be10-75858098c663" providerId="ADAL" clId="{DD587564-A78D-4561-8E64-C12CF1DF9BAA}" dt="2026-05-27T17:02:19.775" v="6069"/>
          <ac:spMkLst>
            <pc:docMk/>
            <pc:sldMk cId="1675919303" sldId="338"/>
            <ac:spMk id="37" creationId="{956BDB44-C246-40CE-8385-38FB914922A8}"/>
          </ac:spMkLst>
        </pc:spChg>
        <pc:spChg chg="add del mod">
          <ac:chgData name="Josué Silva de Morais" userId="f406c2cd-edfc-4057-be10-75858098c663" providerId="ADAL" clId="{DD587564-A78D-4561-8E64-C12CF1DF9BAA}" dt="2026-05-27T17:02:19.775" v="6070"/>
          <ac:spMkLst>
            <pc:docMk/>
            <pc:sldMk cId="1675919303" sldId="338"/>
            <ac:spMk id="38" creationId="{4731244A-0D8A-4600-BB60-DE2AC75B4BF2}"/>
          </ac:spMkLst>
        </pc:spChg>
        <pc:spChg chg="add del mod">
          <ac:chgData name="Josué Silva de Morais" userId="f406c2cd-edfc-4057-be10-75858098c663" providerId="ADAL" clId="{DD587564-A78D-4561-8E64-C12CF1DF9BAA}" dt="2026-05-27T17:02:19.775" v="6071"/>
          <ac:spMkLst>
            <pc:docMk/>
            <pc:sldMk cId="1675919303" sldId="338"/>
            <ac:spMk id="39" creationId="{9AB774FE-D0AA-40FD-82B3-9BDF8F4F5C48}"/>
          </ac:spMkLst>
        </pc:spChg>
        <pc:spChg chg="add del mod">
          <ac:chgData name="Josué Silva de Morais" userId="f406c2cd-edfc-4057-be10-75858098c663" providerId="ADAL" clId="{DD587564-A78D-4561-8E64-C12CF1DF9BAA}" dt="2026-05-27T17:02:19.776" v="6072"/>
          <ac:spMkLst>
            <pc:docMk/>
            <pc:sldMk cId="1675919303" sldId="338"/>
            <ac:spMk id="40" creationId="{36865DE9-AFD5-4AFE-B779-F165FD1588F9}"/>
          </ac:spMkLst>
        </pc:spChg>
        <pc:spChg chg="add del mod">
          <ac:chgData name="Josué Silva de Morais" userId="f406c2cd-edfc-4057-be10-75858098c663" providerId="ADAL" clId="{DD587564-A78D-4561-8E64-C12CF1DF9BAA}" dt="2026-05-27T17:02:19.776" v="6073"/>
          <ac:spMkLst>
            <pc:docMk/>
            <pc:sldMk cId="1675919303" sldId="338"/>
            <ac:spMk id="41" creationId="{C61120DA-7F83-42DA-9166-7D2086B8B543}"/>
          </ac:spMkLst>
        </pc:spChg>
        <pc:spChg chg="add mod">
          <ac:chgData name="Josué Silva de Morais" userId="f406c2cd-edfc-4057-be10-75858098c663" providerId="ADAL" clId="{DD587564-A78D-4561-8E64-C12CF1DF9BAA}" dt="2026-05-27T17:02:19.800" v="6076"/>
          <ac:spMkLst>
            <pc:docMk/>
            <pc:sldMk cId="1675919303" sldId="338"/>
            <ac:spMk id="42" creationId="{5C70F6B1-C7CA-4618-8871-FE3E48BF5283}"/>
          </ac:spMkLst>
        </pc:spChg>
        <pc:spChg chg="add mod">
          <ac:chgData name="Josué Silva de Morais" userId="f406c2cd-edfc-4057-be10-75858098c663" providerId="ADAL" clId="{DD587564-A78D-4561-8E64-C12CF1DF9BAA}" dt="2026-05-27T17:02:19.804" v="6084"/>
          <ac:spMkLst>
            <pc:docMk/>
            <pc:sldMk cId="1675919303" sldId="338"/>
            <ac:spMk id="43" creationId="{EACBCCC4-B870-46C5-95C4-2E95C93EC102}"/>
          </ac:spMkLst>
        </pc:spChg>
        <pc:spChg chg="add mod">
          <ac:chgData name="Josué Silva de Morais" userId="f406c2cd-edfc-4057-be10-75858098c663" providerId="ADAL" clId="{DD587564-A78D-4561-8E64-C12CF1DF9BAA}" dt="2026-05-27T17:02:19.807" v="6092"/>
          <ac:spMkLst>
            <pc:docMk/>
            <pc:sldMk cId="1675919303" sldId="338"/>
            <ac:spMk id="44" creationId="{E23DD163-77B7-4ED5-82E5-3A09B4EEFE70}"/>
          </ac:spMkLst>
        </pc:spChg>
        <pc:spChg chg="add mod">
          <ac:chgData name="Josué Silva de Morais" userId="f406c2cd-edfc-4057-be10-75858098c663" providerId="ADAL" clId="{DD587564-A78D-4561-8E64-C12CF1DF9BAA}" dt="2026-05-27T17:02:19.811" v="6100"/>
          <ac:spMkLst>
            <pc:docMk/>
            <pc:sldMk cId="1675919303" sldId="338"/>
            <ac:spMk id="45" creationId="{63A2817E-C3CB-46A8-A01F-F609DB986AA2}"/>
          </ac:spMkLst>
        </pc:spChg>
        <pc:spChg chg="add mod">
          <ac:chgData name="Josué Silva de Morais" userId="f406c2cd-edfc-4057-be10-75858098c663" providerId="ADAL" clId="{DD587564-A78D-4561-8E64-C12CF1DF9BAA}" dt="2026-05-27T17:02:19.812" v="6103"/>
          <ac:spMkLst>
            <pc:docMk/>
            <pc:sldMk cId="1675919303" sldId="338"/>
            <ac:spMk id="46" creationId="{7240A02B-E7E9-402A-988D-DD60C2C04CAA}"/>
          </ac:spMkLst>
        </pc:spChg>
        <pc:spChg chg="add mod">
          <ac:chgData name="Josué Silva de Morais" userId="f406c2cd-edfc-4057-be10-75858098c663" providerId="ADAL" clId="{DD587564-A78D-4561-8E64-C12CF1DF9BAA}" dt="2026-05-27T17:02:19.816" v="6111"/>
          <ac:spMkLst>
            <pc:docMk/>
            <pc:sldMk cId="1675919303" sldId="338"/>
            <ac:spMk id="47" creationId="{B78D8150-8D35-4487-BBF6-8945627FA4F5}"/>
          </ac:spMkLst>
        </pc:spChg>
        <pc:spChg chg="add mod">
          <ac:chgData name="Josué Silva de Morais" userId="f406c2cd-edfc-4057-be10-75858098c663" providerId="ADAL" clId="{DD587564-A78D-4561-8E64-C12CF1DF9BAA}" dt="2026-05-27T17:02:19.819" v="6119"/>
          <ac:spMkLst>
            <pc:docMk/>
            <pc:sldMk cId="1675919303" sldId="338"/>
            <ac:spMk id="48" creationId="{506A857E-5E24-4788-98C3-448FD329CE66}"/>
          </ac:spMkLst>
        </pc:spChg>
        <pc:spChg chg="add mod">
          <ac:chgData name="Josué Silva de Morais" userId="f406c2cd-edfc-4057-be10-75858098c663" providerId="ADAL" clId="{DD587564-A78D-4561-8E64-C12CF1DF9BAA}" dt="2026-05-27T17:02:19.823" v="6127"/>
          <ac:spMkLst>
            <pc:docMk/>
            <pc:sldMk cId="1675919303" sldId="338"/>
            <ac:spMk id="49" creationId="{A5E87EAE-249A-431D-9293-33379C7C37CE}"/>
          </ac:spMkLst>
        </pc:spChg>
        <pc:spChg chg="add mod">
          <ac:chgData name="Josué Silva de Morais" userId="f406c2cd-edfc-4057-be10-75858098c663" providerId="ADAL" clId="{DD587564-A78D-4561-8E64-C12CF1DF9BAA}" dt="2026-05-27T17:02:19.825" v="6130"/>
          <ac:spMkLst>
            <pc:docMk/>
            <pc:sldMk cId="1675919303" sldId="338"/>
            <ac:spMk id="50" creationId="{F8D5E5F0-9E1F-43CE-9658-DDF8AA95A445}"/>
          </ac:spMkLst>
        </pc:spChg>
        <pc:spChg chg="add mod">
          <ac:chgData name="Josué Silva de Morais" userId="f406c2cd-edfc-4057-be10-75858098c663" providerId="ADAL" clId="{DD587564-A78D-4561-8E64-C12CF1DF9BAA}" dt="2026-05-27T17:02:19.826" v="6134"/>
          <ac:spMkLst>
            <pc:docMk/>
            <pc:sldMk cId="1675919303" sldId="338"/>
            <ac:spMk id="51" creationId="{FE8ACFB9-CDE1-4141-865D-B5BC87B0458C}"/>
          </ac:spMkLst>
        </pc:spChg>
        <pc:spChg chg="add mod">
          <ac:chgData name="Josué Silva de Morais" userId="f406c2cd-edfc-4057-be10-75858098c663" providerId="ADAL" clId="{DD587564-A78D-4561-8E64-C12CF1DF9BAA}" dt="2026-05-27T17:02:19.829" v="6142"/>
          <ac:spMkLst>
            <pc:docMk/>
            <pc:sldMk cId="1675919303" sldId="338"/>
            <ac:spMk id="52" creationId="{77CEFE14-62FB-4933-9FA8-8AB3D68C8506}"/>
          </ac:spMkLst>
        </pc:spChg>
        <pc:spChg chg="add mod">
          <ac:chgData name="Josué Silva de Morais" userId="f406c2cd-edfc-4057-be10-75858098c663" providerId="ADAL" clId="{DD587564-A78D-4561-8E64-C12CF1DF9BAA}" dt="2026-05-27T17:02:19.833" v="6150"/>
          <ac:spMkLst>
            <pc:docMk/>
            <pc:sldMk cId="1675919303" sldId="338"/>
            <ac:spMk id="53" creationId="{7D18F718-B15E-44C5-844F-91F988F5348E}"/>
          </ac:spMkLst>
        </pc:spChg>
        <pc:spChg chg="add mod">
          <ac:chgData name="Josué Silva de Morais" userId="f406c2cd-edfc-4057-be10-75858098c663" providerId="ADAL" clId="{DD587564-A78D-4561-8E64-C12CF1DF9BAA}" dt="2026-05-27T17:02:19.834" v="6153"/>
          <ac:spMkLst>
            <pc:docMk/>
            <pc:sldMk cId="1675919303" sldId="338"/>
            <ac:spMk id="54" creationId="{6B27FB17-C6AD-496C-9559-75DF6F4789FE}"/>
          </ac:spMkLst>
        </pc:spChg>
        <pc:spChg chg="add mod">
          <ac:chgData name="Josué Silva de Morais" userId="f406c2cd-edfc-4057-be10-75858098c663" providerId="ADAL" clId="{DD587564-A78D-4561-8E64-C12CF1DF9BAA}" dt="2026-05-27T17:02:19.836" v="6157"/>
          <ac:spMkLst>
            <pc:docMk/>
            <pc:sldMk cId="1675919303" sldId="338"/>
            <ac:spMk id="55" creationId="{F0293F4B-E257-4B2F-A1F0-9DD2A5477263}"/>
          </ac:spMkLst>
        </pc:spChg>
        <pc:spChg chg="add mod">
          <ac:chgData name="Josué Silva de Morais" userId="f406c2cd-edfc-4057-be10-75858098c663" providerId="ADAL" clId="{DD587564-A78D-4561-8E64-C12CF1DF9BAA}" dt="2026-05-27T17:02:19.839" v="6165"/>
          <ac:spMkLst>
            <pc:docMk/>
            <pc:sldMk cId="1675919303" sldId="338"/>
            <ac:spMk id="56" creationId="{0F3F5A31-1FAD-49BA-93C9-048AC6DF4367}"/>
          </ac:spMkLst>
        </pc:spChg>
        <pc:spChg chg="add mod">
          <ac:chgData name="Josué Silva de Morais" userId="f406c2cd-edfc-4057-be10-75858098c663" providerId="ADAL" clId="{DD587564-A78D-4561-8E64-C12CF1DF9BAA}" dt="2026-05-27T17:02:19.843" v="6173"/>
          <ac:spMkLst>
            <pc:docMk/>
            <pc:sldMk cId="1675919303" sldId="338"/>
            <ac:spMk id="57" creationId="{32353C16-B376-4168-AAC2-29A863151A07}"/>
          </ac:spMkLst>
        </pc:spChg>
        <pc:spChg chg="add mod">
          <ac:chgData name="Josué Silva de Morais" userId="f406c2cd-edfc-4057-be10-75858098c663" providerId="ADAL" clId="{DD587564-A78D-4561-8E64-C12CF1DF9BAA}" dt="2026-05-27T17:02:19.844" v="6176"/>
          <ac:spMkLst>
            <pc:docMk/>
            <pc:sldMk cId="1675919303" sldId="338"/>
            <ac:spMk id="58" creationId="{A3C71710-B4FE-4F17-93D8-65FDD8FAF62B}"/>
          </ac:spMkLst>
        </pc:spChg>
        <pc:spChg chg="add mod">
          <ac:chgData name="Josué Silva de Morais" userId="f406c2cd-edfc-4057-be10-75858098c663" providerId="ADAL" clId="{DD587564-A78D-4561-8E64-C12CF1DF9BAA}" dt="2026-05-27T17:02:19.847" v="6184"/>
          <ac:spMkLst>
            <pc:docMk/>
            <pc:sldMk cId="1675919303" sldId="338"/>
            <ac:spMk id="59" creationId="{920DBB48-4AB1-477E-9145-680CC5A6651B}"/>
          </ac:spMkLst>
        </pc:spChg>
        <pc:spChg chg="add mod">
          <ac:chgData name="Josué Silva de Morais" userId="f406c2cd-edfc-4057-be10-75858098c663" providerId="ADAL" clId="{DD587564-A78D-4561-8E64-C12CF1DF9BAA}" dt="2026-05-27T17:02:19.849" v="6187"/>
          <ac:spMkLst>
            <pc:docMk/>
            <pc:sldMk cId="1675919303" sldId="338"/>
            <ac:spMk id="60" creationId="{6C82D792-F7E2-422F-B39A-5434D43E9FA7}"/>
          </ac:spMkLst>
        </pc:spChg>
        <pc:spChg chg="add mod">
          <ac:chgData name="Josué Silva de Morais" userId="f406c2cd-edfc-4057-be10-75858098c663" providerId="ADAL" clId="{DD587564-A78D-4561-8E64-C12CF1DF9BAA}" dt="2026-05-27T17:02:19.852" v="6195"/>
          <ac:spMkLst>
            <pc:docMk/>
            <pc:sldMk cId="1675919303" sldId="338"/>
            <ac:spMk id="61" creationId="{EC10FEBF-AFD4-46B4-B050-C77A98EB2C44}"/>
          </ac:spMkLst>
        </pc:spChg>
        <pc:spChg chg="add mod">
          <ac:chgData name="Josué Silva de Morais" userId="f406c2cd-edfc-4057-be10-75858098c663" providerId="ADAL" clId="{DD587564-A78D-4561-8E64-C12CF1DF9BAA}" dt="2026-05-27T17:02:19.856" v="6203"/>
          <ac:spMkLst>
            <pc:docMk/>
            <pc:sldMk cId="1675919303" sldId="338"/>
            <ac:spMk id="62" creationId="{D4220C14-9C10-4F4D-960F-8D27819B10DA}"/>
          </ac:spMkLst>
        </pc:spChg>
        <pc:spChg chg="add mod">
          <ac:chgData name="Josué Silva de Morais" userId="f406c2cd-edfc-4057-be10-75858098c663" providerId="ADAL" clId="{DD587564-A78D-4561-8E64-C12CF1DF9BAA}" dt="2026-05-27T17:02:19.860" v="6211"/>
          <ac:spMkLst>
            <pc:docMk/>
            <pc:sldMk cId="1675919303" sldId="338"/>
            <ac:spMk id="63" creationId="{454A0B50-8B84-4246-B4C8-36003C884AF4}"/>
          </ac:spMkLst>
        </pc:spChg>
        <pc:spChg chg="add mod">
          <ac:chgData name="Josué Silva de Morais" userId="f406c2cd-edfc-4057-be10-75858098c663" providerId="ADAL" clId="{DD587564-A78D-4561-8E64-C12CF1DF9BAA}" dt="2026-05-27T17:02:19.863" v="6219"/>
          <ac:spMkLst>
            <pc:docMk/>
            <pc:sldMk cId="1675919303" sldId="338"/>
            <ac:spMk id="64" creationId="{54B6095E-9644-4AD7-9EB4-632A3FFCCFA4}"/>
          </ac:spMkLst>
        </pc:spChg>
        <pc:spChg chg="add mod">
          <ac:chgData name="Josué Silva de Morais" userId="f406c2cd-edfc-4057-be10-75858098c663" providerId="ADAL" clId="{DD587564-A78D-4561-8E64-C12CF1DF9BAA}" dt="2026-05-27T17:02:19.867" v="6227"/>
          <ac:spMkLst>
            <pc:docMk/>
            <pc:sldMk cId="1675919303" sldId="338"/>
            <ac:spMk id="65" creationId="{6F15119C-E89D-413B-A360-F018B8215885}"/>
          </ac:spMkLst>
        </pc:spChg>
        <pc:spChg chg="add mod">
          <ac:chgData name="Josué Silva de Morais" userId="f406c2cd-edfc-4057-be10-75858098c663" providerId="ADAL" clId="{DD587564-A78D-4561-8E64-C12CF1DF9BAA}" dt="2026-05-27T17:02:19.869" v="6230"/>
          <ac:spMkLst>
            <pc:docMk/>
            <pc:sldMk cId="1675919303" sldId="338"/>
            <ac:spMk id="66" creationId="{4A6B9D0D-23D1-4D2D-A10D-530A052C510F}"/>
          </ac:spMkLst>
        </pc:spChg>
        <pc:spChg chg="add mod">
          <ac:chgData name="Josué Silva de Morais" userId="f406c2cd-edfc-4057-be10-75858098c663" providerId="ADAL" clId="{DD587564-A78D-4561-8E64-C12CF1DF9BAA}" dt="2026-05-27T17:02:19.872" v="6238"/>
          <ac:spMkLst>
            <pc:docMk/>
            <pc:sldMk cId="1675919303" sldId="338"/>
            <ac:spMk id="67" creationId="{863151F6-21FC-4429-8E76-A5421A0C26D9}"/>
          </ac:spMkLst>
        </pc:spChg>
        <pc:spChg chg="add mod">
          <ac:chgData name="Josué Silva de Morais" userId="f406c2cd-edfc-4057-be10-75858098c663" providerId="ADAL" clId="{DD587564-A78D-4561-8E64-C12CF1DF9BAA}" dt="2026-05-27T17:02:19.876" v="6246"/>
          <ac:spMkLst>
            <pc:docMk/>
            <pc:sldMk cId="1675919303" sldId="338"/>
            <ac:spMk id="68" creationId="{F37E1A43-6806-4D36-A9E6-626A392D5A34}"/>
          </ac:spMkLst>
        </pc:spChg>
        <pc:spChg chg="add mod">
          <ac:chgData name="Josué Silva de Morais" userId="f406c2cd-edfc-4057-be10-75858098c663" providerId="ADAL" clId="{DD587564-A78D-4561-8E64-C12CF1DF9BAA}" dt="2026-05-27T17:02:19.877" v="6249"/>
          <ac:spMkLst>
            <pc:docMk/>
            <pc:sldMk cId="1675919303" sldId="338"/>
            <ac:spMk id="69" creationId="{402493F2-E4CD-4C98-9B96-FFED00212C4E}"/>
          </ac:spMkLst>
        </pc:spChg>
        <pc:spChg chg="add mod">
          <ac:chgData name="Josué Silva de Morais" userId="f406c2cd-edfc-4057-be10-75858098c663" providerId="ADAL" clId="{DD587564-A78D-4561-8E64-C12CF1DF9BAA}" dt="2026-05-27T17:02:19.880" v="6257"/>
          <ac:spMkLst>
            <pc:docMk/>
            <pc:sldMk cId="1675919303" sldId="338"/>
            <ac:spMk id="70" creationId="{1D1EF03D-E05F-4982-9EBF-A70E2D5FB7F2}"/>
          </ac:spMkLst>
        </pc:spChg>
        <pc:spChg chg="add mod">
          <ac:chgData name="Josué Silva de Morais" userId="f406c2cd-edfc-4057-be10-75858098c663" providerId="ADAL" clId="{DD587564-A78D-4561-8E64-C12CF1DF9BAA}" dt="2026-05-27T17:02:19.884" v="6265"/>
          <ac:spMkLst>
            <pc:docMk/>
            <pc:sldMk cId="1675919303" sldId="338"/>
            <ac:spMk id="71" creationId="{D0427D9B-5E70-42A1-8AC6-8709A2423EE9}"/>
          </ac:spMkLst>
        </pc:spChg>
        <pc:spChg chg="add mod">
          <ac:chgData name="Josué Silva de Morais" userId="f406c2cd-edfc-4057-be10-75858098c663" providerId="ADAL" clId="{DD587564-A78D-4561-8E64-C12CF1DF9BAA}" dt="2026-05-27T17:02:19.885" v="6268"/>
          <ac:spMkLst>
            <pc:docMk/>
            <pc:sldMk cId="1675919303" sldId="338"/>
            <ac:spMk id="72" creationId="{71F79367-6A5C-47E5-8494-3582E8C252FF}"/>
          </ac:spMkLst>
        </pc:spChg>
        <pc:spChg chg="add mod">
          <ac:chgData name="Josué Silva de Morais" userId="f406c2cd-edfc-4057-be10-75858098c663" providerId="ADAL" clId="{DD587564-A78D-4561-8E64-C12CF1DF9BAA}" dt="2026-05-27T17:02:19.889" v="6276"/>
          <ac:spMkLst>
            <pc:docMk/>
            <pc:sldMk cId="1675919303" sldId="338"/>
            <ac:spMk id="73" creationId="{4E6AC41A-8158-43A9-B4DD-4EE8CBED442B}"/>
          </ac:spMkLst>
        </pc:spChg>
        <pc:spChg chg="add mod">
          <ac:chgData name="Josué Silva de Morais" userId="f406c2cd-edfc-4057-be10-75858098c663" providerId="ADAL" clId="{DD587564-A78D-4561-8E64-C12CF1DF9BAA}" dt="2026-05-27T17:02:19.892" v="6284"/>
          <ac:spMkLst>
            <pc:docMk/>
            <pc:sldMk cId="1675919303" sldId="338"/>
            <ac:spMk id="74" creationId="{6EBD9496-5095-4AF1-8E89-F6E25E45BBCE}"/>
          </ac:spMkLst>
        </pc:spChg>
        <pc:spChg chg="add mod">
          <ac:chgData name="Josué Silva de Morais" userId="f406c2cd-edfc-4057-be10-75858098c663" providerId="ADAL" clId="{DD587564-A78D-4561-8E64-C12CF1DF9BAA}" dt="2026-05-27T17:02:19.893" v="6287"/>
          <ac:spMkLst>
            <pc:docMk/>
            <pc:sldMk cId="1675919303" sldId="338"/>
            <ac:spMk id="75" creationId="{AA4A3644-1878-4628-A1DB-62A8F1CCAB30}"/>
          </ac:spMkLst>
        </pc:spChg>
        <pc:spChg chg="add mod">
          <ac:chgData name="Josué Silva de Morais" userId="f406c2cd-edfc-4057-be10-75858098c663" providerId="ADAL" clId="{DD587564-A78D-4561-8E64-C12CF1DF9BAA}" dt="2026-05-27T17:02:19.896" v="6295"/>
          <ac:spMkLst>
            <pc:docMk/>
            <pc:sldMk cId="1675919303" sldId="338"/>
            <ac:spMk id="76" creationId="{F90F198D-95C9-4D04-B371-F02FB1AA41B0}"/>
          </ac:spMkLst>
        </pc:spChg>
        <pc:spChg chg="add mod">
          <ac:chgData name="Josué Silva de Morais" userId="f406c2cd-edfc-4057-be10-75858098c663" providerId="ADAL" clId="{DD587564-A78D-4561-8E64-C12CF1DF9BAA}" dt="2026-05-27T17:02:19.898" v="6298"/>
          <ac:spMkLst>
            <pc:docMk/>
            <pc:sldMk cId="1675919303" sldId="338"/>
            <ac:spMk id="77" creationId="{EC106FB5-D2A0-4E53-A7F9-CA056C63BA3D}"/>
          </ac:spMkLst>
        </pc:spChg>
        <pc:spChg chg="add mod">
          <ac:chgData name="Josué Silva de Morais" userId="f406c2cd-edfc-4057-be10-75858098c663" providerId="ADAL" clId="{DD587564-A78D-4561-8E64-C12CF1DF9BAA}" dt="2026-05-27T17:02:19.902" v="6306"/>
          <ac:spMkLst>
            <pc:docMk/>
            <pc:sldMk cId="1675919303" sldId="338"/>
            <ac:spMk id="78" creationId="{4E24CF54-DAC9-4AFE-8C38-D335C220EC61}"/>
          </ac:spMkLst>
        </pc:spChg>
        <pc:spChg chg="add mod">
          <ac:chgData name="Josué Silva de Morais" userId="f406c2cd-edfc-4057-be10-75858098c663" providerId="ADAL" clId="{DD587564-A78D-4561-8E64-C12CF1DF9BAA}" dt="2026-05-27T17:02:19.905" v="6314"/>
          <ac:spMkLst>
            <pc:docMk/>
            <pc:sldMk cId="1675919303" sldId="338"/>
            <ac:spMk id="79" creationId="{13CC840E-BFFF-45F4-807E-585003CE8E41}"/>
          </ac:spMkLst>
        </pc:spChg>
      </pc:sldChg>
      <pc:sldChg chg="addSp delSp modSp new mod ord">
        <pc:chgData name="Josué Silva de Morais" userId="f406c2cd-edfc-4057-be10-75858098c663" providerId="ADAL" clId="{DD587564-A78D-4561-8E64-C12CF1DF9BAA}" dt="2026-05-27T17:02:41.083" v="6584"/>
        <pc:sldMkLst>
          <pc:docMk/>
          <pc:sldMk cId="755243268" sldId="339"/>
        </pc:sldMkLst>
        <pc:spChg chg="add del mod">
          <ac:chgData name="Josué Silva de Morais" userId="f406c2cd-edfc-4057-be10-75858098c663" providerId="ADAL" clId="{DD587564-A78D-4561-8E64-C12CF1DF9BAA}" dt="2026-05-27T17:02:40.953" v="6315"/>
          <ac:spMkLst>
            <pc:docMk/>
            <pc:sldMk cId="755243268" sldId="339"/>
            <ac:spMk id="2" creationId="{46D88CEA-BD90-422C-A901-147DD7FC9678}"/>
          </ac:spMkLst>
        </pc:spChg>
        <pc:spChg chg="add del mod">
          <ac:chgData name="Josué Silva de Morais" userId="f406c2cd-edfc-4057-be10-75858098c663" providerId="ADAL" clId="{DD587564-A78D-4561-8E64-C12CF1DF9BAA}" dt="2026-05-27T17:02:40.954" v="6316"/>
          <ac:spMkLst>
            <pc:docMk/>
            <pc:sldMk cId="755243268" sldId="339"/>
            <ac:spMk id="3" creationId="{D1715B41-C34E-4A62-BB7D-383EC4BBAECA}"/>
          </ac:spMkLst>
        </pc:spChg>
        <pc:spChg chg="add del mod">
          <ac:chgData name="Josué Silva de Morais" userId="f406c2cd-edfc-4057-be10-75858098c663" providerId="ADAL" clId="{DD587564-A78D-4561-8E64-C12CF1DF9BAA}" dt="2026-05-27T17:02:40.954" v="6317"/>
          <ac:spMkLst>
            <pc:docMk/>
            <pc:sldMk cId="755243268" sldId="339"/>
            <ac:spMk id="4" creationId="{078E6C5C-0898-440C-A1A4-D5CBAE742A79}"/>
          </ac:spMkLst>
        </pc:spChg>
        <pc:spChg chg="add del mod">
          <ac:chgData name="Josué Silva de Morais" userId="f406c2cd-edfc-4057-be10-75858098c663" providerId="ADAL" clId="{DD587564-A78D-4561-8E64-C12CF1DF9BAA}" dt="2026-05-27T17:02:40.954" v="6318"/>
          <ac:spMkLst>
            <pc:docMk/>
            <pc:sldMk cId="755243268" sldId="339"/>
            <ac:spMk id="5" creationId="{37DE36B0-B1AA-4DF8-BE7C-66584615BF2A}"/>
          </ac:spMkLst>
        </pc:spChg>
        <pc:spChg chg="add del mod">
          <ac:chgData name="Josué Silva de Morais" userId="f406c2cd-edfc-4057-be10-75858098c663" providerId="ADAL" clId="{DD587564-A78D-4561-8E64-C12CF1DF9BAA}" dt="2026-05-27T17:02:40.955" v="6319"/>
          <ac:spMkLst>
            <pc:docMk/>
            <pc:sldMk cId="755243268" sldId="339"/>
            <ac:spMk id="6" creationId="{C02C68CE-2D19-492E-A32B-5C1473C5419F}"/>
          </ac:spMkLst>
        </pc:spChg>
        <pc:spChg chg="add del mod">
          <ac:chgData name="Josué Silva de Morais" userId="f406c2cd-edfc-4057-be10-75858098c663" providerId="ADAL" clId="{DD587564-A78D-4561-8E64-C12CF1DF9BAA}" dt="2026-05-27T17:02:40.955" v="6320"/>
          <ac:spMkLst>
            <pc:docMk/>
            <pc:sldMk cId="755243268" sldId="339"/>
            <ac:spMk id="7" creationId="{47FEB7BC-83BE-49B5-A56B-1C292C0B2916}"/>
          </ac:spMkLst>
        </pc:spChg>
        <pc:spChg chg="add del mod">
          <ac:chgData name="Josué Silva de Morais" userId="f406c2cd-edfc-4057-be10-75858098c663" providerId="ADAL" clId="{DD587564-A78D-4561-8E64-C12CF1DF9BAA}" dt="2026-05-27T17:02:40.955" v="6321"/>
          <ac:spMkLst>
            <pc:docMk/>
            <pc:sldMk cId="755243268" sldId="339"/>
            <ac:spMk id="8" creationId="{72D9BC2B-C726-46BF-9956-84BC01B80F30}"/>
          </ac:spMkLst>
        </pc:spChg>
        <pc:spChg chg="add del mod">
          <ac:chgData name="Josué Silva de Morais" userId="f406c2cd-edfc-4057-be10-75858098c663" providerId="ADAL" clId="{DD587564-A78D-4561-8E64-C12CF1DF9BAA}" dt="2026-05-27T17:02:40.956" v="6322"/>
          <ac:spMkLst>
            <pc:docMk/>
            <pc:sldMk cId="755243268" sldId="339"/>
            <ac:spMk id="9" creationId="{E9B2C806-AE92-458F-878C-D4B03DB0F311}"/>
          </ac:spMkLst>
        </pc:spChg>
        <pc:spChg chg="add del mod">
          <ac:chgData name="Josué Silva de Morais" userId="f406c2cd-edfc-4057-be10-75858098c663" providerId="ADAL" clId="{DD587564-A78D-4561-8E64-C12CF1DF9BAA}" dt="2026-05-27T17:02:40.956" v="6323"/>
          <ac:spMkLst>
            <pc:docMk/>
            <pc:sldMk cId="755243268" sldId="339"/>
            <ac:spMk id="10" creationId="{4417F59B-E766-48DC-82E2-BD274162DB88}"/>
          </ac:spMkLst>
        </pc:spChg>
        <pc:spChg chg="add del mod">
          <ac:chgData name="Josué Silva de Morais" userId="f406c2cd-edfc-4057-be10-75858098c663" providerId="ADAL" clId="{DD587564-A78D-4561-8E64-C12CF1DF9BAA}" dt="2026-05-27T17:02:40.956" v="6324"/>
          <ac:spMkLst>
            <pc:docMk/>
            <pc:sldMk cId="755243268" sldId="339"/>
            <ac:spMk id="11" creationId="{C4F3EF1D-FD58-4E15-887F-603646DD615B}"/>
          </ac:spMkLst>
        </pc:spChg>
        <pc:spChg chg="add del mod">
          <ac:chgData name="Josué Silva de Morais" userId="f406c2cd-edfc-4057-be10-75858098c663" providerId="ADAL" clId="{DD587564-A78D-4561-8E64-C12CF1DF9BAA}" dt="2026-05-27T17:02:40.957" v="6325"/>
          <ac:spMkLst>
            <pc:docMk/>
            <pc:sldMk cId="755243268" sldId="339"/>
            <ac:spMk id="12" creationId="{667BBD36-0346-4728-B83D-B4CBEBAFBC42}"/>
          </ac:spMkLst>
        </pc:spChg>
        <pc:spChg chg="add del mod">
          <ac:chgData name="Josué Silva de Morais" userId="f406c2cd-edfc-4057-be10-75858098c663" providerId="ADAL" clId="{DD587564-A78D-4561-8E64-C12CF1DF9BAA}" dt="2026-05-27T17:02:40.957" v="6326"/>
          <ac:spMkLst>
            <pc:docMk/>
            <pc:sldMk cId="755243268" sldId="339"/>
            <ac:spMk id="13" creationId="{5A49CA4D-4D0C-4303-901C-CCB03335C22A}"/>
          </ac:spMkLst>
        </pc:spChg>
        <pc:spChg chg="add del mod">
          <ac:chgData name="Josué Silva de Morais" userId="f406c2cd-edfc-4057-be10-75858098c663" providerId="ADAL" clId="{DD587564-A78D-4561-8E64-C12CF1DF9BAA}" dt="2026-05-27T17:02:40.958" v="6327"/>
          <ac:spMkLst>
            <pc:docMk/>
            <pc:sldMk cId="755243268" sldId="339"/>
            <ac:spMk id="14" creationId="{7CE62885-AFE0-4A7E-B73F-2F4D0811AF65}"/>
          </ac:spMkLst>
        </pc:spChg>
        <pc:spChg chg="add del mod">
          <ac:chgData name="Josué Silva de Morais" userId="f406c2cd-edfc-4057-be10-75858098c663" providerId="ADAL" clId="{DD587564-A78D-4561-8E64-C12CF1DF9BAA}" dt="2026-05-27T17:02:40.958" v="6328"/>
          <ac:spMkLst>
            <pc:docMk/>
            <pc:sldMk cId="755243268" sldId="339"/>
            <ac:spMk id="15" creationId="{224650D2-5C81-4C13-A3DB-1B325C9F0092}"/>
          </ac:spMkLst>
        </pc:spChg>
        <pc:spChg chg="add del mod">
          <ac:chgData name="Josué Silva de Morais" userId="f406c2cd-edfc-4057-be10-75858098c663" providerId="ADAL" clId="{DD587564-A78D-4561-8E64-C12CF1DF9BAA}" dt="2026-05-27T17:02:40.958" v="6329"/>
          <ac:spMkLst>
            <pc:docMk/>
            <pc:sldMk cId="755243268" sldId="339"/>
            <ac:spMk id="16" creationId="{222F64A9-4B7C-471C-89CE-C2B7B3A77D07}"/>
          </ac:spMkLst>
        </pc:spChg>
        <pc:spChg chg="add del mod">
          <ac:chgData name="Josué Silva de Morais" userId="f406c2cd-edfc-4057-be10-75858098c663" providerId="ADAL" clId="{DD587564-A78D-4561-8E64-C12CF1DF9BAA}" dt="2026-05-27T17:02:40.959" v="6330"/>
          <ac:spMkLst>
            <pc:docMk/>
            <pc:sldMk cId="755243268" sldId="339"/>
            <ac:spMk id="17" creationId="{52F11A96-8CB5-4834-B32E-6F52F94DBE79}"/>
          </ac:spMkLst>
        </pc:spChg>
        <pc:spChg chg="add del mod">
          <ac:chgData name="Josué Silva de Morais" userId="f406c2cd-edfc-4057-be10-75858098c663" providerId="ADAL" clId="{DD587564-A78D-4561-8E64-C12CF1DF9BAA}" dt="2026-05-27T17:02:40.959" v="6331"/>
          <ac:spMkLst>
            <pc:docMk/>
            <pc:sldMk cId="755243268" sldId="339"/>
            <ac:spMk id="18" creationId="{BE4FB499-67C1-4027-86F4-A2DAFD971750}"/>
          </ac:spMkLst>
        </pc:spChg>
        <pc:spChg chg="add del mod">
          <ac:chgData name="Josué Silva de Morais" userId="f406c2cd-edfc-4057-be10-75858098c663" providerId="ADAL" clId="{DD587564-A78D-4561-8E64-C12CF1DF9BAA}" dt="2026-05-27T17:02:40.959" v="6332"/>
          <ac:spMkLst>
            <pc:docMk/>
            <pc:sldMk cId="755243268" sldId="339"/>
            <ac:spMk id="19" creationId="{894697A0-E380-42E6-B036-8E33ADD3D77E}"/>
          </ac:spMkLst>
        </pc:spChg>
        <pc:spChg chg="add del mod">
          <ac:chgData name="Josué Silva de Morais" userId="f406c2cd-edfc-4057-be10-75858098c663" providerId="ADAL" clId="{DD587564-A78D-4561-8E64-C12CF1DF9BAA}" dt="2026-05-27T17:02:40.960" v="6333"/>
          <ac:spMkLst>
            <pc:docMk/>
            <pc:sldMk cId="755243268" sldId="339"/>
            <ac:spMk id="20" creationId="{19E14831-66FA-45CC-983C-EFE18A66E8EF}"/>
          </ac:spMkLst>
        </pc:spChg>
        <pc:spChg chg="add del mod">
          <ac:chgData name="Josué Silva de Morais" userId="f406c2cd-edfc-4057-be10-75858098c663" providerId="ADAL" clId="{DD587564-A78D-4561-8E64-C12CF1DF9BAA}" dt="2026-05-27T17:02:40.960" v="6334"/>
          <ac:spMkLst>
            <pc:docMk/>
            <pc:sldMk cId="755243268" sldId="339"/>
            <ac:spMk id="21" creationId="{0DB86386-DBF8-4B24-A7DB-DF3E066793C2}"/>
          </ac:spMkLst>
        </pc:spChg>
        <pc:spChg chg="add del mod">
          <ac:chgData name="Josué Silva de Morais" userId="f406c2cd-edfc-4057-be10-75858098c663" providerId="ADAL" clId="{DD587564-A78D-4561-8E64-C12CF1DF9BAA}" dt="2026-05-27T17:02:40.960" v="6335"/>
          <ac:spMkLst>
            <pc:docMk/>
            <pc:sldMk cId="755243268" sldId="339"/>
            <ac:spMk id="22" creationId="{7F573DB7-31A9-4E70-BE38-C98BC4972236}"/>
          </ac:spMkLst>
        </pc:spChg>
        <pc:spChg chg="add del mod">
          <ac:chgData name="Josué Silva de Morais" userId="f406c2cd-edfc-4057-be10-75858098c663" providerId="ADAL" clId="{DD587564-A78D-4561-8E64-C12CF1DF9BAA}" dt="2026-05-27T17:02:40.961" v="6336"/>
          <ac:spMkLst>
            <pc:docMk/>
            <pc:sldMk cId="755243268" sldId="339"/>
            <ac:spMk id="23" creationId="{7C1DA4A1-13F6-40AD-8C41-AE7B645B27D1}"/>
          </ac:spMkLst>
        </pc:spChg>
        <pc:spChg chg="add del mod">
          <ac:chgData name="Josué Silva de Morais" userId="f406c2cd-edfc-4057-be10-75858098c663" providerId="ADAL" clId="{DD587564-A78D-4561-8E64-C12CF1DF9BAA}" dt="2026-05-27T17:02:40.961" v="6337"/>
          <ac:spMkLst>
            <pc:docMk/>
            <pc:sldMk cId="755243268" sldId="339"/>
            <ac:spMk id="24" creationId="{FC0B8D53-D088-460C-9E9C-2699B9B3DB77}"/>
          </ac:spMkLst>
        </pc:spChg>
        <pc:spChg chg="add del mod">
          <ac:chgData name="Josué Silva de Morais" userId="f406c2cd-edfc-4057-be10-75858098c663" providerId="ADAL" clId="{DD587564-A78D-4561-8E64-C12CF1DF9BAA}" dt="2026-05-27T17:02:40.961" v="6338"/>
          <ac:spMkLst>
            <pc:docMk/>
            <pc:sldMk cId="755243268" sldId="339"/>
            <ac:spMk id="25" creationId="{3E3446B5-4987-42B8-82A3-CC54CCC87B29}"/>
          </ac:spMkLst>
        </pc:spChg>
        <pc:spChg chg="add del mod">
          <ac:chgData name="Josué Silva de Morais" userId="f406c2cd-edfc-4057-be10-75858098c663" providerId="ADAL" clId="{DD587564-A78D-4561-8E64-C12CF1DF9BAA}" dt="2026-05-27T17:02:40.962" v="6339"/>
          <ac:spMkLst>
            <pc:docMk/>
            <pc:sldMk cId="755243268" sldId="339"/>
            <ac:spMk id="26" creationId="{B6FB6548-7EFB-4A8D-B376-3BEC66FE82B2}"/>
          </ac:spMkLst>
        </pc:spChg>
        <pc:spChg chg="add del mod">
          <ac:chgData name="Josué Silva de Morais" userId="f406c2cd-edfc-4057-be10-75858098c663" providerId="ADAL" clId="{DD587564-A78D-4561-8E64-C12CF1DF9BAA}" dt="2026-05-27T17:02:40.962" v="6340"/>
          <ac:spMkLst>
            <pc:docMk/>
            <pc:sldMk cId="755243268" sldId="339"/>
            <ac:spMk id="27" creationId="{65E8B342-9405-4B6C-9A3B-780D77E3508F}"/>
          </ac:spMkLst>
        </pc:spChg>
        <pc:spChg chg="add del mod">
          <ac:chgData name="Josué Silva de Morais" userId="f406c2cd-edfc-4057-be10-75858098c663" providerId="ADAL" clId="{DD587564-A78D-4561-8E64-C12CF1DF9BAA}" dt="2026-05-27T17:02:40.962" v="6341"/>
          <ac:spMkLst>
            <pc:docMk/>
            <pc:sldMk cId="755243268" sldId="339"/>
            <ac:spMk id="28" creationId="{C66A0B79-5D43-4853-ACA1-8E9969D93930}"/>
          </ac:spMkLst>
        </pc:spChg>
        <pc:spChg chg="add del mod">
          <ac:chgData name="Josué Silva de Morais" userId="f406c2cd-edfc-4057-be10-75858098c663" providerId="ADAL" clId="{DD587564-A78D-4561-8E64-C12CF1DF9BAA}" dt="2026-05-27T17:02:40.963" v="6342"/>
          <ac:spMkLst>
            <pc:docMk/>
            <pc:sldMk cId="755243268" sldId="339"/>
            <ac:spMk id="29" creationId="{607D8BD7-C318-4ED6-B41C-5C9C530650BB}"/>
          </ac:spMkLst>
        </pc:spChg>
        <pc:spChg chg="add del mod">
          <ac:chgData name="Josué Silva de Morais" userId="f406c2cd-edfc-4057-be10-75858098c663" providerId="ADAL" clId="{DD587564-A78D-4561-8E64-C12CF1DF9BAA}" dt="2026-05-27T17:02:40.963" v="6343"/>
          <ac:spMkLst>
            <pc:docMk/>
            <pc:sldMk cId="755243268" sldId="339"/>
            <ac:spMk id="30" creationId="{E4946E17-F8FE-4DE3-8712-688DB26B8E53}"/>
          </ac:spMkLst>
        </pc:spChg>
        <pc:spChg chg="add del mod">
          <ac:chgData name="Josué Silva de Morais" userId="f406c2cd-edfc-4057-be10-75858098c663" providerId="ADAL" clId="{DD587564-A78D-4561-8E64-C12CF1DF9BAA}" dt="2026-05-27T17:02:40.963" v="6344"/>
          <ac:spMkLst>
            <pc:docMk/>
            <pc:sldMk cId="755243268" sldId="339"/>
            <ac:spMk id="31" creationId="{3F442249-655E-47FF-83C4-29A49155D458}"/>
          </ac:spMkLst>
        </pc:spChg>
        <pc:spChg chg="add del mod">
          <ac:chgData name="Josué Silva de Morais" userId="f406c2cd-edfc-4057-be10-75858098c663" providerId="ADAL" clId="{DD587564-A78D-4561-8E64-C12CF1DF9BAA}" dt="2026-05-27T17:02:40.964" v="6345"/>
          <ac:spMkLst>
            <pc:docMk/>
            <pc:sldMk cId="755243268" sldId="339"/>
            <ac:spMk id="32" creationId="{D9D32280-A57A-43B1-BA62-29D659859CD9}"/>
          </ac:spMkLst>
        </pc:spChg>
        <pc:spChg chg="add del mod">
          <ac:chgData name="Josué Silva de Morais" userId="f406c2cd-edfc-4057-be10-75858098c663" providerId="ADAL" clId="{DD587564-A78D-4561-8E64-C12CF1DF9BAA}" dt="2026-05-27T17:02:40.964" v="6346"/>
          <ac:spMkLst>
            <pc:docMk/>
            <pc:sldMk cId="755243268" sldId="339"/>
            <ac:spMk id="33" creationId="{F9F09D2B-D42B-4FE4-B062-4FEE4C47E8A0}"/>
          </ac:spMkLst>
        </pc:spChg>
        <pc:spChg chg="add del mod">
          <ac:chgData name="Josué Silva de Morais" userId="f406c2cd-edfc-4057-be10-75858098c663" providerId="ADAL" clId="{DD587564-A78D-4561-8E64-C12CF1DF9BAA}" dt="2026-05-27T17:02:40.964" v="6347"/>
          <ac:spMkLst>
            <pc:docMk/>
            <pc:sldMk cId="755243268" sldId="339"/>
            <ac:spMk id="34" creationId="{1910DF9C-135B-4088-9332-55AF0D3E03FF}"/>
          </ac:spMkLst>
        </pc:spChg>
        <pc:spChg chg="add del mod">
          <ac:chgData name="Josué Silva de Morais" userId="f406c2cd-edfc-4057-be10-75858098c663" providerId="ADAL" clId="{DD587564-A78D-4561-8E64-C12CF1DF9BAA}" dt="2026-05-27T17:02:40.965" v="6348"/>
          <ac:spMkLst>
            <pc:docMk/>
            <pc:sldMk cId="755243268" sldId="339"/>
            <ac:spMk id="35" creationId="{92300204-FD1A-4D1A-9629-AE35CCF4282E}"/>
          </ac:spMkLst>
        </pc:spChg>
        <pc:spChg chg="add del mod">
          <ac:chgData name="Josué Silva de Morais" userId="f406c2cd-edfc-4057-be10-75858098c663" providerId="ADAL" clId="{DD587564-A78D-4561-8E64-C12CF1DF9BAA}" dt="2026-05-27T17:02:40.965" v="6349"/>
          <ac:spMkLst>
            <pc:docMk/>
            <pc:sldMk cId="755243268" sldId="339"/>
            <ac:spMk id="36" creationId="{494FA037-14F5-4082-B238-8674F2BE2DD3}"/>
          </ac:spMkLst>
        </pc:spChg>
        <pc:spChg chg="add del mod">
          <ac:chgData name="Josué Silva de Morais" userId="f406c2cd-edfc-4057-be10-75858098c663" providerId="ADAL" clId="{DD587564-A78D-4561-8E64-C12CF1DF9BAA}" dt="2026-05-27T17:02:40.965" v="6350"/>
          <ac:spMkLst>
            <pc:docMk/>
            <pc:sldMk cId="755243268" sldId="339"/>
            <ac:spMk id="37" creationId="{10A53B43-3387-44F1-A4FD-A00222DDBD49}"/>
          </ac:spMkLst>
        </pc:spChg>
        <pc:spChg chg="add del mod">
          <ac:chgData name="Josué Silva de Morais" userId="f406c2cd-edfc-4057-be10-75858098c663" providerId="ADAL" clId="{DD587564-A78D-4561-8E64-C12CF1DF9BAA}" dt="2026-05-27T17:02:40.966" v="6351"/>
          <ac:spMkLst>
            <pc:docMk/>
            <pc:sldMk cId="755243268" sldId="339"/>
            <ac:spMk id="38" creationId="{1590C8B8-CAE4-4464-9603-87181DFEF826}"/>
          </ac:spMkLst>
        </pc:spChg>
        <pc:spChg chg="add del mod">
          <ac:chgData name="Josué Silva de Morais" userId="f406c2cd-edfc-4057-be10-75858098c663" providerId="ADAL" clId="{DD587564-A78D-4561-8E64-C12CF1DF9BAA}" dt="2026-05-27T17:02:40.966" v="6352"/>
          <ac:spMkLst>
            <pc:docMk/>
            <pc:sldMk cId="755243268" sldId="339"/>
            <ac:spMk id="39" creationId="{EA6B4125-ED23-4699-92B0-9F6376982CDD}"/>
          </ac:spMkLst>
        </pc:spChg>
        <pc:spChg chg="add del mod">
          <ac:chgData name="Josué Silva de Morais" userId="f406c2cd-edfc-4057-be10-75858098c663" providerId="ADAL" clId="{DD587564-A78D-4561-8E64-C12CF1DF9BAA}" dt="2026-05-27T17:02:40.966" v="6353"/>
          <ac:spMkLst>
            <pc:docMk/>
            <pc:sldMk cId="755243268" sldId="339"/>
            <ac:spMk id="40" creationId="{D633663C-D4A4-41D1-98AF-5C6C8C87B737}"/>
          </ac:spMkLst>
        </pc:spChg>
        <pc:spChg chg="add mod">
          <ac:chgData name="Josué Silva de Morais" userId="f406c2cd-edfc-4057-be10-75858098c663" providerId="ADAL" clId="{DD587564-A78D-4561-8E64-C12CF1DF9BAA}" dt="2026-05-27T17:02:40.991" v="6356"/>
          <ac:spMkLst>
            <pc:docMk/>
            <pc:sldMk cId="755243268" sldId="339"/>
            <ac:spMk id="41" creationId="{E60A63E0-3630-4CEF-B49B-BECCF03F713D}"/>
          </ac:spMkLst>
        </pc:spChg>
        <pc:spChg chg="add mod">
          <ac:chgData name="Josué Silva de Morais" userId="f406c2cd-edfc-4057-be10-75858098c663" providerId="ADAL" clId="{DD587564-A78D-4561-8E64-C12CF1DF9BAA}" dt="2026-05-27T17:02:40.994" v="6364"/>
          <ac:spMkLst>
            <pc:docMk/>
            <pc:sldMk cId="755243268" sldId="339"/>
            <ac:spMk id="42" creationId="{6649A983-50E2-4D4D-A41C-A1755D6E4085}"/>
          </ac:spMkLst>
        </pc:spChg>
        <pc:spChg chg="add mod">
          <ac:chgData name="Josué Silva de Morais" userId="f406c2cd-edfc-4057-be10-75858098c663" providerId="ADAL" clId="{DD587564-A78D-4561-8E64-C12CF1DF9BAA}" dt="2026-05-27T17:02:40.998" v="6372"/>
          <ac:spMkLst>
            <pc:docMk/>
            <pc:sldMk cId="755243268" sldId="339"/>
            <ac:spMk id="43" creationId="{579E5326-990E-4583-9305-1DA53D8E6A59}"/>
          </ac:spMkLst>
        </pc:spChg>
        <pc:spChg chg="add mod">
          <ac:chgData name="Josué Silva de Morais" userId="f406c2cd-edfc-4057-be10-75858098c663" providerId="ADAL" clId="{DD587564-A78D-4561-8E64-C12CF1DF9BAA}" dt="2026-05-27T17:02:41.001" v="6380"/>
          <ac:spMkLst>
            <pc:docMk/>
            <pc:sldMk cId="755243268" sldId="339"/>
            <ac:spMk id="44" creationId="{F633F9A9-1260-499D-9692-6D3F18AB53E2}"/>
          </ac:spMkLst>
        </pc:spChg>
        <pc:spChg chg="add mod">
          <ac:chgData name="Josué Silva de Morais" userId="f406c2cd-edfc-4057-be10-75858098c663" providerId="ADAL" clId="{DD587564-A78D-4561-8E64-C12CF1DF9BAA}" dt="2026-05-27T17:02:41.002" v="6383"/>
          <ac:spMkLst>
            <pc:docMk/>
            <pc:sldMk cId="755243268" sldId="339"/>
            <ac:spMk id="45" creationId="{505925FE-ED03-4F10-AC70-49C0DCB55CB9}"/>
          </ac:spMkLst>
        </pc:spChg>
        <pc:spChg chg="add mod">
          <ac:chgData name="Josué Silva de Morais" userId="f406c2cd-edfc-4057-be10-75858098c663" providerId="ADAL" clId="{DD587564-A78D-4561-8E64-C12CF1DF9BAA}" dt="2026-05-27T17:02:41.006" v="6391"/>
          <ac:spMkLst>
            <pc:docMk/>
            <pc:sldMk cId="755243268" sldId="339"/>
            <ac:spMk id="46" creationId="{405C07D1-6FB3-4BFA-90B1-CCFD641E8084}"/>
          </ac:spMkLst>
        </pc:spChg>
        <pc:spChg chg="add mod">
          <ac:chgData name="Josué Silva de Morais" userId="f406c2cd-edfc-4057-be10-75858098c663" providerId="ADAL" clId="{DD587564-A78D-4561-8E64-C12CF1DF9BAA}" dt="2026-05-27T17:02:41.007" v="6394"/>
          <ac:spMkLst>
            <pc:docMk/>
            <pc:sldMk cId="755243268" sldId="339"/>
            <ac:spMk id="47" creationId="{B13A98D0-A913-4524-A53D-29CA891F2CF0}"/>
          </ac:spMkLst>
        </pc:spChg>
        <pc:spChg chg="add mod">
          <ac:chgData name="Josué Silva de Morais" userId="f406c2cd-edfc-4057-be10-75858098c663" providerId="ADAL" clId="{DD587564-A78D-4561-8E64-C12CF1DF9BAA}" dt="2026-05-27T17:02:41.010" v="6402"/>
          <ac:spMkLst>
            <pc:docMk/>
            <pc:sldMk cId="755243268" sldId="339"/>
            <ac:spMk id="48" creationId="{9D3D568A-81CA-4F95-98C1-D2108413437E}"/>
          </ac:spMkLst>
        </pc:spChg>
        <pc:spChg chg="add mod">
          <ac:chgData name="Josué Silva de Morais" userId="f406c2cd-edfc-4057-be10-75858098c663" providerId="ADAL" clId="{DD587564-A78D-4561-8E64-C12CF1DF9BAA}" dt="2026-05-27T17:02:41.011" v="6405"/>
          <ac:spMkLst>
            <pc:docMk/>
            <pc:sldMk cId="755243268" sldId="339"/>
            <ac:spMk id="49" creationId="{F048846C-7192-4607-B269-09853AC155D0}"/>
          </ac:spMkLst>
        </pc:spChg>
        <pc:spChg chg="add mod">
          <ac:chgData name="Josué Silva de Morais" userId="f406c2cd-edfc-4057-be10-75858098c663" providerId="ADAL" clId="{DD587564-A78D-4561-8E64-C12CF1DF9BAA}" dt="2026-05-27T17:02:41.014" v="6413"/>
          <ac:spMkLst>
            <pc:docMk/>
            <pc:sldMk cId="755243268" sldId="339"/>
            <ac:spMk id="50" creationId="{707BDAB9-092F-4483-B889-74FD1585067D}"/>
          </ac:spMkLst>
        </pc:spChg>
        <pc:spChg chg="add mod">
          <ac:chgData name="Josué Silva de Morais" userId="f406c2cd-edfc-4057-be10-75858098c663" providerId="ADAL" clId="{DD587564-A78D-4561-8E64-C12CF1DF9BAA}" dt="2026-05-27T17:02:41.018" v="6421"/>
          <ac:spMkLst>
            <pc:docMk/>
            <pc:sldMk cId="755243268" sldId="339"/>
            <ac:spMk id="51" creationId="{1F689E19-80AA-4DD0-AD04-A8A39D9ABD6E}"/>
          </ac:spMkLst>
        </pc:spChg>
        <pc:spChg chg="add mod">
          <ac:chgData name="Josué Silva de Morais" userId="f406c2cd-edfc-4057-be10-75858098c663" providerId="ADAL" clId="{DD587564-A78D-4561-8E64-C12CF1DF9BAA}" dt="2026-05-27T17:02:41.021" v="6429"/>
          <ac:spMkLst>
            <pc:docMk/>
            <pc:sldMk cId="755243268" sldId="339"/>
            <ac:spMk id="52" creationId="{F928DE9A-BBE7-4073-8A72-492BBCD40CFB}"/>
          </ac:spMkLst>
        </pc:spChg>
        <pc:spChg chg="add mod">
          <ac:chgData name="Josué Silva de Morais" userId="f406c2cd-edfc-4057-be10-75858098c663" providerId="ADAL" clId="{DD587564-A78D-4561-8E64-C12CF1DF9BAA}" dt="2026-05-27T17:02:41.022" v="6432"/>
          <ac:spMkLst>
            <pc:docMk/>
            <pc:sldMk cId="755243268" sldId="339"/>
            <ac:spMk id="53" creationId="{78066628-3B08-458C-ACFF-1E6A9E5C4E48}"/>
          </ac:spMkLst>
        </pc:spChg>
        <pc:spChg chg="add mod">
          <ac:chgData name="Josué Silva de Morais" userId="f406c2cd-edfc-4057-be10-75858098c663" providerId="ADAL" clId="{DD587564-A78D-4561-8E64-C12CF1DF9BAA}" dt="2026-05-27T17:02:41.025" v="6440"/>
          <ac:spMkLst>
            <pc:docMk/>
            <pc:sldMk cId="755243268" sldId="339"/>
            <ac:spMk id="54" creationId="{6F88692C-C3D0-4976-B6AD-517A510FFE3B}"/>
          </ac:spMkLst>
        </pc:spChg>
        <pc:spChg chg="add mod">
          <ac:chgData name="Josué Silva de Morais" userId="f406c2cd-edfc-4057-be10-75858098c663" providerId="ADAL" clId="{DD587564-A78D-4561-8E64-C12CF1DF9BAA}" dt="2026-05-27T17:02:41.026" v="6443"/>
          <ac:spMkLst>
            <pc:docMk/>
            <pc:sldMk cId="755243268" sldId="339"/>
            <ac:spMk id="55" creationId="{0849C25D-797B-4ED7-AE5A-D304D53327A4}"/>
          </ac:spMkLst>
        </pc:spChg>
        <pc:spChg chg="add mod">
          <ac:chgData name="Josué Silva de Morais" userId="f406c2cd-edfc-4057-be10-75858098c663" providerId="ADAL" clId="{DD587564-A78D-4561-8E64-C12CF1DF9BAA}" dt="2026-05-27T17:02:41.030" v="6451"/>
          <ac:spMkLst>
            <pc:docMk/>
            <pc:sldMk cId="755243268" sldId="339"/>
            <ac:spMk id="56" creationId="{6DBC6B52-06C6-4EDE-B4FC-4E5008DB3746}"/>
          </ac:spMkLst>
        </pc:spChg>
        <pc:spChg chg="add mod">
          <ac:chgData name="Josué Silva de Morais" userId="f406c2cd-edfc-4057-be10-75858098c663" providerId="ADAL" clId="{DD587564-A78D-4561-8E64-C12CF1DF9BAA}" dt="2026-05-27T17:02:41.031" v="6454"/>
          <ac:spMkLst>
            <pc:docMk/>
            <pc:sldMk cId="755243268" sldId="339"/>
            <ac:spMk id="57" creationId="{4AB17581-A098-40F4-A16C-FF9437483576}"/>
          </ac:spMkLst>
        </pc:spChg>
        <pc:spChg chg="add mod">
          <ac:chgData name="Josué Silva de Morais" userId="f406c2cd-edfc-4057-be10-75858098c663" providerId="ADAL" clId="{DD587564-A78D-4561-8E64-C12CF1DF9BAA}" dt="2026-05-27T17:02:41.033" v="6462"/>
          <ac:spMkLst>
            <pc:docMk/>
            <pc:sldMk cId="755243268" sldId="339"/>
            <ac:spMk id="58" creationId="{B1BEEA1C-B8B3-4513-94E2-DD3A5F040736}"/>
          </ac:spMkLst>
        </pc:spChg>
        <pc:spChg chg="add mod">
          <ac:chgData name="Josué Silva de Morais" userId="f406c2cd-edfc-4057-be10-75858098c663" providerId="ADAL" clId="{DD587564-A78D-4561-8E64-C12CF1DF9BAA}" dt="2026-05-27T17:02:41.037" v="6470"/>
          <ac:spMkLst>
            <pc:docMk/>
            <pc:sldMk cId="755243268" sldId="339"/>
            <ac:spMk id="59" creationId="{75A1100C-1C64-48FC-826F-3D6D3A3E5EDE}"/>
          </ac:spMkLst>
        </pc:spChg>
        <pc:spChg chg="add mod">
          <ac:chgData name="Josué Silva de Morais" userId="f406c2cd-edfc-4057-be10-75858098c663" providerId="ADAL" clId="{DD587564-A78D-4561-8E64-C12CF1DF9BAA}" dt="2026-05-27T17:02:41.040" v="6478"/>
          <ac:spMkLst>
            <pc:docMk/>
            <pc:sldMk cId="755243268" sldId="339"/>
            <ac:spMk id="60" creationId="{219F43DC-F9FB-4971-A0DE-930BB3A0593B}"/>
          </ac:spMkLst>
        </pc:spChg>
        <pc:spChg chg="add mod">
          <ac:chgData name="Josué Silva de Morais" userId="f406c2cd-edfc-4057-be10-75858098c663" providerId="ADAL" clId="{DD587564-A78D-4561-8E64-C12CF1DF9BAA}" dt="2026-05-27T17:02:41.041" v="6481"/>
          <ac:spMkLst>
            <pc:docMk/>
            <pc:sldMk cId="755243268" sldId="339"/>
            <ac:spMk id="61" creationId="{825BACCC-BF76-4884-8872-5B5E16AFA806}"/>
          </ac:spMkLst>
        </pc:spChg>
        <pc:spChg chg="add mod">
          <ac:chgData name="Josué Silva de Morais" userId="f406c2cd-edfc-4057-be10-75858098c663" providerId="ADAL" clId="{DD587564-A78D-4561-8E64-C12CF1DF9BAA}" dt="2026-05-27T17:02:41.044" v="6489"/>
          <ac:spMkLst>
            <pc:docMk/>
            <pc:sldMk cId="755243268" sldId="339"/>
            <ac:spMk id="62" creationId="{F07A93CC-E288-4545-A051-F7D51F539495}"/>
          </ac:spMkLst>
        </pc:spChg>
        <pc:spChg chg="add mod">
          <ac:chgData name="Josué Silva de Morais" userId="f406c2cd-edfc-4057-be10-75858098c663" providerId="ADAL" clId="{DD587564-A78D-4561-8E64-C12CF1DF9BAA}" dt="2026-05-27T17:02:41.047" v="6497"/>
          <ac:spMkLst>
            <pc:docMk/>
            <pc:sldMk cId="755243268" sldId="339"/>
            <ac:spMk id="63" creationId="{9FF1ECEE-A94D-4CA7-9726-D5D2CB1BF615}"/>
          </ac:spMkLst>
        </pc:spChg>
        <pc:spChg chg="add mod">
          <ac:chgData name="Josué Silva de Morais" userId="f406c2cd-edfc-4057-be10-75858098c663" providerId="ADAL" clId="{DD587564-A78D-4561-8E64-C12CF1DF9BAA}" dt="2026-05-27T17:02:41.049" v="6500"/>
          <ac:spMkLst>
            <pc:docMk/>
            <pc:sldMk cId="755243268" sldId="339"/>
            <ac:spMk id="64" creationId="{E82E1F15-F4B4-4159-A652-FF45B4BC4FF6}"/>
          </ac:spMkLst>
        </pc:spChg>
        <pc:spChg chg="add mod">
          <ac:chgData name="Josué Silva de Morais" userId="f406c2cd-edfc-4057-be10-75858098c663" providerId="ADAL" clId="{DD587564-A78D-4561-8E64-C12CF1DF9BAA}" dt="2026-05-27T17:02:41.052" v="6508"/>
          <ac:spMkLst>
            <pc:docMk/>
            <pc:sldMk cId="755243268" sldId="339"/>
            <ac:spMk id="65" creationId="{5E6BA993-6B38-478E-9A6D-29F9AD3E1E8B}"/>
          </ac:spMkLst>
        </pc:spChg>
        <pc:spChg chg="add mod">
          <ac:chgData name="Josué Silva de Morais" userId="f406c2cd-edfc-4057-be10-75858098c663" providerId="ADAL" clId="{DD587564-A78D-4561-8E64-C12CF1DF9BAA}" dt="2026-05-27T17:02:41.055" v="6516"/>
          <ac:spMkLst>
            <pc:docMk/>
            <pc:sldMk cId="755243268" sldId="339"/>
            <ac:spMk id="66" creationId="{B5D7700B-8016-418F-82E8-D381EA9E160C}"/>
          </ac:spMkLst>
        </pc:spChg>
        <pc:spChg chg="add mod">
          <ac:chgData name="Josué Silva de Morais" userId="f406c2cd-edfc-4057-be10-75858098c663" providerId="ADAL" clId="{DD587564-A78D-4561-8E64-C12CF1DF9BAA}" dt="2026-05-27T17:02:41.057" v="6519"/>
          <ac:spMkLst>
            <pc:docMk/>
            <pc:sldMk cId="755243268" sldId="339"/>
            <ac:spMk id="67" creationId="{0973070F-DE6C-4A3D-9215-E152895B6984}"/>
          </ac:spMkLst>
        </pc:spChg>
        <pc:spChg chg="add mod">
          <ac:chgData name="Josué Silva de Morais" userId="f406c2cd-edfc-4057-be10-75858098c663" providerId="ADAL" clId="{DD587564-A78D-4561-8E64-C12CF1DF9BAA}" dt="2026-05-27T17:02:41.060" v="6527"/>
          <ac:spMkLst>
            <pc:docMk/>
            <pc:sldMk cId="755243268" sldId="339"/>
            <ac:spMk id="68" creationId="{F17D3D81-25DA-41C0-B3B2-2275A71D7371}"/>
          </ac:spMkLst>
        </pc:spChg>
        <pc:spChg chg="add mod">
          <ac:chgData name="Josué Silva de Morais" userId="f406c2cd-edfc-4057-be10-75858098c663" providerId="ADAL" clId="{DD587564-A78D-4561-8E64-C12CF1DF9BAA}" dt="2026-05-27T17:02:41.063" v="6535"/>
          <ac:spMkLst>
            <pc:docMk/>
            <pc:sldMk cId="755243268" sldId="339"/>
            <ac:spMk id="69" creationId="{65020704-AC4E-472F-8DE3-F76E5286655D}"/>
          </ac:spMkLst>
        </pc:spChg>
        <pc:spChg chg="add mod">
          <ac:chgData name="Josué Silva de Morais" userId="f406c2cd-edfc-4057-be10-75858098c663" providerId="ADAL" clId="{DD587564-A78D-4561-8E64-C12CF1DF9BAA}" dt="2026-05-27T17:02:41.064" v="6538"/>
          <ac:spMkLst>
            <pc:docMk/>
            <pc:sldMk cId="755243268" sldId="339"/>
            <ac:spMk id="70" creationId="{A852952B-E39B-4D51-AB20-304258FA39A2}"/>
          </ac:spMkLst>
        </pc:spChg>
        <pc:spChg chg="add mod">
          <ac:chgData name="Josué Silva de Morais" userId="f406c2cd-edfc-4057-be10-75858098c663" providerId="ADAL" clId="{DD587564-A78D-4561-8E64-C12CF1DF9BAA}" dt="2026-05-27T17:02:41.067" v="6546"/>
          <ac:spMkLst>
            <pc:docMk/>
            <pc:sldMk cId="755243268" sldId="339"/>
            <ac:spMk id="71" creationId="{695DC0D6-9843-4A80-8C92-F37D08D881F6}"/>
          </ac:spMkLst>
        </pc:spChg>
        <pc:spChg chg="add mod">
          <ac:chgData name="Josué Silva de Morais" userId="f406c2cd-edfc-4057-be10-75858098c663" providerId="ADAL" clId="{DD587564-A78D-4561-8E64-C12CF1DF9BAA}" dt="2026-05-27T17:02:41.071" v="6554"/>
          <ac:spMkLst>
            <pc:docMk/>
            <pc:sldMk cId="755243268" sldId="339"/>
            <ac:spMk id="72" creationId="{8B3259D2-646D-4D7E-853A-70A315E7E155}"/>
          </ac:spMkLst>
        </pc:spChg>
        <pc:spChg chg="add mod">
          <ac:chgData name="Josué Silva de Morais" userId="f406c2cd-edfc-4057-be10-75858098c663" providerId="ADAL" clId="{DD587564-A78D-4561-8E64-C12CF1DF9BAA}" dt="2026-05-27T17:02:41.072" v="6557"/>
          <ac:spMkLst>
            <pc:docMk/>
            <pc:sldMk cId="755243268" sldId="339"/>
            <ac:spMk id="73" creationId="{A57A46BB-0888-4BD7-BF8C-71A1903CF620}"/>
          </ac:spMkLst>
        </pc:spChg>
        <pc:spChg chg="add mod">
          <ac:chgData name="Josué Silva de Morais" userId="f406c2cd-edfc-4057-be10-75858098c663" providerId="ADAL" clId="{DD587564-A78D-4561-8E64-C12CF1DF9BAA}" dt="2026-05-27T17:02:41.075" v="6565"/>
          <ac:spMkLst>
            <pc:docMk/>
            <pc:sldMk cId="755243268" sldId="339"/>
            <ac:spMk id="74" creationId="{61ECA047-E2F2-4FF1-B8E7-A0CDF5ADCA1B}"/>
          </ac:spMkLst>
        </pc:spChg>
        <pc:spChg chg="add mod">
          <ac:chgData name="Josué Silva de Morais" userId="f406c2cd-edfc-4057-be10-75858098c663" providerId="ADAL" clId="{DD587564-A78D-4561-8E64-C12CF1DF9BAA}" dt="2026-05-27T17:02:41.076" v="6568"/>
          <ac:spMkLst>
            <pc:docMk/>
            <pc:sldMk cId="755243268" sldId="339"/>
            <ac:spMk id="75" creationId="{1144254D-8593-45AF-A087-2852713DEBE2}"/>
          </ac:spMkLst>
        </pc:spChg>
        <pc:spChg chg="add mod">
          <ac:chgData name="Josué Silva de Morais" userId="f406c2cd-edfc-4057-be10-75858098c663" providerId="ADAL" clId="{DD587564-A78D-4561-8E64-C12CF1DF9BAA}" dt="2026-05-27T17:02:41.080" v="6576"/>
          <ac:spMkLst>
            <pc:docMk/>
            <pc:sldMk cId="755243268" sldId="339"/>
            <ac:spMk id="76" creationId="{CFA3235D-3A7E-4B9D-846C-B3C54876C6B7}"/>
          </ac:spMkLst>
        </pc:spChg>
        <pc:spChg chg="add mod">
          <ac:chgData name="Josué Silva de Morais" userId="f406c2cd-edfc-4057-be10-75858098c663" providerId="ADAL" clId="{DD587564-A78D-4561-8E64-C12CF1DF9BAA}" dt="2026-05-27T17:02:41.083" v="6584"/>
          <ac:spMkLst>
            <pc:docMk/>
            <pc:sldMk cId="755243268" sldId="339"/>
            <ac:spMk id="77" creationId="{DAB68B13-DBE9-49B5-AC56-4281EE2D44D4}"/>
          </ac:spMkLst>
        </pc:spChg>
      </pc:sldChg>
      <pc:sldChg chg="addSp delSp modSp new mod">
        <pc:chgData name="Josué Silva de Morais" userId="f406c2cd-edfc-4057-be10-75858098c663" providerId="ADAL" clId="{DD587564-A78D-4561-8E64-C12CF1DF9BAA}" dt="2026-05-27T16:44:30.623" v="4856"/>
        <pc:sldMkLst>
          <pc:docMk/>
          <pc:sldMk cId="3509262231" sldId="340"/>
        </pc:sldMkLst>
        <pc:spChg chg="add mod">
          <ac:chgData name="Josué Silva de Morais" userId="f406c2cd-edfc-4057-be10-75858098c663" providerId="ADAL" clId="{DD587564-A78D-4561-8E64-C12CF1DF9BAA}" dt="2026-05-27T16:43:41.864" v="4544"/>
          <ac:spMkLst>
            <pc:docMk/>
            <pc:sldMk cId="3509262231" sldId="340"/>
            <ac:spMk id="2" creationId="{14583DB5-72D5-41CC-A7DE-FACB267FC853}"/>
          </ac:spMkLst>
        </pc:spChg>
        <pc:spChg chg="add mod">
          <ac:chgData name="Josué Silva de Morais" userId="f406c2cd-edfc-4057-be10-75858098c663" providerId="ADAL" clId="{DD587564-A78D-4561-8E64-C12CF1DF9BAA}" dt="2026-05-27T16:43:41.869" v="4552"/>
          <ac:spMkLst>
            <pc:docMk/>
            <pc:sldMk cId="3509262231" sldId="340"/>
            <ac:spMk id="3" creationId="{0B69A4D4-FC1C-4D42-AF32-EBD6EECB0947}"/>
          </ac:spMkLst>
        </pc:spChg>
        <pc:spChg chg="add mod">
          <ac:chgData name="Josué Silva de Morais" userId="f406c2cd-edfc-4057-be10-75858098c663" providerId="ADAL" clId="{DD587564-A78D-4561-8E64-C12CF1DF9BAA}" dt="2026-05-27T16:43:41.875" v="4560"/>
          <ac:spMkLst>
            <pc:docMk/>
            <pc:sldMk cId="3509262231" sldId="340"/>
            <ac:spMk id="4" creationId="{40AD88E8-1189-4326-A1DE-2C8ED520DDC5}"/>
          </ac:spMkLst>
        </pc:spChg>
        <pc:spChg chg="add mod">
          <ac:chgData name="Josué Silva de Morais" userId="f406c2cd-edfc-4057-be10-75858098c663" providerId="ADAL" clId="{DD587564-A78D-4561-8E64-C12CF1DF9BAA}" dt="2026-05-27T16:43:41.880" v="4568"/>
          <ac:spMkLst>
            <pc:docMk/>
            <pc:sldMk cId="3509262231" sldId="340"/>
            <ac:spMk id="5" creationId="{6BC3FF95-3A6A-4949-A84C-928EC0FF0A43}"/>
          </ac:spMkLst>
        </pc:spChg>
        <pc:spChg chg="add mod">
          <ac:chgData name="Josué Silva de Morais" userId="f406c2cd-edfc-4057-be10-75858098c663" providerId="ADAL" clId="{DD587564-A78D-4561-8E64-C12CF1DF9BAA}" dt="2026-05-27T16:43:41.882" v="4571"/>
          <ac:spMkLst>
            <pc:docMk/>
            <pc:sldMk cId="3509262231" sldId="340"/>
            <ac:spMk id="6" creationId="{91283F80-0D79-47F1-9D14-32163BABD143}"/>
          </ac:spMkLst>
        </pc:spChg>
        <pc:spChg chg="add mod">
          <ac:chgData name="Josué Silva de Morais" userId="f406c2cd-edfc-4057-be10-75858098c663" providerId="ADAL" clId="{DD587564-A78D-4561-8E64-C12CF1DF9BAA}" dt="2026-05-27T16:43:41.886" v="4579"/>
          <ac:spMkLst>
            <pc:docMk/>
            <pc:sldMk cId="3509262231" sldId="340"/>
            <ac:spMk id="7" creationId="{995E970C-AF7D-45C7-8DF0-7E6055B7752B}"/>
          </ac:spMkLst>
        </pc:spChg>
        <pc:spChg chg="add mod">
          <ac:chgData name="Josué Silva de Morais" userId="f406c2cd-edfc-4057-be10-75858098c663" providerId="ADAL" clId="{DD587564-A78D-4561-8E64-C12CF1DF9BAA}" dt="2026-05-27T16:43:41.893" v="4587"/>
          <ac:spMkLst>
            <pc:docMk/>
            <pc:sldMk cId="3509262231" sldId="340"/>
            <ac:spMk id="8" creationId="{5EA96CC7-5923-4170-8B54-2E0C6485A23B}"/>
          </ac:spMkLst>
        </pc:spChg>
        <pc:spChg chg="add mod">
          <ac:chgData name="Josué Silva de Morais" userId="f406c2cd-edfc-4057-be10-75858098c663" providerId="ADAL" clId="{DD587564-A78D-4561-8E64-C12CF1DF9BAA}" dt="2026-05-27T16:43:41.899" v="4595"/>
          <ac:spMkLst>
            <pc:docMk/>
            <pc:sldMk cId="3509262231" sldId="340"/>
            <ac:spMk id="9" creationId="{41722D89-2BC6-4DE3-A878-F73F99C006E9}"/>
          </ac:spMkLst>
        </pc:spChg>
        <pc:spChg chg="add mod">
          <ac:chgData name="Josué Silva de Morais" userId="f406c2cd-edfc-4057-be10-75858098c663" providerId="ADAL" clId="{DD587564-A78D-4561-8E64-C12CF1DF9BAA}" dt="2026-05-27T16:43:41.902" v="4598"/>
          <ac:spMkLst>
            <pc:docMk/>
            <pc:sldMk cId="3509262231" sldId="340"/>
            <ac:spMk id="10" creationId="{FD7BC620-A85F-4DC6-AC4B-94E7BB8EE581}"/>
          </ac:spMkLst>
        </pc:spChg>
        <pc:spChg chg="add mod">
          <ac:chgData name="Josué Silva de Morais" userId="f406c2cd-edfc-4057-be10-75858098c663" providerId="ADAL" clId="{DD587564-A78D-4561-8E64-C12CF1DF9BAA}" dt="2026-05-27T16:43:41.904" v="4602"/>
          <ac:spMkLst>
            <pc:docMk/>
            <pc:sldMk cId="3509262231" sldId="340"/>
            <ac:spMk id="11" creationId="{B474F0D1-C577-442C-8FF7-79032F14415C}"/>
          </ac:spMkLst>
        </pc:spChg>
        <pc:spChg chg="add mod">
          <ac:chgData name="Josué Silva de Morais" userId="f406c2cd-edfc-4057-be10-75858098c663" providerId="ADAL" clId="{DD587564-A78D-4561-8E64-C12CF1DF9BAA}" dt="2026-05-27T16:43:41.911" v="4610"/>
          <ac:spMkLst>
            <pc:docMk/>
            <pc:sldMk cId="3509262231" sldId="340"/>
            <ac:spMk id="12" creationId="{BD92FB86-368F-423F-A807-51E3EFA003F9}"/>
          </ac:spMkLst>
        </pc:spChg>
        <pc:spChg chg="add mod">
          <ac:chgData name="Josué Silva de Morais" userId="f406c2cd-edfc-4057-be10-75858098c663" providerId="ADAL" clId="{DD587564-A78D-4561-8E64-C12CF1DF9BAA}" dt="2026-05-27T16:43:41.915" v="4618"/>
          <ac:spMkLst>
            <pc:docMk/>
            <pc:sldMk cId="3509262231" sldId="340"/>
            <ac:spMk id="13" creationId="{C38F1F48-76AE-4259-A58F-B06DE5E3387C}"/>
          </ac:spMkLst>
        </pc:spChg>
        <pc:spChg chg="add mod">
          <ac:chgData name="Josué Silva de Morais" userId="f406c2cd-edfc-4057-be10-75858098c663" providerId="ADAL" clId="{DD587564-A78D-4561-8E64-C12CF1DF9BAA}" dt="2026-05-27T16:43:41.917" v="4621"/>
          <ac:spMkLst>
            <pc:docMk/>
            <pc:sldMk cId="3509262231" sldId="340"/>
            <ac:spMk id="14" creationId="{AA0A9236-745C-4368-8453-D030CD6A8ECA}"/>
          </ac:spMkLst>
        </pc:spChg>
        <pc:spChg chg="add mod">
          <ac:chgData name="Josué Silva de Morais" userId="f406c2cd-edfc-4057-be10-75858098c663" providerId="ADAL" clId="{DD587564-A78D-4561-8E64-C12CF1DF9BAA}" dt="2026-05-27T16:43:41.922" v="4629"/>
          <ac:spMkLst>
            <pc:docMk/>
            <pc:sldMk cId="3509262231" sldId="340"/>
            <ac:spMk id="15" creationId="{2A52EF8B-B294-4B51-BA32-A3B5337AF569}"/>
          </ac:spMkLst>
        </pc:spChg>
        <pc:spChg chg="add mod">
          <ac:chgData name="Josué Silva de Morais" userId="f406c2cd-edfc-4057-be10-75858098c663" providerId="ADAL" clId="{DD587564-A78D-4561-8E64-C12CF1DF9BAA}" dt="2026-05-27T16:43:41.927" v="4637"/>
          <ac:spMkLst>
            <pc:docMk/>
            <pc:sldMk cId="3509262231" sldId="340"/>
            <ac:spMk id="16" creationId="{2C49CF21-23C2-4524-9768-7B201253675B}"/>
          </ac:spMkLst>
        </pc:spChg>
        <pc:spChg chg="add mod">
          <ac:chgData name="Josué Silva de Morais" userId="f406c2cd-edfc-4057-be10-75858098c663" providerId="ADAL" clId="{DD587564-A78D-4561-8E64-C12CF1DF9BAA}" dt="2026-05-27T16:43:41.929" v="4640"/>
          <ac:spMkLst>
            <pc:docMk/>
            <pc:sldMk cId="3509262231" sldId="340"/>
            <ac:spMk id="17" creationId="{57D33D56-9DB2-4BA2-911C-15A2FD2D57EC}"/>
          </ac:spMkLst>
        </pc:spChg>
        <pc:spChg chg="add mod">
          <ac:chgData name="Josué Silva de Morais" userId="f406c2cd-edfc-4057-be10-75858098c663" providerId="ADAL" clId="{DD587564-A78D-4561-8E64-C12CF1DF9BAA}" dt="2026-05-27T16:43:41.930" v="4643"/>
          <ac:spMkLst>
            <pc:docMk/>
            <pc:sldMk cId="3509262231" sldId="340"/>
            <ac:spMk id="18" creationId="{C8862E47-A02B-4B53-B7A6-1E510355C566}"/>
          </ac:spMkLst>
        </pc:spChg>
        <pc:spChg chg="add mod">
          <ac:chgData name="Josué Silva de Morais" userId="f406c2cd-edfc-4057-be10-75858098c663" providerId="ADAL" clId="{DD587564-A78D-4561-8E64-C12CF1DF9BAA}" dt="2026-05-27T16:43:41.931" v="4646"/>
          <ac:spMkLst>
            <pc:docMk/>
            <pc:sldMk cId="3509262231" sldId="340"/>
            <ac:spMk id="19" creationId="{60B3D756-D1B8-45B3-B734-0DFA87E01B24}"/>
          </ac:spMkLst>
        </pc:spChg>
        <pc:spChg chg="add mod">
          <ac:chgData name="Josué Silva de Morais" userId="f406c2cd-edfc-4057-be10-75858098c663" providerId="ADAL" clId="{DD587564-A78D-4561-8E64-C12CF1DF9BAA}" dt="2026-05-27T16:43:41.933" v="4650"/>
          <ac:spMkLst>
            <pc:docMk/>
            <pc:sldMk cId="3509262231" sldId="340"/>
            <ac:spMk id="20" creationId="{239D8053-65FE-4EC5-AEF9-71E6F073F798}"/>
          </ac:spMkLst>
        </pc:spChg>
        <pc:spChg chg="add mod">
          <ac:chgData name="Josué Silva de Morais" userId="f406c2cd-edfc-4057-be10-75858098c663" providerId="ADAL" clId="{DD587564-A78D-4561-8E64-C12CF1DF9BAA}" dt="2026-05-27T16:43:41.938" v="4658"/>
          <ac:spMkLst>
            <pc:docMk/>
            <pc:sldMk cId="3509262231" sldId="340"/>
            <ac:spMk id="21" creationId="{AA7B7BB4-D9A8-423D-85C4-F151D8A24C82}"/>
          </ac:spMkLst>
        </pc:spChg>
        <pc:spChg chg="add mod">
          <ac:chgData name="Josué Silva de Morais" userId="f406c2cd-edfc-4057-be10-75858098c663" providerId="ADAL" clId="{DD587564-A78D-4561-8E64-C12CF1DF9BAA}" dt="2026-05-27T16:43:41.940" v="4661"/>
          <ac:spMkLst>
            <pc:docMk/>
            <pc:sldMk cId="3509262231" sldId="340"/>
            <ac:spMk id="22" creationId="{8F036A27-0B7C-40E6-BDE5-6F275918DC40}"/>
          </ac:spMkLst>
        </pc:spChg>
        <pc:spChg chg="add del mod">
          <ac:chgData name="Josué Silva de Morais" userId="f406c2cd-edfc-4057-be10-75858098c663" providerId="ADAL" clId="{DD587564-A78D-4561-8E64-C12CF1DF9BAA}" dt="2026-05-27T16:44:30.592" v="4829"/>
          <ac:spMkLst>
            <pc:docMk/>
            <pc:sldMk cId="3509262231" sldId="340"/>
            <ac:spMk id="23" creationId="{7896B04F-205F-4F4A-9B53-87A9F9981F57}"/>
          </ac:spMkLst>
        </pc:spChg>
        <pc:spChg chg="add del mod">
          <ac:chgData name="Josué Silva de Morais" userId="f406c2cd-edfc-4057-be10-75858098c663" providerId="ADAL" clId="{DD587564-A78D-4561-8E64-C12CF1DF9BAA}" dt="2026-05-27T16:44:30.593" v="4830"/>
          <ac:spMkLst>
            <pc:docMk/>
            <pc:sldMk cId="3509262231" sldId="340"/>
            <ac:spMk id="24" creationId="{92BDE865-B2FB-41B4-87D3-921A06001E16}"/>
          </ac:spMkLst>
        </pc:spChg>
        <pc:spChg chg="add del mod">
          <ac:chgData name="Josué Silva de Morais" userId="f406c2cd-edfc-4057-be10-75858098c663" providerId="ADAL" clId="{DD587564-A78D-4561-8E64-C12CF1DF9BAA}" dt="2026-05-27T16:44:30.593" v="4831"/>
          <ac:spMkLst>
            <pc:docMk/>
            <pc:sldMk cId="3509262231" sldId="340"/>
            <ac:spMk id="25" creationId="{A86A2FA1-1DFD-49A7-BCB1-B65D7F6994F6}"/>
          </ac:spMkLst>
        </pc:spChg>
        <pc:spChg chg="add del mod">
          <ac:chgData name="Josué Silva de Morais" userId="f406c2cd-edfc-4057-be10-75858098c663" providerId="ADAL" clId="{DD587564-A78D-4561-8E64-C12CF1DF9BAA}" dt="2026-05-27T16:44:30.594" v="4832"/>
          <ac:spMkLst>
            <pc:docMk/>
            <pc:sldMk cId="3509262231" sldId="340"/>
            <ac:spMk id="26" creationId="{DF16736C-0E09-4B0F-B5AE-2408C7025AF4}"/>
          </ac:spMkLst>
        </pc:spChg>
        <pc:spChg chg="add del mod">
          <ac:chgData name="Josué Silva de Morais" userId="f406c2cd-edfc-4057-be10-75858098c663" providerId="ADAL" clId="{DD587564-A78D-4561-8E64-C12CF1DF9BAA}" dt="2026-05-27T16:44:30.594" v="4833"/>
          <ac:spMkLst>
            <pc:docMk/>
            <pc:sldMk cId="3509262231" sldId="340"/>
            <ac:spMk id="27" creationId="{8C32B6AE-AB7A-418B-8037-FA20CBDF306D}"/>
          </ac:spMkLst>
        </pc:spChg>
        <pc:spChg chg="add mod">
          <ac:chgData name="Josué Silva de Morais" userId="f406c2cd-edfc-4057-be10-75858098c663" providerId="ADAL" clId="{DD587564-A78D-4561-8E64-C12CF1DF9BAA}" dt="2026-05-27T16:43:41.959" v="4695"/>
          <ac:spMkLst>
            <pc:docMk/>
            <pc:sldMk cId="3509262231" sldId="340"/>
            <ac:spMk id="28" creationId="{D15AAC55-2DBD-46FA-A6DF-94C2A32F7393}"/>
          </ac:spMkLst>
        </pc:spChg>
        <pc:spChg chg="add mod">
          <ac:chgData name="Josué Silva de Morais" userId="f406c2cd-edfc-4057-be10-75858098c663" providerId="ADAL" clId="{DD587564-A78D-4561-8E64-C12CF1DF9BAA}" dt="2026-05-27T16:43:41.963" v="4703"/>
          <ac:spMkLst>
            <pc:docMk/>
            <pc:sldMk cId="3509262231" sldId="340"/>
            <ac:spMk id="29" creationId="{08E17F68-D6B1-41A7-9B57-7896F3391B88}"/>
          </ac:spMkLst>
        </pc:spChg>
        <pc:spChg chg="add mod">
          <ac:chgData name="Josué Silva de Morais" userId="f406c2cd-edfc-4057-be10-75858098c663" providerId="ADAL" clId="{DD587564-A78D-4561-8E64-C12CF1DF9BAA}" dt="2026-05-27T16:43:41.967" v="4711"/>
          <ac:spMkLst>
            <pc:docMk/>
            <pc:sldMk cId="3509262231" sldId="340"/>
            <ac:spMk id="30" creationId="{311026E3-75C7-4C86-A3C4-9B5DF3EE84F8}"/>
          </ac:spMkLst>
        </pc:spChg>
        <pc:spChg chg="add mod">
          <ac:chgData name="Josué Silva de Morais" userId="f406c2cd-edfc-4057-be10-75858098c663" providerId="ADAL" clId="{DD587564-A78D-4561-8E64-C12CF1DF9BAA}" dt="2026-05-27T16:43:41.969" v="4714"/>
          <ac:spMkLst>
            <pc:docMk/>
            <pc:sldMk cId="3509262231" sldId="340"/>
            <ac:spMk id="31" creationId="{0C624696-C840-45F3-8EAA-130B1E6E46C7}"/>
          </ac:spMkLst>
        </pc:spChg>
        <pc:spChg chg="add mod">
          <ac:chgData name="Josué Silva de Morais" userId="f406c2cd-edfc-4057-be10-75858098c663" providerId="ADAL" clId="{DD587564-A78D-4561-8E64-C12CF1DF9BAA}" dt="2026-05-27T16:43:41.974" v="4722"/>
          <ac:spMkLst>
            <pc:docMk/>
            <pc:sldMk cId="3509262231" sldId="340"/>
            <ac:spMk id="32" creationId="{3176A592-F5FC-460A-A0B0-0BAAD0628124}"/>
          </ac:spMkLst>
        </pc:spChg>
        <pc:spChg chg="add mod">
          <ac:chgData name="Josué Silva de Morais" userId="f406c2cd-edfc-4057-be10-75858098c663" providerId="ADAL" clId="{DD587564-A78D-4561-8E64-C12CF1DF9BAA}" dt="2026-05-27T16:43:41.979" v="4730"/>
          <ac:spMkLst>
            <pc:docMk/>
            <pc:sldMk cId="3509262231" sldId="340"/>
            <ac:spMk id="33" creationId="{E7276A5C-D1F4-4383-8E3C-49A09B13DA98}"/>
          </ac:spMkLst>
        </pc:spChg>
        <pc:spChg chg="add mod">
          <ac:chgData name="Josué Silva de Morais" userId="f406c2cd-edfc-4057-be10-75858098c663" providerId="ADAL" clId="{DD587564-A78D-4561-8E64-C12CF1DF9BAA}" dt="2026-05-27T16:43:41.980" v="4733"/>
          <ac:spMkLst>
            <pc:docMk/>
            <pc:sldMk cId="3509262231" sldId="340"/>
            <ac:spMk id="34" creationId="{F5C94CB7-0ED1-4F3B-B341-2138A6F1F2D2}"/>
          </ac:spMkLst>
        </pc:spChg>
        <pc:spChg chg="add mod">
          <ac:chgData name="Josué Silva de Morais" userId="f406c2cd-edfc-4057-be10-75858098c663" providerId="ADAL" clId="{DD587564-A78D-4561-8E64-C12CF1DF9BAA}" dt="2026-05-27T16:43:41.985" v="4741"/>
          <ac:spMkLst>
            <pc:docMk/>
            <pc:sldMk cId="3509262231" sldId="340"/>
            <ac:spMk id="35" creationId="{5873E173-19F5-4625-9FFB-6B429D53F045}"/>
          </ac:spMkLst>
        </pc:spChg>
        <pc:spChg chg="add mod">
          <ac:chgData name="Josué Silva de Morais" userId="f406c2cd-edfc-4057-be10-75858098c663" providerId="ADAL" clId="{DD587564-A78D-4561-8E64-C12CF1DF9BAA}" dt="2026-05-27T16:43:41.990" v="4749"/>
          <ac:spMkLst>
            <pc:docMk/>
            <pc:sldMk cId="3509262231" sldId="340"/>
            <ac:spMk id="36" creationId="{EAC9521B-FB58-4026-8D46-18C067D97094}"/>
          </ac:spMkLst>
        </pc:spChg>
        <pc:spChg chg="add mod">
          <ac:chgData name="Josué Silva de Morais" userId="f406c2cd-edfc-4057-be10-75858098c663" providerId="ADAL" clId="{DD587564-A78D-4561-8E64-C12CF1DF9BAA}" dt="2026-05-27T16:43:41.991" v="4752"/>
          <ac:spMkLst>
            <pc:docMk/>
            <pc:sldMk cId="3509262231" sldId="340"/>
            <ac:spMk id="37" creationId="{4E987609-90A5-4F87-8DB7-B45CD7BD8974}"/>
          </ac:spMkLst>
        </pc:spChg>
        <pc:spChg chg="add mod">
          <ac:chgData name="Josué Silva de Morais" userId="f406c2cd-edfc-4057-be10-75858098c663" providerId="ADAL" clId="{DD587564-A78D-4561-8E64-C12CF1DF9BAA}" dt="2026-05-27T16:43:41.995" v="4760"/>
          <ac:spMkLst>
            <pc:docMk/>
            <pc:sldMk cId="3509262231" sldId="340"/>
            <ac:spMk id="38" creationId="{2E3E79BA-B7A4-466C-AF19-BDC86C0FC18C}"/>
          </ac:spMkLst>
        </pc:spChg>
        <pc:spChg chg="add mod">
          <ac:chgData name="Josué Silva de Morais" userId="f406c2cd-edfc-4057-be10-75858098c663" providerId="ADAL" clId="{DD587564-A78D-4561-8E64-C12CF1DF9BAA}" dt="2026-05-27T16:43:41.998" v="4768"/>
          <ac:spMkLst>
            <pc:docMk/>
            <pc:sldMk cId="3509262231" sldId="340"/>
            <ac:spMk id="39" creationId="{27D709FA-83B1-4711-B7EF-0A3A36295DFA}"/>
          </ac:spMkLst>
        </pc:spChg>
        <pc:spChg chg="add mod">
          <ac:chgData name="Josué Silva de Morais" userId="f406c2cd-edfc-4057-be10-75858098c663" providerId="ADAL" clId="{DD587564-A78D-4561-8E64-C12CF1DF9BAA}" dt="2026-05-27T16:43:42" v="4771"/>
          <ac:spMkLst>
            <pc:docMk/>
            <pc:sldMk cId="3509262231" sldId="340"/>
            <ac:spMk id="40" creationId="{A2279658-55C1-44BA-998F-B78CEDA9388B}"/>
          </ac:spMkLst>
        </pc:spChg>
        <pc:spChg chg="add mod">
          <ac:chgData name="Josué Silva de Morais" userId="f406c2cd-edfc-4057-be10-75858098c663" providerId="ADAL" clId="{DD587564-A78D-4561-8E64-C12CF1DF9BAA}" dt="2026-05-27T16:43:42.004" v="4779"/>
          <ac:spMkLst>
            <pc:docMk/>
            <pc:sldMk cId="3509262231" sldId="340"/>
            <ac:spMk id="41" creationId="{3BA90261-FCAB-494A-99EA-EEF5B48CB0A0}"/>
          </ac:spMkLst>
        </pc:spChg>
        <pc:spChg chg="add mod">
          <ac:chgData name="Josué Silva de Morais" userId="f406c2cd-edfc-4057-be10-75858098c663" providerId="ADAL" clId="{DD587564-A78D-4561-8E64-C12CF1DF9BAA}" dt="2026-05-27T16:43:42.008" v="4787"/>
          <ac:spMkLst>
            <pc:docMk/>
            <pc:sldMk cId="3509262231" sldId="340"/>
            <ac:spMk id="42" creationId="{AB1236F8-DF62-4566-B325-747F107CFFB9}"/>
          </ac:spMkLst>
        </pc:spChg>
        <pc:spChg chg="add mod">
          <ac:chgData name="Josué Silva de Morais" userId="f406c2cd-edfc-4057-be10-75858098c663" providerId="ADAL" clId="{DD587564-A78D-4561-8E64-C12CF1DF9BAA}" dt="2026-05-27T16:43:42.012" v="4795"/>
          <ac:spMkLst>
            <pc:docMk/>
            <pc:sldMk cId="3509262231" sldId="340"/>
            <ac:spMk id="43" creationId="{81C6B7EF-8902-4D86-8D15-E896D85C5C79}"/>
          </ac:spMkLst>
        </pc:spChg>
        <pc:spChg chg="add mod">
          <ac:chgData name="Josué Silva de Morais" userId="f406c2cd-edfc-4057-be10-75858098c663" providerId="ADAL" clId="{DD587564-A78D-4561-8E64-C12CF1DF9BAA}" dt="2026-05-27T16:43:42.014" v="4798"/>
          <ac:spMkLst>
            <pc:docMk/>
            <pc:sldMk cId="3509262231" sldId="340"/>
            <ac:spMk id="44" creationId="{E8FF459A-B020-4B2A-930A-DEA2784AE51A}"/>
          </ac:spMkLst>
        </pc:spChg>
        <pc:spChg chg="add mod">
          <ac:chgData name="Josué Silva de Morais" userId="f406c2cd-edfc-4057-be10-75858098c663" providerId="ADAL" clId="{DD587564-A78D-4561-8E64-C12CF1DF9BAA}" dt="2026-05-27T16:43:42.017" v="4806"/>
          <ac:spMkLst>
            <pc:docMk/>
            <pc:sldMk cId="3509262231" sldId="340"/>
            <ac:spMk id="45" creationId="{1479124F-3C01-4418-AAF0-5E3F31BAC1D5}"/>
          </ac:spMkLst>
        </pc:spChg>
        <pc:spChg chg="add mod">
          <ac:chgData name="Josué Silva de Morais" userId="f406c2cd-edfc-4057-be10-75858098c663" providerId="ADAL" clId="{DD587564-A78D-4561-8E64-C12CF1DF9BAA}" dt="2026-05-27T16:43:42.022" v="4814"/>
          <ac:spMkLst>
            <pc:docMk/>
            <pc:sldMk cId="3509262231" sldId="340"/>
            <ac:spMk id="46" creationId="{37DB0E63-1F23-49E5-9403-737DED008638}"/>
          </ac:spMkLst>
        </pc:spChg>
        <pc:spChg chg="add mod">
          <ac:chgData name="Josué Silva de Morais" userId="f406c2cd-edfc-4057-be10-75858098c663" providerId="ADAL" clId="{DD587564-A78D-4561-8E64-C12CF1DF9BAA}" dt="2026-05-27T16:44:30.614" v="4837"/>
          <ac:spMkLst>
            <pc:docMk/>
            <pc:sldMk cId="3509262231" sldId="340"/>
            <ac:spMk id="47" creationId="{D5FA0E1A-E1E4-4749-938C-D478C550AAA0}"/>
          </ac:spMkLst>
        </pc:spChg>
        <pc:spChg chg="add mod">
          <ac:chgData name="Josué Silva de Morais" userId="f406c2cd-edfc-4057-be10-75858098c663" providerId="ADAL" clId="{DD587564-A78D-4561-8E64-C12CF1DF9BAA}" dt="2026-05-27T16:44:30.617" v="4845"/>
          <ac:spMkLst>
            <pc:docMk/>
            <pc:sldMk cId="3509262231" sldId="340"/>
            <ac:spMk id="48" creationId="{824B1593-C235-4513-8350-6CCEA0FF061A}"/>
          </ac:spMkLst>
        </pc:spChg>
        <pc:spChg chg="add mod">
          <ac:chgData name="Josué Silva de Morais" userId="f406c2cd-edfc-4057-be10-75858098c663" providerId="ADAL" clId="{DD587564-A78D-4561-8E64-C12CF1DF9BAA}" dt="2026-05-27T16:44:30.618" v="4848"/>
          <ac:spMkLst>
            <pc:docMk/>
            <pc:sldMk cId="3509262231" sldId="340"/>
            <ac:spMk id="49" creationId="{D1C8FD90-CC23-4750-92F9-04267F0FE251}"/>
          </ac:spMkLst>
        </pc:spChg>
        <pc:spChg chg="add mod">
          <ac:chgData name="Josué Silva de Morais" userId="f406c2cd-edfc-4057-be10-75858098c663" providerId="ADAL" clId="{DD587564-A78D-4561-8E64-C12CF1DF9BAA}" dt="2026-05-27T16:44:30.623" v="4856"/>
          <ac:spMkLst>
            <pc:docMk/>
            <pc:sldMk cId="3509262231" sldId="340"/>
            <ac:spMk id="50" creationId="{DDF67BCF-31DD-4C8D-8D48-E56F6BDA2AB2}"/>
          </ac:spMkLst>
        </pc:spChg>
      </pc:sldChg>
      <pc:sldChg chg="add del">
        <pc:chgData name="Josué Silva de Morais" userId="f406c2cd-edfc-4057-be10-75858098c663" providerId="ADAL" clId="{DD587564-A78D-4561-8E64-C12CF1DF9BAA}" dt="2026-05-27T16:59:54.347" v="5020"/>
        <pc:sldMkLst>
          <pc:docMk/>
          <pc:sldMk cId="1373550104" sldId="341"/>
        </pc:sldMkLst>
      </pc:sldChg>
      <pc:sldChg chg="add del">
        <pc:chgData name="Josué Silva de Morais" userId="f406c2cd-edfc-4057-be10-75858098c663" providerId="ADAL" clId="{DD587564-A78D-4561-8E64-C12CF1DF9BAA}" dt="2026-05-27T16:59:59.356" v="5022"/>
        <pc:sldMkLst>
          <pc:docMk/>
          <pc:sldMk cId="1180422030" sldId="342"/>
        </pc:sldMkLst>
      </pc:sldChg>
      <pc:sldChg chg="add del">
        <pc:chgData name="Josué Silva de Morais" userId="f406c2cd-edfc-4057-be10-75858098c663" providerId="ADAL" clId="{DD587564-A78D-4561-8E64-C12CF1DF9BAA}" dt="2026-05-27T17:00:04.381" v="5024"/>
        <pc:sldMkLst>
          <pc:docMk/>
          <pc:sldMk cId="1927540996" sldId="343"/>
        </pc:sldMkLst>
      </pc:sldChg>
      <pc:sldChg chg="add del">
        <pc:chgData name="Josué Silva de Morais" userId="f406c2cd-edfc-4057-be10-75858098c663" providerId="ADAL" clId="{DD587564-A78D-4561-8E64-C12CF1DF9BAA}" dt="2026-05-27T17:00:10.922" v="5026"/>
        <pc:sldMkLst>
          <pc:docMk/>
          <pc:sldMk cId="2822438272" sldId="344"/>
        </pc:sldMkLst>
      </pc:sldChg>
      <pc:sldChg chg="add del">
        <pc:chgData name="Josué Silva de Morais" userId="f406c2cd-edfc-4057-be10-75858098c663" providerId="ADAL" clId="{DD587564-A78D-4561-8E64-C12CF1DF9BAA}" dt="2026-05-27T17:00:15.983" v="5028"/>
        <pc:sldMkLst>
          <pc:docMk/>
          <pc:sldMk cId="3662992300" sldId="345"/>
        </pc:sldMkLst>
      </pc:sldChg>
      <pc:sldChg chg="add del">
        <pc:chgData name="Josué Silva de Morais" userId="f406c2cd-edfc-4057-be10-75858098c663" providerId="ADAL" clId="{DD587564-A78D-4561-8E64-C12CF1DF9BAA}" dt="2026-05-27T17:00:23.560" v="5030"/>
        <pc:sldMkLst>
          <pc:docMk/>
          <pc:sldMk cId="2233321354" sldId="346"/>
        </pc:sldMkLst>
      </pc:sldChg>
      <pc:sldChg chg="delSp modSp add mod">
        <pc:chgData name="Josué Silva de Morais" userId="f406c2cd-edfc-4057-be10-75858098c663" providerId="ADAL" clId="{DD587564-A78D-4561-8E64-C12CF1DF9BAA}" dt="2026-05-27T19:20:16.480" v="7423" actId="478"/>
        <pc:sldMkLst>
          <pc:docMk/>
          <pc:sldMk cId="2824485848" sldId="347"/>
        </pc:sldMkLst>
        <pc:spChg chg="mod">
          <ac:chgData name="Josué Silva de Morais" userId="f406c2cd-edfc-4057-be10-75858098c663" providerId="ADAL" clId="{DD587564-A78D-4561-8E64-C12CF1DF9BAA}" dt="2026-05-27T17:43:11.410" v="7385" actId="962"/>
          <ac:spMkLst>
            <pc:docMk/>
            <pc:sldMk cId="2824485848" sldId="347"/>
            <ac:spMk id="100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16.480" v="7423" actId="478"/>
          <ac:spMkLst>
            <pc:docMk/>
            <pc:sldMk cId="2824485848" sldId="347"/>
            <ac:spMk id="109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20:22.150" v="7425" actId="478"/>
        <pc:sldMkLst>
          <pc:docMk/>
          <pc:sldMk cId="2535021924" sldId="348"/>
        </pc:sldMkLst>
        <pc:spChg chg="mod">
          <ac:chgData name="Josué Silva de Morais" userId="f406c2cd-edfc-4057-be10-75858098c663" providerId="ADAL" clId="{DD587564-A78D-4561-8E64-C12CF1DF9BAA}" dt="2026-05-27T17:43:15.754" v="7387" actId="962"/>
          <ac:spMkLst>
            <pc:docMk/>
            <pc:sldMk cId="2535021924" sldId="348"/>
            <ac:spMk id="100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22.150" v="7425" actId="478"/>
          <ac:spMkLst>
            <pc:docMk/>
            <pc:sldMk cId="2535021924" sldId="348"/>
            <ac:spMk id="109" creationId="{00000000-0000-0000-0000-000000000000}"/>
          </ac:spMkLst>
        </pc:spChg>
      </pc:sldChg>
      <pc:sldChg chg="addSp delSp modSp add mod">
        <pc:chgData name="Josué Silva de Morais" userId="f406c2cd-edfc-4057-be10-75858098c663" providerId="ADAL" clId="{DD587564-A78D-4561-8E64-C12CF1DF9BAA}" dt="2026-05-27T19:20:29.288" v="7427" actId="478"/>
        <pc:sldMkLst>
          <pc:docMk/>
          <pc:sldMk cId="2787724398" sldId="349"/>
        </pc:sldMkLst>
        <pc:spChg chg="add mod">
          <ac:chgData name="Josué Silva de Morais" userId="f406c2cd-edfc-4057-be10-75858098c663" providerId="ADAL" clId="{DD587564-A78D-4561-8E64-C12CF1DF9BAA}" dt="2026-05-27T17:00:53.418" v="5283" actId="1076"/>
          <ac:spMkLst>
            <pc:docMk/>
            <pc:sldMk cId="2787724398" sldId="349"/>
            <ac:spMk id="3" creationId="{7E77C3E8-96A7-34EC-D7DE-BFCE22358B13}"/>
          </ac:spMkLst>
        </pc:spChg>
        <pc:spChg chg="mod">
          <ac:chgData name="Josué Silva de Morais" userId="f406c2cd-edfc-4057-be10-75858098c663" providerId="ADAL" clId="{DD587564-A78D-4561-8E64-C12CF1DF9BAA}" dt="2026-05-27T17:43:20.267" v="7389" actId="962"/>
          <ac:spMkLst>
            <pc:docMk/>
            <pc:sldMk cId="2787724398" sldId="349"/>
            <ac:spMk id="100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29.288" v="7427" actId="478"/>
          <ac:spMkLst>
            <pc:docMk/>
            <pc:sldMk cId="2787724398" sldId="349"/>
            <ac:spMk id="109" creationId="{00000000-0000-0000-0000-000000000000}"/>
          </ac:spMkLst>
        </pc:spChg>
      </pc:sldChg>
      <pc:sldChg chg="addSp delSp modSp add mod">
        <pc:chgData name="Josué Silva de Morais" userId="f406c2cd-edfc-4057-be10-75858098c663" providerId="ADAL" clId="{DD587564-A78D-4561-8E64-C12CF1DF9BAA}" dt="2026-05-27T19:20:35.080" v="7429" actId="478"/>
        <pc:sldMkLst>
          <pc:docMk/>
          <pc:sldMk cId="1482528685" sldId="350"/>
        </pc:sldMkLst>
        <pc:spChg chg="add del mod">
          <ac:chgData name="Josué Silva de Morais" userId="f406c2cd-edfc-4057-be10-75858098c663" providerId="ADAL" clId="{DD587564-A78D-4561-8E64-C12CF1DF9BAA}" dt="2026-05-27T17:04:24.503" v="6597" actId="478"/>
          <ac:spMkLst>
            <pc:docMk/>
            <pc:sldMk cId="1482528685" sldId="350"/>
            <ac:spMk id="3" creationId="{794AA6B8-DFA4-9FAB-F935-439F084C4291}"/>
          </ac:spMkLst>
        </pc:spChg>
        <pc:spChg chg="mod">
          <ac:chgData name="Josué Silva de Morais" userId="f406c2cd-edfc-4057-be10-75858098c663" providerId="ADAL" clId="{DD587564-A78D-4561-8E64-C12CF1DF9BAA}" dt="2026-05-27T17:43:24.098" v="7391" actId="962"/>
          <ac:spMkLst>
            <pc:docMk/>
            <pc:sldMk cId="1482528685" sldId="350"/>
            <ac:spMk id="100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35.080" v="7429" actId="478"/>
          <ac:spMkLst>
            <pc:docMk/>
            <pc:sldMk cId="1482528685" sldId="350"/>
            <ac:spMk id="109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20:39.896" v="7431" actId="478"/>
        <pc:sldMkLst>
          <pc:docMk/>
          <pc:sldMk cId="2233362407" sldId="351"/>
        </pc:sldMkLst>
        <pc:spChg chg="mod">
          <ac:chgData name="Josué Silva de Morais" userId="f406c2cd-edfc-4057-be10-75858098c663" providerId="ADAL" clId="{DD587564-A78D-4561-8E64-C12CF1DF9BAA}" dt="2026-05-27T17:43:27.851" v="7393" actId="962"/>
          <ac:spMkLst>
            <pc:docMk/>
            <pc:sldMk cId="2233362407" sldId="351"/>
            <ac:spMk id="100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39.896" v="7431" actId="478"/>
          <ac:spMkLst>
            <pc:docMk/>
            <pc:sldMk cId="2233362407" sldId="351"/>
            <ac:spMk id="109" creationId="{00000000-0000-0000-0000-000000000000}"/>
          </ac:spMkLst>
        </pc:spChg>
      </pc:sldChg>
      <pc:sldChg chg="delSp modSp add mod">
        <pc:chgData name="Josué Silva de Morais" userId="f406c2cd-edfc-4057-be10-75858098c663" providerId="ADAL" clId="{DD587564-A78D-4561-8E64-C12CF1DF9BAA}" dt="2026-05-27T19:20:45.881" v="7433" actId="478"/>
        <pc:sldMkLst>
          <pc:docMk/>
          <pc:sldMk cId="1106315739" sldId="352"/>
        </pc:sldMkLst>
        <pc:spChg chg="mod">
          <ac:chgData name="Josué Silva de Morais" userId="f406c2cd-edfc-4057-be10-75858098c663" providerId="ADAL" clId="{DD587564-A78D-4561-8E64-C12CF1DF9BAA}" dt="2026-05-27T17:43:31.451" v="7395" actId="962"/>
          <ac:spMkLst>
            <pc:docMk/>
            <pc:sldMk cId="1106315739" sldId="352"/>
            <ac:spMk id="100" creationId="{00000000-0000-0000-0000-000000000000}"/>
          </ac:spMkLst>
        </pc:spChg>
        <pc:spChg chg="del mod">
          <ac:chgData name="Josué Silva de Morais" userId="f406c2cd-edfc-4057-be10-75858098c663" providerId="ADAL" clId="{DD587564-A78D-4561-8E64-C12CF1DF9BAA}" dt="2026-05-27T19:20:45.881" v="7433" actId="478"/>
          <ac:spMkLst>
            <pc:docMk/>
            <pc:sldMk cId="1106315739" sldId="352"/>
            <ac:spMk id="109" creationId="{00000000-0000-0000-0000-000000000000}"/>
          </ac:spMkLst>
        </pc:spChg>
      </pc:sldChg>
      <pc:sldChg chg="addSp delSp modSp add mod">
        <pc:chgData name="Josué Silva de Morais" userId="f406c2cd-edfc-4057-be10-75858098c663" providerId="ADAL" clId="{DD587564-A78D-4561-8E64-C12CF1DF9BAA}" dt="2026-05-27T17:16:30.148" v="7170" actId="1076"/>
        <pc:sldMkLst>
          <pc:docMk/>
          <pc:sldMk cId="2806947557" sldId="353"/>
        </pc:sldMkLst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37" creationId="{97921CA5-CBC6-4FE6-B38A-89EF4497395A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39" creationId="{94E79F84-C64C-457B-A0DF-DE1A692299E0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40" creationId="{4224E06E-B4DC-477C-AD7D-CDC8FFDA2A60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42" creationId="{C1CF5C3B-4DEB-4F52-A381-D8EA4090E0AF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43" creationId="{5A3AB7E1-9BF5-4FB6-991E-0383C52EA657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44" creationId="{5B55366C-2516-485C-A3F6-DEB0DC340F81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48" creationId="{416B9171-8AD5-4086-8897-93CA7C0E3E8E}"/>
          </ac:spMkLst>
        </pc:spChg>
        <pc:spChg chg="del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52" creationId="{5DA830D3-8E5A-4EFB-BA23-917B81684745}"/>
          </ac:spMkLst>
        </pc:spChg>
        <pc:spChg chg="mod">
          <ac:chgData name="Josué Silva de Morais" userId="f406c2cd-edfc-4057-be10-75858098c663" providerId="ADAL" clId="{DD587564-A78D-4561-8E64-C12CF1DF9BAA}" dt="2026-05-27T17:12:15.959" v="6864" actId="1076"/>
          <ac:spMkLst>
            <pc:docMk/>
            <pc:sldMk cId="2806947557" sldId="353"/>
            <ac:spMk id="53" creationId="{C2EF9B79-AECA-40BB-BD08-DC7CF17AADAD}"/>
          </ac:spMkLst>
        </pc:spChg>
        <pc:spChg chg="del mod">
          <ac:chgData name="Josué Silva de Morais" userId="f406c2cd-edfc-4057-be10-75858098c663" providerId="ADAL" clId="{DD587564-A78D-4561-8E64-C12CF1DF9BAA}" dt="2026-05-27T17:12:11.232" v="6863" actId="478"/>
          <ac:spMkLst>
            <pc:docMk/>
            <pc:sldMk cId="2806947557" sldId="353"/>
            <ac:spMk id="54" creationId="{2F583D8B-9048-4BB4-BD30-63B49C514E31}"/>
          </ac:spMkLst>
        </pc:spChg>
        <pc:spChg chg="del mod">
          <ac:chgData name="Josué Silva de Morais" userId="f406c2cd-edfc-4057-be10-75858098c663" providerId="ADAL" clId="{DD587564-A78D-4561-8E64-C12CF1DF9BAA}" dt="2026-05-27T17:15:24.474" v="7163" actId="478"/>
          <ac:spMkLst>
            <pc:docMk/>
            <pc:sldMk cId="2806947557" sldId="353"/>
            <ac:spMk id="55" creationId="{A7AA8F0C-F9A2-4426-8AD5-5EF3C204FCCC}"/>
          </ac:spMkLst>
        </pc:spChg>
        <pc:spChg chg="del mod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56" creationId="{F501FF86-FCAF-4FD2-9A72-1497C02E31CB}"/>
          </ac:spMkLst>
        </pc:spChg>
        <pc:spChg chg="del mod">
          <ac:chgData name="Josué Silva de Morais" userId="f406c2cd-edfc-4057-be10-75858098c663" providerId="ADAL" clId="{DD587564-A78D-4561-8E64-C12CF1DF9BAA}" dt="2026-05-27T17:15:21.011" v="7161" actId="478"/>
          <ac:spMkLst>
            <pc:docMk/>
            <pc:sldMk cId="2806947557" sldId="353"/>
            <ac:spMk id="57" creationId="{2F06AED1-9285-417D-99CB-B1ED5CC08E76}"/>
          </ac:spMkLst>
        </pc:spChg>
        <pc:spChg chg="mod">
          <ac:chgData name="Josué Silva de Morais" userId="f406c2cd-edfc-4057-be10-75858098c663" providerId="ADAL" clId="{DD587564-A78D-4561-8E64-C12CF1DF9BAA}" dt="2026-05-27T17:11:03.783" v="6856" actId="122"/>
          <ac:spMkLst>
            <pc:docMk/>
            <pc:sldMk cId="2806947557" sldId="353"/>
            <ac:spMk id="58" creationId="{F5B1FC21-F56E-465E-AAA2-79C9C25DAB61}"/>
          </ac:spMkLst>
        </pc:spChg>
        <pc:picChg chg="add mod">
          <ac:chgData name="Josué Silva de Morais" userId="f406c2cd-edfc-4057-be10-75858098c663" providerId="ADAL" clId="{DD587564-A78D-4561-8E64-C12CF1DF9BAA}" dt="2026-05-27T17:15:32.954" v="7167" actId="1076"/>
          <ac:picMkLst>
            <pc:docMk/>
            <pc:sldMk cId="2806947557" sldId="353"/>
            <ac:picMk id="1026" creationId="{33B236D9-271A-80B7-71B0-98FBF73F9774}"/>
          </ac:picMkLst>
        </pc:picChg>
        <pc:cxnChg chg="add">
          <ac:chgData name="Josué Silva de Morais" userId="f406c2cd-edfc-4057-be10-75858098c663" providerId="ADAL" clId="{DD587564-A78D-4561-8E64-C12CF1DF9BAA}" dt="2026-05-27T17:16:14.518" v="7168" actId="11529"/>
          <ac:cxnSpMkLst>
            <pc:docMk/>
            <pc:sldMk cId="2806947557" sldId="353"/>
            <ac:cxnSpMk id="8" creationId="{6FB2B311-F6F0-DE15-205D-DF7AE2A326AE}"/>
          </ac:cxnSpMkLst>
        </pc:cxnChg>
        <pc:cxnChg chg="add mod">
          <ac:chgData name="Josué Silva de Morais" userId="f406c2cd-edfc-4057-be10-75858098c663" providerId="ADAL" clId="{DD587564-A78D-4561-8E64-C12CF1DF9BAA}" dt="2026-05-27T17:16:30.148" v="7170" actId="1076"/>
          <ac:cxnSpMkLst>
            <pc:docMk/>
            <pc:sldMk cId="2806947557" sldId="353"/>
            <ac:cxnSpMk id="9" creationId="{E2E813A3-E52F-845D-E472-3EFCB4D10DD8}"/>
          </ac:cxnSpMkLst>
        </pc:cxnChg>
      </pc:sldChg>
      <pc:sldChg chg="addSp modSp new mod ord">
        <pc:chgData name="Josué Silva de Morais" userId="f406c2cd-edfc-4057-be10-75858098c663" providerId="ADAL" clId="{DD587564-A78D-4561-8E64-C12CF1DF9BAA}" dt="2026-05-27T17:12:20.477" v="7158"/>
        <pc:sldMkLst>
          <pc:docMk/>
          <pc:sldMk cId="337083105" sldId="354"/>
        </pc:sldMkLst>
        <pc:spChg chg="add mod">
          <ac:chgData name="Josué Silva de Morais" userId="f406c2cd-edfc-4057-be10-75858098c663" providerId="ADAL" clId="{DD587564-A78D-4561-8E64-C12CF1DF9BAA}" dt="2026-05-27T17:12:20.354" v="6870"/>
          <ac:spMkLst>
            <pc:docMk/>
            <pc:sldMk cId="337083105" sldId="354"/>
            <ac:spMk id="2" creationId="{C0351A69-CBA9-4858-AB92-E4240C5EE93E}"/>
          </ac:spMkLst>
        </pc:spChg>
        <pc:spChg chg="add mod">
          <ac:chgData name="Josué Silva de Morais" userId="f406c2cd-edfc-4057-be10-75858098c663" providerId="ADAL" clId="{DD587564-A78D-4561-8E64-C12CF1DF9BAA}" dt="2026-05-27T17:12:20.357" v="6878"/>
          <ac:spMkLst>
            <pc:docMk/>
            <pc:sldMk cId="337083105" sldId="354"/>
            <ac:spMk id="3" creationId="{90851424-067B-4CBA-8923-F62E5DACCC11}"/>
          </ac:spMkLst>
        </pc:spChg>
        <pc:spChg chg="add mod">
          <ac:chgData name="Josué Silva de Morais" userId="f406c2cd-edfc-4057-be10-75858098c663" providerId="ADAL" clId="{DD587564-A78D-4561-8E64-C12CF1DF9BAA}" dt="2026-05-27T17:12:20.361" v="6886"/>
          <ac:spMkLst>
            <pc:docMk/>
            <pc:sldMk cId="337083105" sldId="354"/>
            <ac:spMk id="4" creationId="{455624CA-BD13-4899-A75D-D2E7C4DF3FBB}"/>
          </ac:spMkLst>
        </pc:spChg>
        <pc:spChg chg="add mod">
          <ac:chgData name="Josué Silva de Morais" userId="f406c2cd-edfc-4057-be10-75858098c663" providerId="ADAL" clId="{DD587564-A78D-4561-8E64-C12CF1DF9BAA}" dt="2026-05-27T17:12:20.365" v="6894"/>
          <ac:spMkLst>
            <pc:docMk/>
            <pc:sldMk cId="337083105" sldId="354"/>
            <ac:spMk id="5" creationId="{8569DBDE-7F98-4740-BC4D-ACE5842B294E}"/>
          </ac:spMkLst>
        </pc:spChg>
        <pc:spChg chg="add mod">
          <ac:chgData name="Josué Silva de Morais" userId="f406c2cd-edfc-4057-be10-75858098c663" providerId="ADAL" clId="{DD587564-A78D-4561-8E64-C12CF1DF9BAA}" dt="2026-05-27T17:12:20.366" v="6897"/>
          <ac:spMkLst>
            <pc:docMk/>
            <pc:sldMk cId="337083105" sldId="354"/>
            <ac:spMk id="6" creationId="{0517D97F-C38D-44D0-8BEE-83C0D0CE711D}"/>
          </ac:spMkLst>
        </pc:spChg>
        <pc:spChg chg="add mod">
          <ac:chgData name="Josué Silva de Morais" userId="f406c2cd-edfc-4057-be10-75858098c663" providerId="ADAL" clId="{DD587564-A78D-4561-8E64-C12CF1DF9BAA}" dt="2026-05-27T17:12:20.369" v="6905"/>
          <ac:spMkLst>
            <pc:docMk/>
            <pc:sldMk cId="337083105" sldId="354"/>
            <ac:spMk id="7" creationId="{99520C96-0CF5-4E29-8285-66D14D19456D}"/>
          </ac:spMkLst>
        </pc:spChg>
        <pc:spChg chg="add mod">
          <ac:chgData name="Josué Silva de Morais" userId="f406c2cd-edfc-4057-be10-75858098c663" providerId="ADAL" clId="{DD587564-A78D-4561-8E64-C12CF1DF9BAA}" dt="2026-05-27T17:12:20.371" v="6909"/>
          <ac:spMkLst>
            <pc:docMk/>
            <pc:sldMk cId="337083105" sldId="354"/>
            <ac:spMk id="8" creationId="{B33B4915-5C70-424E-8A27-ACC8B7804A17}"/>
          </ac:spMkLst>
        </pc:spChg>
        <pc:spChg chg="add mod">
          <ac:chgData name="Josué Silva de Morais" userId="f406c2cd-edfc-4057-be10-75858098c663" providerId="ADAL" clId="{DD587564-A78D-4561-8E64-C12CF1DF9BAA}" dt="2026-05-27T17:12:20.372" v="6912"/>
          <ac:spMkLst>
            <pc:docMk/>
            <pc:sldMk cId="337083105" sldId="354"/>
            <ac:spMk id="9" creationId="{17230556-7562-4384-BAB0-E7ABBF5FDAA8}"/>
          </ac:spMkLst>
        </pc:spChg>
        <pc:spChg chg="add mod">
          <ac:chgData name="Josué Silva de Morais" userId="f406c2cd-edfc-4057-be10-75858098c663" providerId="ADAL" clId="{DD587564-A78D-4561-8E64-C12CF1DF9BAA}" dt="2026-05-27T17:12:20.373" v="6915"/>
          <ac:spMkLst>
            <pc:docMk/>
            <pc:sldMk cId="337083105" sldId="354"/>
            <ac:spMk id="10" creationId="{7069A115-8826-4A0D-B3AA-8313131122A0}"/>
          </ac:spMkLst>
        </pc:spChg>
        <pc:spChg chg="add mod">
          <ac:chgData name="Josué Silva de Morais" userId="f406c2cd-edfc-4057-be10-75858098c663" providerId="ADAL" clId="{DD587564-A78D-4561-8E64-C12CF1DF9BAA}" dt="2026-05-27T17:12:20.376" v="6923"/>
          <ac:spMkLst>
            <pc:docMk/>
            <pc:sldMk cId="337083105" sldId="354"/>
            <ac:spMk id="11" creationId="{23B525DE-8AF6-42FD-A050-78E64BB38064}"/>
          </ac:spMkLst>
        </pc:spChg>
        <pc:spChg chg="add mod">
          <ac:chgData name="Josué Silva de Morais" userId="f406c2cd-edfc-4057-be10-75858098c663" providerId="ADAL" clId="{DD587564-A78D-4561-8E64-C12CF1DF9BAA}" dt="2026-05-27T17:12:20.381" v="6931"/>
          <ac:spMkLst>
            <pc:docMk/>
            <pc:sldMk cId="337083105" sldId="354"/>
            <ac:spMk id="12" creationId="{C651C18C-096A-4123-9A4F-C8F0DD719E9A}"/>
          </ac:spMkLst>
        </pc:spChg>
        <pc:spChg chg="add mod">
          <ac:chgData name="Josué Silva de Morais" userId="f406c2cd-edfc-4057-be10-75858098c663" providerId="ADAL" clId="{DD587564-A78D-4561-8E64-C12CF1DF9BAA}" dt="2026-05-27T17:12:20.382" v="6935"/>
          <ac:spMkLst>
            <pc:docMk/>
            <pc:sldMk cId="337083105" sldId="354"/>
            <ac:spMk id="13" creationId="{57744219-0313-471A-85EF-67CBA2AC6C26}"/>
          </ac:spMkLst>
        </pc:spChg>
        <pc:spChg chg="add mod">
          <ac:chgData name="Josué Silva de Morais" userId="f406c2cd-edfc-4057-be10-75858098c663" providerId="ADAL" clId="{DD587564-A78D-4561-8E64-C12CF1DF9BAA}" dt="2026-05-27T17:12:20.384" v="6939"/>
          <ac:spMkLst>
            <pc:docMk/>
            <pc:sldMk cId="337083105" sldId="354"/>
            <ac:spMk id="14" creationId="{CDA7397E-9E08-4303-9C9F-8F40CE00BFA0}"/>
          </ac:spMkLst>
        </pc:spChg>
        <pc:spChg chg="add mod">
          <ac:chgData name="Josué Silva de Morais" userId="f406c2cd-edfc-4057-be10-75858098c663" providerId="ADAL" clId="{DD587564-A78D-4561-8E64-C12CF1DF9BAA}" dt="2026-05-27T17:12:20.385" v="6943"/>
          <ac:spMkLst>
            <pc:docMk/>
            <pc:sldMk cId="337083105" sldId="354"/>
            <ac:spMk id="15" creationId="{2209BDA2-542E-4761-8850-ADED1E523926}"/>
          </ac:spMkLst>
        </pc:spChg>
        <pc:spChg chg="add mod">
          <ac:chgData name="Josué Silva de Morais" userId="f406c2cd-edfc-4057-be10-75858098c663" providerId="ADAL" clId="{DD587564-A78D-4561-8E64-C12CF1DF9BAA}" dt="2026-05-27T17:12:20.387" v="6947"/>
          <ac:spMkLst>
            <pc:docMk/>
            <pc:sldMk cId="337083105" sldId="354"/>
            <ac:spMk id="16" creationId="{715EC768-6887-497A-8190-766AA264ED6A}"/>
          </ac:spMkLst>
        </pc:spChg>
        <pc:spChg chg="add mod">
          <ac:chgData name="Josué Silva de Morais" userId="f406c2cd-edfc-4057-be10-75858098c663" providerId="ADAL" clId="{DD587564-A78D-4561-8E64-C12CF1DF9BAA}" dt="2026-05-27T17:12:20.389" v="6951"/>
          <ac:spMkLst>
            <pc:docMk/>
            <pc:sldMk cId="337083105" sldId="354"/>
            <ac:spMk id="17" creationId="{356702BE-F08E-4C4C-8D47-1F6B34F6E8F1}"/>
          </ac:spMkLst>
        </pc:spChg>
        <pc:spChg chg="add mod">
          <ac:chgData name="Josué Silva de Morais" userId="f406c2cd-edfc-4057-be10-75858098c663" providerId="ADAL" clId="{DD587564-A78D-4561-8E64-C12CF1DF9BAA}" dt="2026-05-27T17:12:20.390" v="6955"/>
          <ac:spMkLst>
            <pc:docMk/>
            <pc:sldMk cId="337083105" sldId="354"/>
            <ac:spMk id="18" creationId="{B73FB509-51AB-4D06-A37D-78CFF742CE8F}"/>
          </ac:spMkLst>
        </pc:spChg>
        <pc:spChg chg="add mod">
          <ac:chgData name="Josué Silva de Morais" userId="f406c2cd-edfc-4057-be10-75858098c663" providerId="ADAL" clId="{DD587564-A78D-4561-8E64-C12CF1DF9BAA}" dt="2026-05-27T17:12:20.392" v="6959"/>
          <ac:spMkLst>
            <pc:docMk/>
            <pc:sldMk cId="337083105" sldId="354"/>
            <ac:spMk id="19" creationId="{EF3663B1-1CDD-4146-AA8F-CFA9F99FB1EE}"/>
          </ac:spMkLst>
        </pc:spChg>
        <pc:spChg chg="add mod">
          <ac:chgData name="Josué Silva de Morais" userId="f406c2cd-edfc-4057-be10-75858098c663" providerId="ADAL" clId="{DD587564-A78D-4561-8E64-C12CF1DF9BAA}" dt="2026-05-27T17:12:20.393" v="6963"/>
          <ac:spMkLst>
            <pc:docMk/>
            <pc:sldMk cId="337083105" sldId="354"/>
            <ac:spMk id="20" creationId="{8D30174D-4C51-4A9C-B2E1-57761B8D5B68}"/>
          </ac:spMkLst>
        </pc:spChg>
        <pc:spChg chg="add mod">
          <ac:chgData name="Josué Silva de Morais" userId="f406c2cd-edfc-4057-be10-75858098c663" providerId="ADAL" clId="{DD587564-A78D-4561-8E64-C12CF1DF9BAA}" dt="2026-05-27T17:12:20.395" v="6967"/>
          <ac:spMkLst>
            <pc:docMk/>
            <pc:sldMk cId="337083105" sldId="354"/>
            <ac:spMk id="21" creationId="{BCBB36DD-FD74-4AA3-AA2C-7AA2239EDBDE}"/>
          </ac:spMkLst>
        </pc:spChg>
        <pc:spChg chg="add mod">
          <ac:chgData name="Josué Silva de Morais" userId="f406c2cd-edfc-4057-be10-75858098c663" providerId="ADAL" clId="{DD587564-A78D-4561-8E64-C12CF1DF9BAA}" dt="2026-05-27T17:12:20.396" v="6971"/>
          <ac:spMkLst>
            <pc:docMk/>
            <pc:sldMk cId="337083105" sldId="354"/>
            <ac:spMk id="22" creationId="{35A66255-0162-400C-8FBD-1CA2B66F0063}"/>
          </ac:spMkLst>
        </pc:spChg>
        <pc:spChg chg="add mod">
          <ac:chgData name="Josué Silva de Morais" userId="f406c2cd-edfc-4057-be10-75858098c663" providerId="ADAL" clId="{DD587564-A78D-4561-8E64-C12CF1DF9BAA}" dt="2026-05-27T17:12:20.398" v="6975"/>
          <ac:spMkLst>
            <pc:docMk/>
            <pc:sldMk cId="337083105" sldId="354"/>
            <ac:spMk id="23" creationId="{C0B4BE80-93EF-41A1-B928-7415B2E5D2C3}"/>
          </ac:spMkLst>
        </pc:spChg>
        <pc:spChg chg="add mod">
          <ac:chgData name="Josué Silva de Morais" userId="f406c2cd-edfc-4057-be10-75858098c663" providerId="ADAL" clId="{DD587564-A78D-4561-8E64-C12CF1DF9BAA}" dt="2026-05-27T17:12:20.399" v="6979"/>
          <ac:spMkLst>
            <pc:docMk/>
            <pc:sldMk cId="337083105" sldId="354"/>
            <ac:spMk id="24" creationId="{15E88C1D-0EA7-422B-B5BE-588260C5B236}"/>
          </ac:spMkLst>
        </pc:spChg>
        <pc:spChg chg="add mod">
          <ac:chgData name="Josué Silva de Morais" userId="f406c2cd-edfc-4057-be10-75858098c663" providerId="ADAL" clId="{DD587564-A78D-4561-8E64-C12CF1DF9BAA}" dt="2026-05-27T17:12:20.401" v="6983"/>
          <ac:spMkLst>
            <pc:docMk/>
            <pc:sldMk cId="337083105" sldId="354"/>
            <ac:spMk id="25" creationId="{B62D8DB9-EFC4-4BC9-80DF-3F2EF4447105}"/>
          </ac:spMkLst>
        </pc:spChg>
        <pc:spChg chg="add mod">
          <ac:chgData name="Josué Silva de Morais" userId="f406c2cd-edfc-4057-be10-75858098c663" providerId="ADAL" clId="{DD587564-A78D-4561-8E64-C12CF1DF9BAA}" dt="2026-05-27T17:12:20.402" v="6987"/>
          <ac:spMkLst>
            <pc:docMk/>
            <pc:sldMk cId="337083105" sldId="354"/>
            <ac:spMk id="26" creationId="{5F0124C8-762B-4AF7-8F5C-1D6D0B00C56E}"/>
          </ac:spMkLst>
        </pc:spChg>
        <pc:spChg chg="add mod">
          <ac:chgData name="Josué Silva de Morais" userId="f406c2cd-edfc-4057-be10-75858098c663" providerId="ADAL" clId="{DD587564-A78D-4561-8E64-C12CF1DF9BAA}" dt="2026-05-27T17:12:20.405" v="6992"/>
          <ac:spMkLst>
            <pc:docMk/>
            <pc:sldMk cId="337083105" sldId="354"/>
            <ac:spMk id="27" creationId="{BBC0F4FC-0C91-40F8-93CE-18BCE157054E}"/>
          </ac:spMkLst>
        </pc:spChg>
        <pc:spChg chg="add mod">
          <ac:chgData name="Josué Silva de Morais" userId="f406c2cd-edfc-4057-be10-75858098c663" providerId="ADAL" clId="{DD587564-A78D-4561-8E64-C12CF1DF9BAA}" dt="2026-05-27T17:12:20.407" v="6996"/>
          <ac:spMkLst>
            <pc:docMk/>
            <pc:sldMk cId="337083105" sldId="354"/>
            <ac:spMk id="28" creationId="{8ACB2CCC-906F-4DD1-B9BC-399DE7BC3FBB}"/>
          </ac:spMkLst>
        </pc:spChg>
        <pc:spChg chg="add mod">
          <ac:chgData name="Josué Silva de Morais" userId="f406c2cd-edfc-4057-be10-75858098c663" providerId="ADAL" clId="{DD587564-A78D-4561-8E64-C12CF1DF9BAA}" dt="2026-05-27T17:12:20.408" v="7000"/>
          <ac:spMkLst>
            <pc:docMk/>
            <pc:sldMk cId="337083105" sldId="354"/>
            <ac:spMk id="29" creationId="{AF9E1430-BE64-4EEE-A5B1-67CCE2296272}"/>
          </ac:spMkLst>
        </pc:spChg>
        <pc:spChg chg="add mod">
          <ac:chgData name="Josué Silva de Morais" userId="f406c2cd-edfc-4057-be10-75858098c663" providerId="ADAL" clId="{DD587564-A78D-4561-8E64-C12CF1DF9BAA}" dt="2026-05-27T17:12:20.410" v="7004"/>
          <ac:spMkLst>
            <pc:docMk/>
            <pc:sldMk cId="337083105" sldId="354"/>
            <ac:spMk id="30" creationId="{5C932AC8-4D05-4D1D-A4C2-41F1B4DEE499}"/>
          </ac:spMkLst>
        </pc:spChg>
        <pc:spChg chg="add mod">
          <ac:chgData name="Josué Silva de Morais" userId="f406c2cd-edfc-4057-be10-75858098c663" providerId="ADAL" clId="{DD587564-A78D-4561-8E64-C12CF1DF9BAA}" dt="2026-05-27T17:12:20.414" v="7012"/>
          <ac:spMkLst>
            <pc:docMk/>
            <pc:sldMk cId="337083105" sldId="354"/>
            <ac:spMk id="31" creationId="{F99A0A82-9CCF-4CD1-A2C3-00DE6CE3D696}"/>
          </ac:spMkLst>
        </pc:spChg>
        <pc:spChg chg="add mod">
          <ac:chgData name="Josué Silva de Morais" userId="f406c2cd-edfc-4057-be10-75858098c663" providerId="ADAL" clId="{DD587564-A78D-4561-8E64-C12CF1DF9BAA}" dt="2026-05-27T17:12:20.417" v="7020"/>
          <ac:spMkLst>
            <pc:docMk/>
            <pc:sldMk cId="337083105" sldId="354"/>
            <ac:spMk id="32" creationId="{318F398D-F4F3-4518-AC2F-4D7316065C92}"/>
          </ac:spMkLst>
        </pc:spChg>
        <pc:spChg chg="add mod">
          <ac:chgData name="Josué Silva de Morais" userId="f406c2cd-edfc-4057-be10-75858098c663" providerId="ADAL" clId="{DD587564-A78D-4561-8E64-C12CF1DF9BAA}" dt="2026-05-27T17:12:20.421" v="7028"/>
          <ac:spMkLst>
            <pc:docMk/>
            <pc:sldMk cId="337083105" sldId="354"/>
            <ac:spMk id="33" creationId="{EAFC8F2E-8856-418E-BD85-8DDF13734B53}"/>
          </ac:spMkLst>
        </pc:spChg>
        <pc:spChg chg="add mod">
          <ac:chgData name="Josué Silva de Morais" userId="f406c2cd-edfc-4057-be10-75858098c663" providerId="ADAL" clId="{DD587564-A78D-4561-8E64-C12CF1DF9BAA}" dt="2026-05-27T17:12:20.424" v="7036"/>
          <ac:spMkLst>
            <pc:docMk/>
            <pc:sldMk cId="337083105" sldId="354"/>
            <ac:spMk id="34" creationId="{B99EF2C2-2076-4171-B5CF-36BCD264BAC1}"/>
          </ac:spMkLst>
        </pc:spChg>
        <pc:spChg chg="add mod">
          <ac:chgData name="Josué Silva de Morais" userId="f406c2cd-edfc-4057-be10-75858098c663" providerId="ADAL" clId="{DD587564-A78D-4561-8E64-C12CF1DF9BAA}" dt="2026-05-27T17:12:20.425" v="7039"/>
          <ac:spMkLst>
            <pc:docMk/>
            <pc:sldMk cId="337083105" sldId="354"/>
            <ac:spMk id="35" creationId="{AAE0A26A-3489-49C4-8918-84E8D3B8CC31}"/>
          </ac:spMkLst>
        </pc:spChg>
        <pc:spChg chg="add mod">
          <ac:chgData name="Josué Silva de Morais" userId="f406c2cd-edfc-4057-be10-75858098c663" providerId="ADAL" clId="{DD587564-A78D-4561-8E64-C12CF1DF9BAA}" dt="2026-05-27T17:12:20.427" v="7042"/>
          <ac:spMkLst>
            <pc:docMk/>
            <pc:sldMk cId="337083105" sldId="354"/>
            <ac:spMk id="36" creationId="{20F2BAD0-B4EC-4187-9187-9C0963C7C130}"/>
          </ac:spMkLst>
        </pc:spChg>
        <pc:spChg chg="add mod">
          <ac:chgData name="Josué Silva de Morais" userId="f406c2cd-edfc-4057-be10-75858098c663" providerId="ADAL" clId="{DD587564-A78D-4561-8E64-C12CF1DF9BAA}" dt="2026-05-27T17:12:20.430" v="7050"/>
          <ac:spMkLst>
            <pc:docMk/>
            <pc:sldMk cId="337083105" sldId="354"/>
            <ac:spMk id="37" creationId="{77DB86D7-C080-4AA2-99D0-BB6439D04B0A}"/>
          </ac:spMkLst>
        </pc:spChg>
        <pc:spChg chg="add mod">
          <ac:chgData name="Josué Silva de Morais" userId="f406c2cd-edfc-4057-be10-75858098c663" providerId="ADAL" clId="{DD587564-A78D-4561-8E64-C12CF1DF9BAA}" dt="2026-05-27T17:12:20.434" v="7058"/>
          <ac:spMkLst>
            <pc:docMk/>
            <pc:sldMk cId="337083105" sldId="354"/>
            <ac:spMk id="38" creationId="{CB64A981-78DA-4BA6-9B82-98AD7447F4B0}"/>
          </ac:spMkLst>
        </pc:spChg>
        <pc:spChg chg="add mod">
          <ac:chgData name="Josué Silva de Morais" userId="f406c2cd-edfc-4057-be10-75858098c663" providerId="ADAL" clId="{DD587564-A78D-4561-8E64-C12CF1DF9BAA}" dt="2026-05-27T17:12:20.437" v="7066"/>
          <ac:spMkLst>
            <pc:docMk/>
            <pc:sldMk cId="337083105" sldId="354"/>
            <ac:spMk id="39" creationId="{D675A7A0-B533-4D44-A356-11820E8D09D9}"/>
          </ac:spMkLst>
        </pc:spChg>
        <pc:spChg chg="add mod">
          <ac:chgData name="Josué Silva de Morais" userId="f406c2cd-edfc-4057-be10-75858098c663" providerId="ADAL" clId="{DD587564-A78D-4561-8E64-C12CF1DF9BAA}" dt="2026-05-27T17:12:20.441" v="7074"/>
          <ac:spMkLst>
            <pc:docMk/>
            <pc:sldMk cId="337083105" sldId="354"/>
            <ac:spMk id="40" creationId="{5FA8E7E6-DF58-4C9E-84C0-1372B9725F07}"/>
          </ac:spMkLst>
        </pc:spChg>
        <pc:spChg chg="add mod">
          <ac:chgData name="Josué Silva de Morais" userId="f406c2cd-edfc-4057-be10-75858098c663" providerId="ADAL" clId="{DD587564-A78D-4561-8E64-C12CF1DF9BAA}" dt="2026-05-27T17:12:20.442" v="7077"/>
          <ac:spMkLst>
            <pc:docMk/>
            <pc:sldMk cId="337083105" sldId="354"/>
            <ac:spMk id="41" creationId="{78895C54-A340-4577-8955-BFAB4F2382EE}"/>
          </ac:spMkLst>
        </pc:spChg>
        <pc:spChg chg="add mod">
          <ac:chgData name="Josué Silva de Morais" userId="f406c2cd-edfc-4057-be10-75858098c663" providerId="ADAL" clId="{DD587564-A78D-4561-8E64-C12CF1DF9BAA}" dt="2026-05-27T17:12:20.443" v="7080"/>
          <ac:spMkLst>
            <pc:docMk/>
            <pc:sldMk cId="337083105" sldId="354"/>
            <ac:spMk id="42" creationId="{DC3AFDD2-E874-4921-AA01-4C6137F2E9ED}"/>
          </ac:spMkLst>
        </pc:spChg>
        <pc:spChg chg="add mod">
          <ac:chgData name="Josué Silva de Morais" userId="f406c2cd-edfc-4057-be10-75858098c663" providerId="ADAL" clId="{DD587564-A78D-4561-8E64-C12CF1DF9BAA}" dt="2026-05-27T17:12:20.446" v="7088"/>
          <ac:spMkLst>
            <pc:docMk/>
            <pc:sldMk cId="337083105" sldId="354"/>
            <ac:spMk id="43" creationId="{F66C5967-D040-4FE4-92F2-747C827806F2}"/>
          </ac:spMkLst>
        </pc:spChg>
        <pc:spChg chg="add mod">
          <ac:chgData name="Josué Silva de Morais" userId="f406c2cd-edfc-4057-be10-75858098c663" providerId="ADAL" clId="{DD587564-A78D-4561-8E64-C12CF1DF9BAA}" dt="2026-05-27T17:12:20.450" v="7096"/>
          <ac:spMkLst>
            <pc:docMk/>
            <pc:sldMk cId="337083105" sldId="354"/>
            <ac:spMk id="44" creationId="{25B6E9C3-A977-4F66-A300-DED9BF07330A}"/>
          </ac:spMkLst>
        </pc:spChg>
        <pc:spChg chg="add mod">
          <ac:chgData name="Josué Silva de Morais" userId="f406c2cd-edfc-4057-be10-75858098c663" providerId="ADAL" clId="{DD587564-A78D-4561-8E64-C12CF1DF9BAA}" dt="2026-05-27T17:12:20.453" v="7104"/>
          <ac:spMkLst>
            <pc:docMk/>
            <pc:sldMk cId="337083105" sldId="354"/>
            <ac:spMk id="45" creationId="{769C393A-6AD1-49B8-8FD3-49EEF8945BC0}"/>
          </ac:spMkLst>
        </pc:spChg>
        <pc:spChg chg="add mod">
          <ac:chgData name="Josué Silva de Morais" userId="f406c2cd-edfc-4057-be10-75858098c663" providerId="ADAL" clId="{DD587564-A78D-4561-8E64-C12CF1DF9BAA}" dt="2026-05-27T17:12:20.457" v="7112"/>
          <ac:spMkLst>
            <pc:docMk/>
            <pc:sldMk cId="337083105" sldId="354"/>
            <ac:spMk id="46" creationId="{F9896050-1475-4E43-89A8-E57514E6D30A}"/>
          </ac:spMkLst>
        </pc:spChg>
        <pc:spChg chg="add mod">
          <ac:chgData name="Josué Silva de Morais" userId="f406c2cd-edfc-4057-be10-75858098c663" providerId="ADAL" clId="{DD587564-A78D-4561-8E64-C12CF1DF9BAA}" dt="2026-05-27T17:12:20.458" v="7115"/>
          <ac:spMkLst>
            <pc:docMk/>
            <pc:sldMk cId="337083105" sldId="354"/>
            <ac:spMk id="47" creationId="{B8F1A98C-0301-429B-BFBC-521519215F32}"/>
          </ac:spMkLst>
        </pc:spChg>
        <pc:spChg chg="add mod">
          <ac:chgData name="Josué Silva de Morais" userId="f406c2cd-edfc-4057-be10-75858098c663" providerId="ADAL" clId="{DD587564-A78D-4561-8E64-C12CF1DF9BAA}" dt="2026-05-27T17:12:20.462" v="7123"/>
          <ac:spMkLst>
            <pc:docMk/>
            <pc:sldMk cId="337083105" sldId="354"/>
            <ac:spMk id="48" creationId="{1A690384-80B1-4CFD-88CB-C74B8528D4A1}"/>
          </ac:spMkLst>
        </pc:spChg>
        <pc:spChg chg="add mod">
          <ac:chgData name="Josué Silva de Morais" userId="f406c2cd-edfc-4057-be10-75858098c663" providerId="ADAL" clId="{DD587564-A78D-4561-8E64-C12CF1DF9BAA}" dt="2026-05-27T17:12:20.465" v="7131"/>
          <ac:spMkLst>
            <pc:docMk/>
            <pc:sldMk cId="337083105" sldId="354"/>
            <ac:spMk id="49" creationId="{EAD8A7C6-F373-462C-AEF9-2F834F7AAE58}"/>
          </ac:spMkLst>
        </pc:spChg>
        <pc:spChg chg="add mod">
          <ac:chgData name="Josué Silva de Morais" userId="f406c2cd-edfc-4057-be10-75858098c663" providerId="ADAL" clId="{DD587564-A78D-4561-8E64-C12CF1DF9BAA}" dt="2026-05-27T17:12:20.469" v="7139"/>
          <ac:spMkLst>
            <pc:docMk/>
            <pc:sldMk cId="337083105" sldId="354"/>
            <ac:spMk id="50" creationId="{5E98823B-9D16-4C96-B966-00DD5542D8B6}"/>
          </ac:spMkLst>
        </pc:spChg>
        <pc:spChg chg="add mod">
          <ac:chgData name="Josué Silva de Morais" userId="f406c2cd-edfc-4057-be10-75858098c663" providerId="ADAL" clId="{DD587564-A78D-4561-8E64-C12CF1DF9BAA}" dt="2026-05-27T17:12:20.470" v="7142"/>
          <ac:spMkLst>
            <pc:docMk/>
            <pc:sldMk cId="337083105" sldId="354"/>
            <ac:spMk id="51" creationId="{C919ADE2-37E5-4D42-A583-391E3517759C}"/>
          </ac:spMkLst>
        </pc:spChg>
        <pc:spChg chg="add mod">
          <ac:chgData name="Josué Silva de Morais" userId="f406c2cd-edfc-4057-be10-75858098c663" providerId="ADAL" clId="{DD587564-A78D-4561-8E64-C12CF1DF9BAA}" dt="2026-05-27T17:12:20.474" v="7150"/>
          <ac:spMkLst>
            <pc:docMk/>
            <pc:sldMk cId="337083105" sldId="354"/>
            <ac:spMk id="52" creationId="{94DCE8DD-0DBB-4145-B381-14337DF18822}"/>
          </ac:spMkLst>
        </pc:spChg>
        <pc:spChg chg="add mod">
          <ac:chgData name="Josué Silva de Morais" userId="f406c2cd-edfc-4057-be10-75858098c663" providerId="ADAL" clId="{DD587564-A78D-4561-8E64-C12CF1DF9BAA}" dt="2026-05-27T17:12:20.477" v="7158"/>
          <ac:spMkLst>
            <pc:docMk/>
            <pc:sldMk cId="337083105" sldId="354"/>
            <ac:spMk id="53" creationId="{0AD28308-26CF-4CC4-B0A6-58BFE038A9A9}"/>
          </ac:spMkLst>
        </pc:spChg>
      </pc:sldChg>
      <pc:sldChg chg="new del ord">
        <pc:chgData name="Josué Silva de Morais" userId="f406c2cd-edfc-4057-be10-75858098c663" providerId="ADAL" clId="{DD587564-A78D-4561-8E64-C12CF1DF9BAA}" dt="2026-05-27T17:12:20.328" v="6865"/>
        <pc:sldMkLst>
          <pc:docMk/>
          <pc:sldMk cId="744874641" sldId="354"/>
        </pc:sldMkLst>
      </pc:sldChg>
      <pc:sldChg chg="modSp add mod ord">
        <pc:chgData name="Josué Silva de Morais" userId="f406c2cd-edfc-4057-be10-75858098c663" providerId="ADAL" clId="{DD587564-A78D-4561-8E64-C12CF1DF9BAA}" dt="2026-05-27T17:36:21.277" v="7335"/>
        <pc:sldMkLst>
          <pc:docMk/>
          <pc:sldMk cId="3429786294" sldId="361"/>
        </pc:sldMkLst>
        <pc:spChg chg="mod">
          <ac:chgData name="Josué Silva de Morais" userId="f406c2cd-edfc-4057-be10-75858098c663" providerId="ADAL" clId="{DD587564-A78D-4561-8E64-C12CF1DF9BAA}" dt="2026-05-27T17:32:34.143" v="7217" actId="207"/>
          <ac:spMkLst>
            <pc:docMk/>
            <pc:sldMk cId="3429786294" sldId="361"/>
            <ac:spMk id="2" creationId="{DFDC0418-7F4A-650F-8644-5CF0C67E0426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1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1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22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23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2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25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2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5-27T17:32:44.147" v="7218" actId="207"/>
          <ac:spMkLst>
            <pc:docMk/>
            <pc:sldMk cId="3429786294" sldId="361"/>
            <ac:spMk id="30" creationId="{00000000-0000-0000-0000-000000000000}"/>
          </ac:spMkLst>
        </pc:spChg>
      </pc:sldChg>
      <pc:sldChg chg="modSp add mod ord">
        <pc:chgData name="Josué Silva de Morais" userId="f406c2cd-edfc-4057-be10-75858098c663" providerId="ADAL" clId="{DD587564-A78D-4561-8E64-C12CF1DF9BAA}" dt="2026-05-27T17:36:21.277" v="7335"/>
        <pc:sldMkLst>
          <pc:docMk/>
          <pc:sldMk cId="3740894263" sldId="362"/>
        </pc:sldMkLst>
        <pc:spChg chg="mod">
          <ac:chgData name="Josué Silva de Morais" userId="f406c2cd-edfc-4057-be10-75858098c663" providerId="ADAL" clId="{DD587564-A78D-4561-8E64-C12CF1DF9BAA}" dt="2026-05-27T17:33:43.360" v="7230" actId="207"/>
          <ac:spMkLst>
            <pc:docMk/>
            <pc:sldMk cId="3740894263" sldId="362"/>
            <ac:spMk id="2" creationId="{83E0BAE5-8B32-6BFF-8E84-7BAFE98AB6CE}"/>
          </ac:spMkLst>
        </pc:spChg>
        <pc:spChg chg="mod">
          <ac:chgData name="Josué Silva de Morais" userId="f406c2cd-edfc-4057-be10-75858098c663" providerId="ADAL" clId="{DD587564-A78D-4561-8E64-C12CF1DF9BAA}" dt="2026-05-27T17:33:50.513" v="7231" actId="207"/>
          <ac:spMkLst>
            <pc:docMk/>
            <pc:sldMk cId="3740894263" sldId="362"/>
            <ac:spMk id="20" creationId="{00000000-0000-0000-0000-000000000000}"/>
          </ac:spMkLst>
        </pc:spChg>
      </pc:sldChg>
      <pc:sldChg chg="modSp add mod">
        <pc:chgData name="Josué Silva de Morais" userId="f406c2cd-edfc-4057-be10-75858098c663" providerId="ADAL" clId="{DD587564-A78D-4561-8E64-C12CF1DF9BAA}" dt="2026-05-27T17:40:03.518" v="7353" actId="108"/>
        <pc:sldMkLst>
          <pc:docMk/>
          <pc:sldMk cId="1953958161" sldId="368"/>
        </pc:sldMkLst>
        <pc:spChg chg="mod">
          <ac:chgData name="Josué Silva de Morais" userId="f406c2cd-edfc-4057-be10-75858098c663" providerId="ADAL" clId="{DD587564-A78D-4561-8E64-C12CF1DF9BAA}" dt="2026-05-27T17:40:03.518" v="7353" actId="108"/>
          <ac:spMkLst>
            <pc:docMk/>
            <pc:sldMk cId="1953958161" sldId="368"/>
            <ac:spMk id="3" creationId="{20B11B7D-3921-DF18-DF47-EB50D46704E5}"/>
          </ac:spMkLst>
        </pc:spChg>
      </pc:sldChg>
      <pc:sldChg chg="modSp add mod">
        <pc:chgData name="Josué Silva de Morais" userId="f406c2cd-edfc-4057-be10-75858098c663" providerId="ADAL" clId="{DD587564-A78D-4561-8E64-C12CF1DF9BAA}" dt="2026-05-27T17:38:49.301" v="7338" actId="207"/>
        <pc:sldMkLst>
          <pc:docMk/>
          <pc:sldMk cId="946909739" sldId="369"/>
        </pc:sldMkLst>
        <pc:spChg chg="mod">
          <ac:chgData name="Josué Silva de Morais" userId="f406c2cd-edfc-4057-be10-75858098c663" providerId="ADAL" clId="{DD587564-A78D-4561-8E64-C12CF1DF9BAA}" dt="2026-05-27T17:38:45.292" v="7337" actId="207"/>
          <ac:spMkLst>
            <pc:docMk/>
            <pc:sldMk cId="946909739" sldId="369"/>
            <ac:spMk id="2" creationId="{D6F0E904-ADA0-5274-A6BE-8AB5C22049EB}"/>
          </ac:spMkLst>
        </pc:spChg>
        <pc:spChg chg="mod">
          <ac:chgData name="Josué Silva de Morais" userId="f406c2cd-edfc-4057-be10-75858098c663" providerId="ADAL" clId="{DD587564-A78D-4561-8E64-C12CF1DF9BAA}" dt="2026-05-27T17:38:49.301" v="7338" actId="207"/>
          <ac:spMkLst>
            <pc:docMk/>
            <pc:sldMk cId="946909739" sldId="369"/>
            <ac:spMk id="3" creationId="{12DDC1C9-ADD1-78D1-0F13-F326D6F38412}"/>
          </ac:spMkLst>
        </pc:spChg>
      </pc:sldChg>
      <pc:sldChg chg="modSp add mod">
        <pc:chgData name="Josué Silva de Morais" userId="f406c2cd-edfc-4057-be10-75858098c663" providerId="ADAL" clId="{DD587564-A78D-4561-8E64-C12CF1DF9BAA}" dt="2026-05-27T17:39:11.823" v="7342" actId="207"/>
        <pc:sldMkLst>
          <pc:docMk/>
          <pc:sldMk cId="323851123" sldId="370"/>
        </pc:sldMkLst>
        <pc:spChg chg="mod">
          <ac:chgData name="Josué Silva de Morais" userId="f406c2cd-edfc-4057-be10-75858098c663" providerId="ADAL" clId="{DD587564-A78D-4561-8E64-C12CF1DF9BAA}" dt="2026-05-27T17:39:11.823" v="7342" actId="207"/>
          <ac:spMkLst>
            <pc:docMk/>
            <pc:sldMk cId="323851123" sldId="370"/>
            <ac:spMk id="2" creationId="{7F80A484-DE9B-9B3C-E305-EA50E60FF415}"/>
          </ac:spMkLst>
        </pc:spChg>
        <pc:spChg chg="mod">
          <ac:chgData name="Josué Silva de Morais" userId="f406c2cd-edfc-4057-be10-75858098c663" providerId="ADAL" clId="{DD587564-A78D-4561-8E64-C12CF1DF9BAA}" dt="2026-05-27T17:39:07.901" v="7341" actId="207"/>
          <ac:spMkLst>
            <pc:docMk/>
            <pc:sldMk cId="323851123" sldId="370"/>
            <ac:spMk id="3" creationId="{E2E84BD2-E7AE-09C6-0F1A-1387B5B6B114}"/>
          </ac:spMkLst>
        </pc:spChg>
      </pc:sldChg>
      <pc:sldChg chg="modSp add mod">
        <pc:chgData name="Josué Silva de Morais" userId="f406c2cd-edfc-4057-be10-75858098c663" providerId="ADAL" clId="{DD587564-A78D-4561-8E64-C12CF1DF9BAA}" dt="2026-05-27T17:39:23.373" v="7344" actId="207"/>
        <pc:sldMkLst>
          <pc:docMk/>
          <pc:sldMk cId="363635092" sldId="371"/>
        </pc:sldMkLst>
        <pc:spChg chg="mod">
          <ac:chgData name="Josué Silva de Morais" userId="f406c2cd-edfc-4057-be10-75858098c663" providerId="ADAL" clId="{DD587564-A78D-4561-8E64-C12CF1DF9BAA}" dt="2026-05-27T17:39:20.278" v="7343" actId="207"/>
          <ac:spMkLst>
            <pc:docMk/>
            <pc:sldMk cId="363635092" sldId="371"/>
            <ac:spMk id="2" creationId="{8C6C1425-A4E5-4C15-4D95-F9E733FB53AF}"/>
          </ac:spMkLst>
        </pc:spChg>
        <pc:spChg chg="mod">
          <ac:chgData name="Josué Silva de Morais" userId="f406c2cd-edfc-4057-be10-75858098c663" providerId="ADAL" clId="{DD587564-A78D-4561-8E64-C12CF1DF9BAA}" dt="2026-05-27T17:39:23.373" v="7344" actId="207"/>
          <ac:spMkLst>
            <pc:docMk/>
            <pc:sldMk cId="363635092" sldId="371"/>
            <ac:spMk id="3" creationId="{5B066363-5ED9-818E-024B-2DB12E85119B}"/>
          </ac:spMkLst>
        </pc:spChg>
      </pc:sldChg>
      <pc:sldChg chg="modSp add mod">
        <pc:chgData name="Josué Silva de Morais" userId="f406c2cd-edfc-4057-be10-75858098c663" providerId="ADAL" clId="{DD587564-A78D-4561-8E64-C12CF1DF9BAA}" dt="2026-05-27T17:39:33.493" v="7346" actId="207"/>
        <pc:sldMkLst>
          <pc:docMk/>
          <pc:sldMk cId="3218620340" sldId="372"/>
        </pc:sldMkLst>
        <pc:spChg chg="mod">
          <ac:chgData name="Josué Silva de Morais" userId="f406c2cd-edfc-4057-be10-75858098c663" providerId="ADAL" clId="{DD587564-A78D-4561-8E64-C12CF1DF9BAA}" dt="2026-05-27T17:39:28.286" v="7345" actId="207"/>
          <ac:spMkLst>
            <pc:docMk/>
            <pc:sldMk cId="3218620340" sldId="372"/>
            <ac:spMk id="2" creationId="{13C29778-CE2A-3C78-95E2-4B13EE19A9E4}"/>
          </ac:spMkLst>
        </pc:spChg>
        <pc:spChg chg="mod">
          <ac:chgData name="Josué Silva de Morais" userId="f406c2cd-edfc-4057-be10-75858098c663" providerId="ADAL" clId="{DD587564-A78D-4561-8E64-C12CF1DF9BAA}" dt="2026-05-27T17:39:33.493" v="7346" actId="207"/>
          <ac:spMkLst>
            <pc:docMk/>
            <pc:sldMk cId="3218620340" sldId="372"/>
            <ac:spMk id="3" creationId="{367FB873-C3F0-5E37-7081-0D0E436726C9}"/>
          </ac:spMkLst>
        </pc:spChg>
      </pc:sldChg>
      <pc:sldMasterChg chg="del delSldLayout">
        <pc:chgData name="Josué Silva de Morais" userId="f406c2cd-edfc-4057-be10-75858098c663" providerId="ADAL" clId="{DD587564-A78D-4561-8E64-C12CF1DF9BAA}" dt="2026-05-27T01:41:05.858" v="1"/>
        <pc:sldMasterMkLst>
          <pc:docMk/>
          <pc:sldMasterMk cId="478864503" sldId="2147483648"/>
        </pc:sldMasterMkLst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2233104988" sldId="2147483649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912116931" sldId="2147483650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1231182945" sldId="2147483651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1351268474" sldId="2147483652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3531287737" sldId="2147483653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3392291867" sldId="2147483654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624603567" sldId="2147483655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2006257866" sldId="2147483656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3960961610" sldId="2147483657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322061994" sldId="2147483658"/>
          </pc:sldLayoutMkLst>
        </pc:sldLayoutChg>
        <pc:sldLayoutChg chg="del">
          <pc:chgData name="Josué Silva de Morais" userId="f406c2cd-edfc-4057-be10-75858098c663" providerId="ADAL" clId="{DD587564-A78D-4561-8E64-C12CF1DF9BAA}" dt="2026-05-27T01:41:05.858" v="1"/>
          <pc:sldLayoutMkLst>
            <pc:docMk/>
            <pc:sldMasterMk cId="478864503" sldId="2147483648"/>
            <pc:sldLayoutMk cId="2618163571" sldId="2147483659"/>
          </pc:sldLayoutMkLst>
        </pc:sldLayoutChg>
      </pc:sldMasterChg>
      <pc:sldMasterChg chg="add addSldLayout delSldLayout modSldLayout">
        <pc:chgData name="Josué Silva de Morais" userId="f406c2cd-edfc-4057-be10-75858098c663" providerId="ADAL" clId="{DD587564-A78D-4561-8E64-C12CF1DF9BAA}" dt="2026-05-27T17:35:15.278" v="7241" actId="47"/>
        <pc:sldMasterMkLst>
          <pc:docMk/>
          <pc:sldMasterMk cId="478864503" sldId="2147483660"/>
        </pc:sldMasterMkLst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2233104988" sldId="2147483661"/>
          </pc:sldLayoutMkLst>
        </pc:sldLayoutChg>
        <pc:sldLayoutChg chg="add del mod">
          <pc:chgData name="Josué Silva de Morais" userId="f406c2cd-edfc-4057-be10-75858098c663" providerId="ADAL" clId="{DD587564-A78D-4561-8E64-C12CF1DF9BAA}" dt="2026-05-27T17:35:15.278" v="7241" actId="47"/>
          <pc:sldLayoutMkLst>
            <pc:docMk/>
            <pc:sldMasterMk cId="478864503" sldId="2147483660"/>
            <pc:sldLayoutMk cId="912116931" sldId="2147483662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1231182945" sldId="2147483663"/>
          </pc:sldLayoutMkLst>
        </pc:sldLayoutChg>
        <pc:sldLayoutChg chg="add del mod">
          <pc:chgData name="Josué Silva de Morais" userId="f406c2cd-edfc-4057-be10-75858098c663" providerId="ADAL" clId="{DD587564-A78D-4561-8E64-C12CF1DF9BAA}" dt="2026-05-27T17:34:31.279" v="7236" actId="47"/>
          <pc:sldLayoutMkLst>
            <pc:docMk/>
            <pc:sldMasterMk cId="478864503" sldId="2147483660"/>
            <pc:sldLayoutMk cId="1351268474" sldId="2147483664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3531287737" sldId="2147483665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3392291867" sldId="2147483666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624603567" sldId="2147483667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2006257866" sldId="2147483668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3960961610" sldId="2147483669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322061994" sldId="2147483670"/>
          </pc:sldLayoutMkLst>
        </pc:sldLayoutChg>
        <pc:sldLayoutChg chg="add mod">
          <pc:chgData name="Josué Silva de Morais" userId="f406c2cd-edfc-4057-be10-75858098c663" providerId="ADAL" clId="{DD587564-A78D-4561-8E64-C12CF1DF9BAA}" dt="2026-05-27T01:41:05.741" v="0"/>
          <pc:sldLayoutMkLst>
            <pc:docMk/>
            <pc:sldMasterMk cId="478864503" sldId="2147483660"/>
            <pc:sldLayoutMk cId="261816357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3EACA-118A-43A8-A414-221105C7AABC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C6514-9676-4AB9-BB8E-FC87CD5D3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627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Elevar o nível de sinal para que seja processado por sistemas digitais.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839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Utilizando circuitos de ponte, como a ponte de </a:t>
            </a:r>
            <a:r>
              <a:rPr lang="pt-BR" sz="1200" b="1" dirty="0" err="1">
                <a:solidFill>
                  <a:srgbClr val="1F5E40"/>
                </a:solidFill>
              </a:rPr>
              <a:t>Wheatstone</a:t>
            </a:r>
            <a:r>
              <a:rPr lang="pt-BR" sz="1200" b="1" dirty="0">
                <a:solidFill>
                  <a:srgbClr val="1F5E40"/>
                </a:solidFill>
              </a:rPr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4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Um filtro passa-baixa para eliminar ruídos de alta frequência.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271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a) Usando sensores idênticos em lados opostos da ponte, sujeitos às mesmas condições térmicas.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8330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a) Eles rejeitam ruídos de modo comum e amplificam sinais diferenciais com alta precisão.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34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b) Facilita a transmissão de sinais em longas distâncias.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585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a) Não possuem a capacidade de compensar grandezas de influência.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265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b) Fornecem uma relação linear entre a variação de impedância e a frequência de saída.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791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Alta impedância de entrada para preservar as características do sensor.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531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b) 5,00 V.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494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a) 0,10 V.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374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000"/>
              </a:lnSpc>
            </a:pPr>
            <a:r>
              <a:rPr lang="pt-BR" sz="1200" dirty="0">
                <a:solidFill>
                  <a:srgbClr val="0F1B2D"/>
                </a:solidFill>
                <a:latin typeface="Consolas"/>
              </a:rPr>
              <a:t>G = 1 + 2 · R₁ / </a:t>
            </a:r>
            <a:r>
              <a:rPr lang="pt-BR" sz="1200" dirty="0" err="1">
                <a:solidFill>
                  <a:srgbClr val="0F1B2D"/>
                </a:solidFill>
                <a:latin typeface="Consolas"/>
              </a:rPr>
              <a:t>Rg</a:t>
            </a:r>
            <a:r>
              <a:rPr lang="pt-BR" sz="1200" dirty="0">
                <a:solidFill>
                  <a:srgbClr val="0F1B2D"/>
                </a:solidFill>
                <a:latin typeface="Consolas"/>
              </a:rPr>
              <a:t> = 1 + 2 · 9000 / 2000 = 10</a:t>
            </a:r>
          </a:p>
          <a:p>
            <a:pPr>
              <a:lnSpc>
                <a:spcPts val="2000"/>
              </a:lnSpc>
              <a:spcBef>
                <a:spcPts val="150"/>
              </a:spcBef>
            </a:pPr>
            <a:r>
              <a:rPr lang="pt-BR" sz="1200" dirty="0" err="1">
                <a:solidFill>
                  <a:srgbClr val="0F1B2D"/>
                </a:solidFill>
                <a:latin typeface="Consolas"/>
              </a:rPr>
              <a:t>Vout</a:t>
            </a:r>
            <a:r>
              <a:rPr lang="pt-BR" sz="1200" dirty="0">
                <a:solidFill>
                  <a:srgbClr val="0F1B2D"/>
                </a:solidFill>
                <a:latin typeface="Consolas"/>
              </a:rPr>
              <a:t> = G · Vin = 10 · 0,002 = 0,02 V</a:t>
            </a:r>
          </a:p>
          <a:p>
            <a:pPr algn="l">
              <a:buNone/>
            </a:pPr>
            <a:r>
              <a:rPr lang="pt-BR" sz="1200" b="1" dirty="0">
                <a:solidFill>
                  <a:srgbClr val="1F5E40"/>
                </a:solidFill>
              </a:rPr>
              <a:t>RESPOSTA  a) 10 V/V; 0,02 V.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613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15,9 kHz.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783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0,02 V.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19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b) 1,0 %.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378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1F5E40"/>
                </a:solidFill>
              </a:rPr>
              <a:t>RESPOSTA  c) 90 </a:t>
            </a:r>
            <a:r>
              <a:rPr lang="pt-BR" sz="1200" b="1" dirty="0" err="1">
                <a:solidFill>
                  <a:srgbClr val="1F5E40"/>
                </a:solidFill>
              </a:rPr>
              <a:t>kΩ</a:t>
            </a:r>
            <a:r>
              <a:rPr lang="pt-BR" sz="1200" b="1" dirty="0">
                <a:solidFill>
                  <a:srgbClr val="1F5E40"/>
                </a:solidFill>
              </a:rPr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C6514-9676-4AB9-BB8E-FC87CD5D3CE2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258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C56F3-9C96-8BAC-1591-42431ED62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84A665-277E-C404-6CC9-44D171C8E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997DAD-52B5-7CD2-C705-4076408C5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B4E00B-3426-CD75-7DA3-FD9D4EBA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3CE759-CBE5-EB4C-5839-D3953774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10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6DA9-BE52-F288-B901-315CE7BA7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361E7F-AE46-D1AA-6D75-02F87AA6D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154EB8-6FD9-8EEF-ABE6-B30AF6ED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95AA62-91A3-9082-2036-0F55967A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074FFB-E539-E2F3-0BE3-4900559E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18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B7E75-46AE-AF7D-F3B1-4E07D35D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604F0D-6EF0-8027-0D0B-B9F8EB0FE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1B3FB0-C2C4-6B8F-9720-E38A0DB4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6939B7-077D-E938-60AC-549AD4DBB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A480D6-1150-A402-89EF-2D2647E43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692A97-7FB9-AACD-BE98-3C6B2F67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7539A65-3A70-7E07-4958-1E672F2E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8D6370-6807-897F-4F84-A91A6556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28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9B8BD-AF32-E81A-1EB3-FD6253A0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3AF502-80DB-724F-C75F-38A61464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262660-67C6-7EFB-CBA5-1D96604B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082883-72A8-0F98-D1FA-7F4BEA73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29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9AA414-2D81-5B4F-0157-2A33C7AC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943FF6-847D-9BB9-96B3-77DFCB20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ADF6AA-8547-2F0A-DC9E-82B23C3C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60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21E99-E226-16D4-67D2-E671445D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27F234-44F6-242F-75E2-DEAEBD389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CFDAB5-4648-79EE-133F-EFD6A8419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6E96FD-F992-4D27-0A22-45E1860F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987900-CD19-630B-58CD-0FDBEA3D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1B2515-6567-39B1-0FEF-D6361A12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25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F3C6-80CF-B38D-974B-88ECFC823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00FBD2-722D-D0E6-6FCD-FACC9113B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84DA97-D7D1-A91B-AE43-86CAC5EDE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B2DC6-41FC-5C5F-53DD-0ACFFDAC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D481CA-959D-FD31-8CDA-064374EE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5B2B09-6287-1598-5CBA-26FFF31C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96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5C0A3-C5D8-19F4-7F30-35E3A05F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57381A-E531-9DA0-B7E0-9BAF63686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994B80-4AAE-D8FA-3079-CBC718AC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488311-C006-A6D0-4D6E-CE92683F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BFB2F-FD20-5F78-F122-C857B87D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6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D4B6BF-1B10-9157-31B2-FE5D2D394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ACF7D9-C489-B92C-D5A7-75723F820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C487E2-E56D-226D-FE0C-9CFAD09E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BC8714-520F-8B6E-8581-A60779400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05AC8B-83B2-7DBB-A06A-C1F8B1BD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16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34950-1574-D685-7A58-CDED5C38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6F32B5-D11F-393A-2E21-0FE046BDB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B8288-4B87-996B-D3E6-AC3DC32B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5C2A5-7573-4414-B3F2-38F25C3465BC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F0239-A780-D91E-BDBA-531F7F96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6BB67-C592-0468-72CC-F2D96EE2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69C7-C9D3-44A2-B723-148C56E4EB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95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2209C63-AEAC-F3BB-29F3-BDD6391F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C06EC-7E5D-D5AE-E371-DEBFC36F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31EDA5-D304-3460-0525-74EE1DB9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45A01-9C0F-477A-A4B7-04C2FB811560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2719F4-492B-570C-E037-9DE844577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B03238-B3CE-D4EC-3C5F-DBBF97270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BAD97-4FC1-45A4-BFA9-BEC8046A7E41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LeftAccent"/>
          <p:cNvSpPr>
            <a:spLocks noGrp="1"/>
          </p:cNvSpPr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rtlCol="0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86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3A5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F1B2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C280A-BEA3-B4AE-8074-91D3B99F0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107561" cy="2387600"/>
          </a:xfrm>
        </p:spPr>
        <p:txBody>
          <a:bodyPr/>
          <a:lstStyle/>
          <a:p>
            <a:pPr algn="l">
              <a:buNone/>
            </a:pPr>
            <a:r>
              <a:rPr lang="pt-BR" sz="5400" b="1" dirty="0">
                <a:solidFill>
                  <a:srgbClr val="1B3A5C"/>
                </a:solidFill>
              </a:rPr>
              <a:t>Condicionadores de Sinais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CBFDE7-F587-41C9-911A-16F9F5BAB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dirty="0">
                <a:solidFill>
                  <a:srgbClr val="2E7DAF"/>
                </a:solidFill>
              </a:rPr>
              <a:t>Exercícios </a:t>
            </a:r>
          </a:p>
          <a:p>
            <a:pPr algn="l">
              <a:buNone/>
            </a:pPr>
            <a:r>
              <a:rPr lang="pt-BR" sz="2000" dirty="0">
                <a:solidFill>
                  <a:srgbClr val="6B7F99"/>
                </a:solidFill>
              </a:rPr>
              <a:t>conceitos e cálculos</a:t>
            </a:r>
          </a:p>
        </p:txBody>
      </p:sp>
      <p:sp>
        <p:nvSpPr>
          <p:cNvPr id="50" name="Underline"/>
          <p:cNvSpPr/>
          <p:nvPr/>
        </p:nvSpPr>
        <p:spPr>
          <a:xfrm>
            <a:off x="1524000" y="3429000"/>
            <a:ext cx="1016000" cy="508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64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09880" y="14732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0,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"&lt;p&gt;Na década de 1950, a automação industrial passou a exigir medições de precisão para variáveis como temperatura e pressão. Sensores dessas grandezas geram sinais elétricos que precisam ser condicionados para serem processados. Qual a principal função de um amplificador operacional no condicionamento de sinais?&lt;/p&gt;",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"&lt;p&gt;Elevar o nível de sinal para que seja processado por sistemas digitais.&lt;/p&gt;",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"&lt;p&gt;Eliminar ruídos de alta frequência em sensores industriais.&lt;/p&gt;",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"&lt;p&gt;Reduzir a amplitude do sinal para evitar saturação.&lt;/p&gt;",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"&lt;p&gt;Elevar o nível de sinal para que seja processado por sistemas digitais.&lt;/p&gt;",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"&lt;p&gt;Armazenar energia do sensor para medições posteriores.&lt;/p&gt;",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"&lt;p&gt;Garantir que o sensor opere com alta impedância de entrada.&lt;/p&gt;",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973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E9AEAE5-AF36-490D-8EDF-78B521D04F03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F93EE3-003D-4253-846D-1B34EFA0AE18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88C6A2-1FC8-40D4-B852-D66DF597958B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Função do Amplificador Operacional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37DBEB-E16D-45B6-AC75-A6B26275CDB2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Eleva o nível do sinal para que possa ser processado digitalmente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36D23A-190C-48B1-BAEF-D4B9F2B33DEA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85C0174-0644-4FAD-B151-3BE910DEE63D}"/>
              </a:ext>
            </a:extLst>
          </p:cNvPr>
          <p:cNvSpPr/>
          <p:nvPr/>
        </p:nvSpPr>
        <p:spPr>
          <a:xfrm>
            <a:off x="762000" y="1905000"/>
            <a:ext cx="2095500" cy="1143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F0063F-8288-4DFF-8BBB-AFC0F4B61305}"/>
              </a:ext>
            </a:extLst>
          </p:cNvPr>
          <p:cNvSpPr txBox="1"/>
          <p:nvPr/>
        </p:nvSpPr>
        <p:spPr>
          <a:xfrm>
            <a:off x="762000" y="1981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SENSOR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5E71CC-D7B1-4A12-AF46-DA3E90960202}"/>
              </a:ext>
            </a:extLst>
          </p:cNvPr>
          <p:cNvSpPr txBox="1"/>
          <p:nvPr/>
        </p:nvSpPr>
        <p:spPr>
          <a:xfrm>
            <a:off x="762000" y="2362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C04848"/>
                </a:solidFill>
              </a:rPr>
              <a:t>mV (baixo)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E0CD663-0A8B-45B2-A2D0-296D97C3659D}"/>
              </a:ext>
            </a:extLst>
          </p:cNvPr>
          <p:cNvSpPr txBox="1"/>
          <p:nvPr/>
        </p:nvSpPr>
        <p:spPr>
          <a:xfrm>
            <a:off x="762000" y="26924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6B7F99"/>
                </a:solidFill>
              </a:rPr>
              <a:t>Temperatura, pressão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85AB2E6-4C23-4663-8AF9-2DBB9639D609}"/>
              </a:ext>
            </a:extLst>
          </p:cNvPr>
          <p:cNvSpPr/>
          <p:nvPr/>
        </p:nvSpPr>
        <p:spPr>
          <a:xfrm>
            <a:off x="2908300" y="2324100"/>
            <a:ext cx="279400" cy="304800"/>
          </a:xfrm>
          <a:prstGeom prst="rightArrow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FC86E28-3D26-4296-B647-435E39A6A78F}"/>
              </a:ext>
            </a:extLst>
          </p:cNvPr>
          <p:cNvSpPr/>
          <p:nvPr/>
        </p:nvSpPr>
        <p:spPr>
          <a:xfrm>
            <a:off x="3238500" y="1905000"/>
            <a:ext cx="2095500" cy="1143000"/>
          </a:xfrm>
          <a:prstGeom prst="round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4CAD3B3-49F7-49D2-AAA3-5D39382AE349}"/>
              </a:ext>
            </a:extLst>
          </p:cNvPr>
          <p:cNvSpPr txBox="1"/>
          <p:nvPr/>
        </p:nvSpPr>
        <p:spPr>
          <a:xfrm>
            <a:off x="3238500" y="1981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AMP. OP.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60F1143-708F-49A1-B223-FB4B71AD7C06}"/>
              </a:ext>
            </a:extLst>
          </p:cNvPr>
          <p:cNvSpPr txBox="1"/>
          <p:nvPr/>
        </p:nvSpPr>
        <p:spPr>
          <a:xfrm>
            <a:off x="3238500" y="2362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 dirty="0">
                <a:solidFill>
                  <a:srgbClr val="E89B2E"/>
                </a:solidFill>
              </a:rPr>
              <a:t>Ganho ×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5F48B1E-1A22-4978-904A-F5C2B2008CA6}"/>
              </a:ext>
            </a:extLst>
          </p:cNvPr>
          <p:cNvSpPr txBox="1"/>
          <p:nvPr/>
        </p:nvSpPr>
        <p:spPr>
          <a:xfrm>
            <a:off x="3238500" y="26924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 dirty="0">
                <a:solidFill>
                  <a:srgbClr val="E8EEF5"/>
                </a:solidFill>
              </a:rPr>
              <a:t>Amplifica o sinal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6C36F8BF-A3E9-4BBD-97DD-8EF6E711C0A2}"/>
              </a:ext>
            </a:extLst>
          </p:cNvPr>
          <p:cNvSpPr/>
          <p:nvPr/>
        </p:nvSpPr>
        <p:spPr>
          <a:xfrm>
            <a:off x="5384800" y="2324100"/>
            <a:ext cx="279400" cy="304800"/>
          </a:xfrm>
          <a:prstGeom prst="rightArrow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5C927FA-C278-4627-9D3F-005613381531}"/>
              </a:ext>
            </a:extLst>
          </p:cNvPr>
          <p:cNvSpPr/>
          <p:nvPr/>
        </p:nvSpPr>
        <p:spPr>
          <a:xfrm>
            <a:off x="5715000" y="1905000"/>
            <a:ext cx="2095500" cy="1143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A766232-4924-4F40-9C24-758DF967409F}"/>
              </a:ext>
            </a:extLst>
          </p:cNvPr>
          <p:cNvSpPr txBox="1"/>
          <p:nvPr/>
        </p:nvSpPr>
        <p:spPr>
          <a:xfrm>
            <a:off x="5715000" y="1981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SAÍDA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34779F-1FBF-4DF8-9FE6-8EDD278585D1}"/>
              </a:ext>
            </a:extLst>
          </p:cNvPr>
          <p:cNvSpPr txBox="1"/>
          <p:nvPr/>
        </p:nvSpPr>
        <p:spPr>
          <a:xfrm>
            <a:off x="5715000" y="2362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V (compatível)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7586B1F-6F20-4381-8F79-2BC2CD922F12}"/>
              </a:ext>
            </a:extLst>
          </p:cNvPr>
          <p:cNvSpPr txBox="1"/>
          <p:nvPr/>
        </p:nvSpPr>
        <p:spPr>
          <a:xfrm>
            <a:off x="5715000" y="26924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6B7F99"/>
                </a:solidFill>
              </a:rPr>
              <a:t>Nível adequado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E1FE8724-3AF4-4BE8-A687-E8B042325103}"/>
              </a:ext>
            </a:extLst>
          </p:cNvPr>
          <p:cNvSpPr/>
          <p:nvPr/>
        </p:nvSpPr>
        <p:spPr>
          <a:xfrm>
            <a:off x="7861300" y="2324100"/>
            <a:ext cx="279400" cy="304800"/>
          </a:xfrm>
          <a:prstGeom prst="rightArrow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7E4C153-6AA6-4452-A3A7-CFABC7EB7699}"/>
              </a:ext>
            </a:extLst>
          </p:cNvPr>
          <p:cNvSpPr/>
          <p:nvPr/>
        </p:nvSpPr>
        <p:spPr>
          <a:xfrm>
            <a:off x="8191500" y="1905000"/>
            <a:ext cx="2095500" cy="1143000"/>
          </a:xfrm>
          <a:prstGeom prst="round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7FBD8E2-74FC-43D9-BA71-D8B519BC4BDF}"/>
              </a:ext>
            </a:extLst>
          </p:cNvPr>
          <p:cNvSpPr txBox="1"/>
          <p:nvPr/>
        </p:nvSpPr>
        <p:spPr>
          <a:xfrm>
            <a:off x="8191500" y="1981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ADC / MCU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F2ECBF0-0E6E-4B6C-A68E-FBB359D4BE71}"/>
              </a:ext>
            </a:extLst>
          </p:cNvPr>
          <p:cNvSpPr txBox="1"/>
          <p:nvPr/>
        </p:nvSpPr>
        <p:spPr>
          <a:xfrm>
            <a:off x="8191500" y="2362200"/>
            <a:ext cx="2095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Digital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AD5E589-F6C2-4A06-8024-C71221A1BDB5}"/>
              </a:ext>
            </a:extLst>
          </p:cNvPr>
          <p:cNvSpPr txBox="1"/>
          <p:nvPr/>
        </p:nvSpPr>
        <p:spPr>
          <a:xfrm>
            <a:off x="8191500" y="2692400"/>
            <a:ext cx="2095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8EEF5"/>
                </a:solidFill>
              </a:rPr>
              <a:t>Processa o dado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0881B02-7F33-4BBF-95A6-B95A57296AA4}"/>
              </a:ext>
            </a:extLst>
          </p:cNvPr>
          <p:cNvSpPr txBox="1"/>
          <p:nvPr/>
        </p:nvSpPr>
        <p:spPr>
          <a:xfrm>
            <a:off x="762000" y="3556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Amplitude do sinal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CF82E01-07E4-43D4-9E31-65256E7B81F7}"/>
              </a:ext>
            </a:extLst>
          </p:cNvPr>
          <p:cNvSpPr/>
          <p:nvPr/>
        </p:nvSpPr>
        <p:spPr>
          <a:xfrm>
            <a:off x="762000" y="4699000"/>
            <a:ext cx="5080000" cy="254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4A7B677-4ACC-4A4D-A89C-F2702DAC91AC}"/>
              </a:ext>
            </a:extLst>
          </p:cNvPr>
          <p:cNvSpPr txBox="1"/>
          <p:nvPr/>
        </p:nvSpPr>
        <p:spPr>
          <a:xfrm>
            <a:off x="762000" y="40386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C04848"/>
                </a:solidFill>
              </a:rPr>
              <a:t>Antes (sensor)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1D19837-4BD7-4AEB-A500-E911963C829F}"/>
              </a:ext>
            </a:extLst>
          </p:cNvPr>
          <p:cNvSpPr/>
          <p:nvPr/>
        </p:nvSpPr>
        <p:spPr>
          <a:xfrm>
            <a:off x="762000" y="4445000"/>
            <a:ext cx="2286000" cy="2794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F41BEBB-5EDC-4E64-93DA-1197972166D4}"/>
              </a:ext>
            </a:extLst>
          </p:cNvPr>
          <p:cNvSpPr txBox="1"/>
          <p:nvPr/>
        </p:nvSpPr>
        <p:spPr>
          <a:xfrm>
            <a:off x="3556000" y="40386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C8C5F"/>
                </a:solidFill>
              </a:rPr>
              <a:t>Depois (AmpOp)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4826A21-2B1E-4910-BA9C-9C93E0A64960}"/>
              </a:ext>
            </a:extLst>
          </p:cNvPr>
          <p:cNvSpPr/>
          <p:nvPr/>
        </p:nvSpPr>
        <p:spPr>
          <a:xfrm>
            <a:off x="3556000" y="4343400"/>
            <a:ext cx="2286000" cy="4826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2C5ECF0-75D1-43D9-B593-A12EC222A98A}"/>
              </a:ext>
            </a:extLst>
          </p:cNvPr>
          <p:cNvSpPr/>
          <p:nvPr/>
        </p:nvSpPr>
        <p:spPr>
          <a:xfrm>
            <a:off x="6350000" y="3556000"/>
            <a:ext cx="5080000" cy="16510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4E01075-49A0-40D3-9076-CDE69F72B274}"/>
              </a:ext>
            </a:extLst>
          </p:cNvPr>
          <p:cNvSpPr txBox="1"/>
          <p:nvPr/>
        </p:nvSpPr>
        <p:spPr>
          <a:xfrm>
            <a:off x="6527800" y="3657600"/>
            <a:ext cx="4724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Por que não as outras?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C3C9BA0-E0E5-4FCE-994C-B44CB416639D}"/>
              </a:ext>
            </a:extLst>
          </p:cNvPr>
          <p:cNvSpPr txBox="1"/>
          <p:nvPr/>
        </p:nvSpPr>
        <p:spPr>
          <a:xfrm>
            <a:off x="6527800" y="39878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0F1B2D"/>
                </a:solidFill>
              </a:rPr>
              <a:t>(a) Ruído é função de filtros, não do AmpOp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89A85D9-97BF-4B47-AF65-9ED0DE696C4C}"/>
              </a:ext>
            </a:extLst>
          </p:cNvPr>
          <p:cNvSpPr txBox="1"/>
          <p:nvPr/>
        </p:nvSpPr>
        <p:spPr>
          <a:xfrm>
            <a:off x="6527800" y="42672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0F1B2D"/>
                </a:solidFill>
              </a:rPr>
              <a:t>(b) Reduzir amplitude vai contra o objetivo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DC014B8-A281-4A6C-948B-63E429D253A0}"/>
              </a:ext>
            </a:extLst>
          </p:cNvPr>
          <p:cNvSpPr txBox="1"/>
          <p:nvPr/>
        </p:nvSpPr>
        <p:spPr>
          <a:xfrm>
            <a:off x="6527800" y="45466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0F1B2D"/>
                </a:solidFill>
              </a:rPr>
              <a:t>(d) AmpOp não armazena energia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346F5F1-6431-4B33-A299-EB269C709D91}"/>
              </a:ext>
            </a:extLst>
          </p:cNvPr>
          <p:cNvSpPr txBox="1"/>
          <p:nvPr/>
        </p:nvSpPr>
        <p:spPr>
          <a:xfrm>
            <a:off x="6527800" y="48260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0F1B2D"/>
                </a:solidFill>
              </a:rPr>
              <a:t>(e) Alta Z é característica, não a função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4545AC1-9914-48A8-97CC-B7A2DCB566FB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6B3B0C7-7F94-4ACF-AA20-5BCE146B7622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3A4D2798-5481-4185-B1B1-81A00D771182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Elevar o nível de sinal para que seja processado por sistemas digitais</a:t>
            </a:r>
          </a:p>
        </p:txBody>
      </p:sp>
    </p:spTree>
    <p:extLst>
      <p:ext uri="{BB962C8B-B14F-4D97-AF65-F5344CB8AC3E}">
        <p14:creationId xmlns:p14="http://schemas.microsoft.com/office/powerpoint/2010/main" val="69213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2,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"&lt;p&gt;Os sensores resistivos, como extensômetros, apresentam uma relação não linear entre a grandeza medida e a resistência gerada, o que dificulta a leitura direta do sinal. Como a linearização é geralmente realizada em circuitos de condicionamento de sinais?&lt;/p&gt;",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"q_slide:2_answer",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"seq-2",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"&lt;p&gt;Utilizando circuitos de ponte, como a ponte de Wheatstone.&lt;/p&gt;",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"&lt;p&gt;Usando filtros passa-baixa para remover componentes não lineares.&lt;/p&gt;",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"&lt;p&gt;Aplicando amplificação diferencial com resistores de realimentação ajustáveis.&lt;/p&gt;",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"&lt;p&gt;Utilizando circuitos de ponte, como a ponte de Wheatstone.&lt;/p&gt;",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"&lt;p&gt;Substituindo o sensor resistivo por sensores capacitivos lineares.&lt;/p&gt;",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"&lt;p&gt;Eliminando a não linearidade com amplificadores inversores.&lt;/p&gt;",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678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D0F1532-5817-42A5-80A5-FD5827DD6DB3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98F1A0-F951-401A-85C6-9C32E785A8CF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A579AE-2615-4474-B702-F2FF43525AC1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Ponte de Wheatstone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762821-9BFA-4374-8F84-8385D9C9B59A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Linearizando sensores resistivos (extensômetros, PT100)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B592360-822A-4D5A-931F-5616D4DACE9C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F8D4E98-103D-4425-A311-2C6E7A40DBA5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A3E3FC2-3CF5-4720-A494-262BE5857299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AE8763A-2887-498D-8681-7583A7FBE429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Utilizando circuitos de ponte, como a ponte de Wheatstone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4DEDED1C-2596-4C8D-8CAE-0563177539D8}"/>
              </a:ext>
            </a:extLst>
          </p:cNvPr>
          <p:cNvSpPr/>
          <p:nvPr/>
        </p:nvSpPr>
        <p:spPr>
          <a:xfrm>
            <a:off x="2133600" y="1651000"/>
            <a:ext cx="50800" cy="3175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EAC8419B-A1C9-45E0-BD1F-274978EF4F87}"/>
              </a:ext>
            </a:extLst>
          </p:cNvPr>
          <p:cNvSpPr/>
          <p:nvPr/>
        </p:nvSpPr>
        <p:spPr>
          <a:xfrm>
            <a:off x="4673600" y="1651000"/>
            <a:ext cx="50800" cy="3175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E6693668-80B7-49E5-80AE-D08FF26AD0BE}"/>
              </a:ext>
            </a:extLst>
          </p:cNvPr>
          <p:cNvSpPr/>
          <p:nvPr/>
        </p:nvSpPr>
        <p:spPr>
          <a:xfrm>
            <a:off x="2133600" y="1651000"/>
            <a:ext cx="2590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AAF412A-F1DC-406E-A561-94D8EFAD4F03}"/>
              </a:ext>
            </a:extLst>
          </p:cNvPr>
          <p:cNvSpPr/>
          <p:nvPr/>
        </p:nvSpPr>
        <p:spPr>
          <a:xfrm>
            <a:off x="2133600" y="4826000"/>
            <a:ext cx="2590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2CFB620-59CC-4095-BA1C-1D678FB225FE}"/>
              </a:ext>
            </a:extLst>
          </p:cNvPr>
          <p:cNvSpPr/>
          <p:nvPr/>
        </p:nvSpPr>
        <p:spPr>
          <a:xfrm>
            <a:off x="1930400" y="2032000"/>
            <a:ext cx="4572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E14932B-9933-4F8E-81F4-4DE88294A1A7}"/>
              </a:ext>
            </a:extLst>
          </p:cNvPr>
          <p:cNvSpPr txBox="1"/>
          <p:nvPr/>
        </p:nvSpPr>
        <p:spPr>
          <a:xfrm>
            <a:off x="1409700" y="2149168"/>
            <a:ext cx="444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R₁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7C0B811-9F62-47E6-B261-0401300E75C4}"/>
              </a:ext>
            </a:extLst>
          </p:cNvPr>
          <p:cNvSpPr/>
          <p:nvPr/>
        </p:nvSpPr>
        <p:spPr>
          <a:xfrm>
            <a:off x="4470400" y="2032000"/>
            <a:ext cx="4572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A87191B-6332-43D2-974A-C95554F26593}"/>
              </a:ext>
            </a:extLst>
          </p:cNvPr>
          <p:cNvSpPr txBox="1"/>
          <p:nvPr/>
        </p:nvSpPr>
        <p:spPr>
          <a:xfrm>
            <a:off x="5080000" y="2133600"/>
            <a:ext cx="889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R₂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BA592A04-9153-41E0-AE9F-7B6A8792DF5E}"/>
              </a:ext>
            </a:extLst>
          </p:cNvPr>
          <p:cNvSpPr/>
          <p:nvPr/>
        </p:nvSpPr>
        <p:spPr>
          <a:xfrm>
            <a:off x="1930400" y="3556000"/>
            <a:ext cx="4572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982A746-DFC6-4D61-9D2A-0831B41FB5C5}"/>
              </a:ext>
            </a:extLst>
          </p:cNvPr>
          <p:cNvSpPr txBox="1"/>
          <p:nvPr/>
        </p:nvSpPr>
        <p:spPr>
          <a:xfrm>
            <a:off x="1409700" y="3673168"/>
            <a:ext cx="444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R₃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2F0A3CB-9F5F-4A8F-8F69-E388BD828A3F}"/>
              </a:ext>
            </a:extLst>
          </p:cNvPr>
          <p:cNvSpPr/>
          <p:nvPr/>
        </p:nvSpPr>
        <p:spPr>
          <a:xfrm>
            <a:off x="4470400" y="3556000"/>
            <a:ext cx="457200" cy="7620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C5C1262-B42F-4882-8308-BB78165E81F7}"/>
              </a:ext>
            </a:extLst>
          </p:cNvPr>
          <p:cNvSpPr txBox="1"/>
          <p:nvPr/>
        </p:nvSpPr>
        <p:spPr>
          <a:xfrm>
            <a:off x="5080000" y="3657600"/>
            <a:ext cx="1143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Rₓ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E7036D9-B40D-46D3-9122-C7A68CA7D88A}"/>
              </a:ext>
            </a:extLst>
          </p:cNvPr>
          <p:cNvSpPr txBox="1"/>
          <p:nvPr/>
        </p:nvSpPr>
        <p:spPr>
          <a:xfrm>
            <a:off x="5080000" y="4013200"/>
            <a:ext cx="1143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89B2E"/>
                </a:solidFill>
              </a:rPr>
              <a:t>sensor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FA4025C-E9A7-477D-86C1-7526D79BD253}"/>
              </a:ext>
            </a:extLst>
          </p:cNvPr>
          <p:cNvSpPr txBox="1"/>
          <p:nvPr/>
        </p:nvSpPr>
        <p:spPr>
          <a:xfrm>
            <a:off x="3200400" y="1289050"/>
            <a:ext cx="5461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 dirty="0">
                <a:solidFill>
                  <a:srgbClr val="1B3A5C"/>
                </a:solidFill>
              </a:rPr>
              <a:t>Vin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A11FF2B-14A0-4AAE-AEA7-D6BCFF0BB4F4}"/>
              </a:ext>
            </a:extLst>
          </p:cNvPr>
          <p:cNvSpPr txBox="1"/>
          <p:nvPr/>
        </p:nvSpPr>
        <p:spPr>
          <a:xfrm>
            <a:off x="3111500" y="4940300"/>
            <a:ext cx="63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 dirty="0">
                <a:solidFill>
                  <a:srgbClr val="0F1B2D"/>
                </a:solidFill>
              </a:rPr>
              <a:t>GND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4F6A3D5-E4DA-4551-B3F2-0AE251E6E9A9}"/>
              </a:ext>
            </a:extLst>
          </p:cNvPr>
          <p:cNvSpPr/>
          <p:nvPr/>
        </p:nvSpPr>
        <p:spPr>
          <a:xfrm>
            <a:off x="2057400" y="3098800"/>
            <a:ext cx="203200" cy="203200"/>
          </a:xfrm>
          <a:prstGeom prst="ellipse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351A1D7-A8AE-4D36-87BF-4D7DB3CA5602}"/>
              </a:ext>
            </a:extLst>
          </p:cNvPr>
          <p:cNvSpPr/>
          <p:nvPr/>
        </p:nvSpPr>
        <p:spPr>
          <a:xfrm>
            <a:off x="4597400" y="3098800"/>
            <a:ext cx="203200" cy="203200"/>
          </a:xfrm>
          <a:prstGeom prst="ellipse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60A83712-C8F2-4E32-BE6D-84C78D4D774E}"/>
              </a:ext>
            </a:extLst>
          </p:cNvPr>
          <p:cNvSpPr/>
          <p:nvPr/>
        </p:nvSpPr>
        <p:spPr>
          <a:xfrm>
            <a:off x="2209800" y="3175000"/>
            <a:ext cx="2438400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E108C30-88BA-437A-A8FA-701AE0C8A04E}"/>
              </a:ext>
            </a:extLst>
          </p:cNvPr>
          <p:cNvSpPr txBox="1"/>
          <p:nvPr/>
        </p:nvSpPr>
        <p:spPr>
          <a:xfrm>
            <a:off x="3175000" y="2762250"/>
            <a:ext cx="748071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 dirty="0" err="1">
                <a:solidFill>
                  <a:srgbClr val="2C8C5F"/>
                </a:solidFill>
              </a:rPr>
              <a:t>Vout</a:t>
            </a:r>
            <a:endParaRPr lang="pt-BR" sz="2000" b="1" dirty="0">
              <a:solidFill>
                <a:srgbClr val="2C8C5F"/>
              </a:solidFill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9173EAE-E429-4017-8A5A-B44016A437FA}"/>
              </a:ext>
            </a:extLst>
          </p:cNvPr>
          <p:cNvSpPr txBox="1"/>
          <p:nvPr/>
        </p:nvSpPr>
        <p:spPr>
          <a:xfrm>
            <a:off x="5715000" y="1651000"/>
            <a:ext cx="609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Equação de equilíbrio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9A1901E1-52FA-4A13-B1C6-E8D38CB3342C}"/>
              </a:ext>
            </a:extLst>
          </p:cNvPr>
          <p:cNvSpPr/>
          <p:nvPr/>
        </p:nvSpPr>
        <p:spPr>
          <a:xfrm>
            <a:off x="5715000" y="2095500"/>
            <a:ext cx="6096000" cy="889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A2AC715-0877-4370-B6C0-FC44DA61B02E}"/>
              </a:ext>
            </a:extLst>
          </p:cNvPr>
          <p:cNvSpPr txBox="1"/>
          <p:nvPr/>
        </p:nvSpPr>
        <p:spPr>
          <a:xfrm>
            <a:off x="5969000" y="2133600"/>
            <a:ext cx="55880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3000" b="1">
                <a:solidFill>
                  <a:srgbClr val="1B3A5C"/>
                </a:solidFill>
              </a:rPr>
              <a:t>R₁ / R₂  =  R₃ / Rₓ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41306CF-01D7-4C52-AB4A-B48345B7F351}"/>
              </a:ext>
            </a:extLst>
          </p:cNvPr>
          <p:cNvSpPr txBox="1"/>
          <p:nvPr/>
        </p:nvSpPr>
        <p:spPr>
          <a:xfrm>
            <a:off x="5715000" y="3111500"/>
            <a:ext cx="609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Como funciona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C13879E8-B670-45C1-B488-B6C877EFE1E1}"/>
              </a:ext>
            </a:extLst>
          </p:cNvPr>
          <p:cNvSpPr/>
          <p:nvPr/>
        </p:nvSpPr>
        <p:spPr>
          <a:xfrm>
            <a:off x="5842000" y="35814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E133376E-E6FF-49CE-A6FA-68391F918AD9}"/>
              </a:ext>
            </a:extLst>
          </p:cNvPr>
          <p:cNvSpPr txBox="1"/>
          <p:nvPr/>
        </p:nvSpPr>
        <p:spPr>
          <a:xfrm>
            <a:off x="6019800" y="34925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Quando Rₓ varia, a ponte desequilibra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303E77E-798B-45A2-A648-8FC3967E3160}"/>
              </a:ext>
            </a:extLst>
          </p:cNvPr>
          <p:cNvSpPr/>
          <p:nvPr/>
        </p:nvSpPr>
        <p:spPr>
          <a:xfrm>
            <a:off x="5842000" y="39624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15254E1-EF69-4055-B31C-6C4CF269376C}"/>
              </a:ext>
            </a:extLst>
          </p:cNvPr>
          <p:cNvSpPr txBox="1"/>
          <p:nvPr/>
        </p:nvSpPr>
        <p:spPr>
          <a:xfrm>
            <a:off x="6019800" y="38735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Vout torna-se proporcional a ΔR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AD71CC31-0478-4A94-B2ED-55D3816912DE}"/>
              </a:ext>
            </a:extLst>
          </p:cNvPr>
          <p:cNvSpPr/>
          <p:nvPr/>
        </p:nvSpPr>
        <p:spPr>
          <a:xfrm>
            <a:off x="5842000" y="43434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EC52A2C7-9924-4FB9-A58E-BA454ADF7E22}"/>
              </a:ext>
            </a:extLst>
          </p:cNvPr>
          <p:cNvSpPr txBox="1"/>
          <p:nvPr/>
        </p:nvSpPr>
        <p:spPr>
          <a:xfrm>
            <a:off x="6019800" y="42545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Pequenas variações são detectáveis com precisão</a:t>
            </a:r>
          </a:p>
        </p:txBody>
      </p:sp>
    </p:spTree>
    <p:extLst>
      <p:ext uri="{BB962C8B-B14F-4D97-AF65-F5344CB8AC3E}">
        <p14:creationId xmlns:p14="http://schemas.microsoft.com/office/powerpoint/2010/main" val="109263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2,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"&lt;p&gt;Sinais de sensores em áreas urbanas são frequentemente contaminados por interferências eletromagnéticas de linhas de energia e dispositivos eletrônicos. Qual tipo de circuito de condicionamento de sinal é mais eficaz para reduzir essas interferências?&lt;/p&gt;",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"q_slide:3_answer",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"seq-3",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"&lt;p&gt;Um filtro passa-baixa para eliminar ruídos de alta frequência.&lt;/p&gt;",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"&lt;p&gt;Um divisor de tensão simples com resistores de alta precisão.&lt;/p&gt;",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"&lt;p&gt;Um filtro passa-alta para remover sinais de baixa frequência.&lt;/p&gt;",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"&lt;p&gt;Um filtro passa-baixa para eliminar ruídos de alta frequência.&lt;/p&gt;",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"&lt;p&gt;Um amplificador com ganho constante para reforçar o sinal desejado.&lt;/p&gt;",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"&lt;p&gt;Um oscilador de relaxação para estabilizar o sinal.&lt;/p&gt;",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181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FB8FCF6-5D08-489C-BAA2-CBF304AB0E9E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D0C09F-A665-41B3-9D15-6444AEF40118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A75F8B-DEB9-45AE-8397-5442CF8101CD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Filtro Passa-Baixa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5B82DD-32F6-4AAB-9A57-63B5E7B40B62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Bloqueia ruído de alta frequência, deixa passar o sinal útil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552CB5-FE8D-4ACC-AC7F-71443834DA53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876471B-91C2-4896-BE14-CE8B893AF8F0}"/>
              </a:ext>
            </a:extLst>
          </p:cNvPr>
          <p:cNvSpPr txBox="1"/>
          <p:nvPr/>
        </p:nvSpPr>
        <p:spPr>
          <a:xfrm>
            <a:off x="762000" y="1651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Resposta em frequência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9BC72A2-C9F3-4279-9DDB-C487F9CACB30}"/>
              </a:ext>
            </a:extLst>
          </p:cNvPr>
          <p:cNvSpPr/>
          <p:nvPr/>
        </p:nvSpPr>
        <p:spPr>
          <a:xfrm>
            <a:off x="889000" y="2159000"/>
            <a:ext cx="25400" cy="2413000"/>
          </a:xfrm>
          <a:prstGeom prst="rect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D7E071-3B33-4DCF-BDF4-AD8CD12D30E0}"/>
              </a:ext>
            </a:extLst>
          </p:cNvPr>
          <p:cNvSpPr/>
          <p:nvPr/>
        </p:nvSpPr>
        <p:spPr>
          <a:xfrm>
            <a:off x="889000" y="4546600"/>
            <a:ext cx="4572000" cy="25400"/>
          </a:xfrm>
          <a:prstGeom prst="rect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8B929E-3248-4DEC-AF1F-D45B856A5396}"/>
              </a:ext>
            </a:extLst>
          </p:cNvPr>
          <p:cNvSpPr txBox="1"/>
          <p:nvPr/>
        </p:nvSpPr>
        <p:spPr>
          <a:xfrm>
            <a:off x="685800" y="20828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B2D"/>
                </a:solidFill>
              </a:rPr>
              <a:t>|H|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564CDF-2F61-4B96-9B6D-EEF7065B8452}"/>
              </a:ext>
            </a:extLst>
          </p:cNvPr>
          <p:cNvSpPr txBox="1"/>
          <p:nvPr/>
        </p:nvSpPr>
        <p:spPr>
          <a:xfrm>
            <a:off x="4953000" y="45974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B2D"/>
                </a:solidFill>
              </a:rPr>
              <a:t>f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3AD7CF7-5893-4C45-8147-DAAA378788A5}"/>
              </a:ext>
            </a:extLst>
          </p:cNvPr>
          <p:cNvSpPr/>
          <p:nvPr/>
        </p:nvSpPr>
        <p:spPr>
          <a:xfrm>
            <a:off x="2540000" y="2286000"/>
            <a:ext cx="25400" cy="22606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CD766E3-89A6-4911-BDB2-576CBEB8628C}"/>
              </a:ext>
            </a:extLst>
          </p:cNvPr>
          <p:cNvSpPr txBox="1"/>
          <p:nvPr/>
        </p:nvSpPr>
        <p:spPr>
          <a:xfrm>
            <a:off x="2222500" y="46736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fc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2E0D1B9-E615-4BB5-A168-5FF4AD7AF481}"/>
              </a:ext>
            </a:extLst>
          </p:cNvPr>
          <p:cNvSpPr txBox="1"/>
          <p:nvPr/>
        </p:nvSpPr>
        <p:spPr>
          <a:xfrm>
            <a:off x="952500" y="4318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passa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89A18A8-BF0D-4895-A642-F8C7822C4DEE}"/>
              </a:ext>
            </a:extLst>
          </p:cNvPr>
          <p:cNvSpPr txBox="1"/>
          <p:nvPr/>
        </p:nvSpPr>
        <p:spPr>
          <a:xfrm>
            <a:off x="3302000" y="4318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C04848"/>
                </a:solidFill>
              </a:rPr>
              <a:t>atenua (ruído)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429B29E-465F-4449-842F-055DEAE3893A}"/>
              </a:ext>
            </a:extLst>
          </p:cNvPr>
          <p:cNvSpPr txBox="1"/>
          <p:nvPr/>
        </p:nvSpPr>
        <p:spPr>
          <a:xfrm>
            <a:off x="6096000" y="1651000"/>
            <a:ext cx="571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Circuito RC passa-baixa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5F946D8-1298-414F-B248-5873898FCB5E}"/>
              </a:ext>
            </a:extLst>
          </p:cNvPr>
          <p:cNvSpPr/>
          <p:nvPr/>
        </p:nvSpPr>
        <p:spPr>
          <a:xfrm>
            <a:off x="6350000" y="2540000"/>
            <a:ext cx="635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FCE5AE4-2A5B-4B68-8867-FF4C73B9ED8B}"/>
              </a:ext>
            </a:extLst>
          </p:cNvPr>
          <p:cNvSpPr/>
          <p:nvPr/>
        </p:nvSpPr>
        <p:spPr>
          <a:xfrm>
            <a:off x="6985000" y="2387600"/>
            <a:ext cx="6350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4BF9E7C-2527-43CF-AD4F-FF21A29CD00C}"/>
              </a:ext>
            </a:extLst>
          </p:cNvPr>
          <p:cNvSpPr txBox="1"/>
          <p:nvPr/>
        </p:nvSpPr>
        <p:spPr>
          <a:xfrm>
            <a:off x="6985000" y="23876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59FA68D-C21C-43D2-882A-49F51462EA00}"/>
              </a:ext>
            </a:extLst>
          </p:cNvPr>
          <p:cNvSpPr/>
          <p:nvPr/>
        </p:nvSpPr>
        <p:spPr>
          <a:xfrm>
            <a:off x="7620000" y="2540000"/>
            <a:ext cx="762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9E7305C-3A27-4123-8512-F00D7AEEFBC8}"/>
              </a:ext>
            </a:extLst>
          </p:cNvPr>
          <p:cNvSpPr/>
          <p:nvPr/>
        </p:nvSpPr>
        <p:spPr>
          <a:xfrm>
            <a:off x="8356600" y="2489200"/>
            <a:ext cx="152400" cy="152400"/>
          </a:xfrm>
          <a:prstGeom prst="ellipse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35D18F8-AB62-4601-AA60-C05ADF62399F}"/>
              </a:ext>
            </a:extLst>
          </p:cNvPr>
          <p:cNvSpPr txBox="1"/>
          <p:nvPr/>
        </p:nvSpPr>
        <p:spPr>
          <a:xfrm>
            <a:off x="8572500" y="23495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Vout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AD0DB29-22D3-4756-AC8A-D84D2B0EE2A2}"/>
              </a:ext>
            </a:extLst>
          </p:cNvPr>
          <p:cNvSpPr/>
          <p:nvPr/>
        </p:nvSpPr>
        <p:spPr>
          <a:xfrm>
            <a:off x="8356600" y="2641600"/>
            <a:ext cx="50800" cy="304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A040D71-705C-40F4-83EE-6D187726EA94}"/>
              </a:ext>
            </a:extLst>
          </p:cNvPr>
          <p:cNvSpPr/>
          <p:nvPr/>
        </p:nvSpPr>
        <p:spPr>
          <a:xfrm>
            <a:off x="8255000" y="2946400"/>
            <a:ext cx="304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8C81206-E081-4FE9-A7FA-FAAC935E5EC9}"/>
              </a:ext>
            </a:extLst>
          </p:cNvPr>
          <p:cNvSpPr/>
          <p:nvPr/>
        </p:nvSpPr>
        <p:spPr>
          <a:xfrm>
            <a:off x="8255000" y="3073400"/>
            <a:ext cx="304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EBE43AA-3B77-4477-8343-79056D4115D3}"/>
              </a:ext>
            </a:extLst>
          </p:cNvPr>
          <p:cNvSpPr txBox="1"/>
          <p:nvPr/>
        </p:nvSpPr>
        <p:spPr>
          <a:xfrm>
            <a:off x="8636000" y="292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C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331C7CE-A884-49B8-BDC8-3AA4AC779240}"/>
              </a:ext>
            </a:extLst>
          </p:cNvPr>
          <p:cNvSpPr/>
          <p:nvPr/>
        </p:nvSpPr>
        <p:spPr>
          <a:xfrm>
            <a:off x="8356600" y="3124200"/>
            <a:ext cx="50800" cy="2032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4E20A59-1768-44DA-9E28-4C97147E8F4E}"/>
              </a:ext>
            </a:extLst>
          </p:cNvPr>
          <p:cNvSpPr txBox="1"/>
          <p:nvPr/>
        </p:nvSpPr>
        <p:spPr>
          <a:xfrm>
            <a:off x="8191500" y="33274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⊥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CAF5000-BA40-4F61-85F6-E84BEEF1FB89}"/>
              </a:ext>
            </a:extLst>
          </p:cNvPr>
          <p:cNvSpPr txBox="1"/>
          <p:nvPr/>
        </p:nvSpPr>
        <p:spPr>
          <a:xfrm>
            <a:off x="5715000" y="23495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7FFBC61-61C8-4ECD-95BB-E39DD97A851B}"/>
              </a:ext>
            </a:extLst>
          </p:cNvPr>
          <p:cNvSpPr/>
          <p:nvPr/>
        </p:nvSpPr>
        <p:spPr>
          <a:xfrm>
            <a:off x="6096000" y="3683000"/>
            <a:ext cx="5080000" cy="635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33243DA-BD30-47F6-BC83-3D30E88DB465}"/>
              </a:ext>
            </a:extLst>
          </p:cNvPr>
          <p:cNvSpPr txBox="1"/>
          <p:nvPr/>
        </p:nvSpPr>
        <p:spPr>
          <a:xfrm>
            <a:off x="6096000" y="36830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fc = 1 / (2π·R·C)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B786DCAB-A31C-40D1-9243-E71874785075}"/>
              </a:ext>
            </a:extLst>
          </p:cNvPr>
          <p:cNvSpPr/>
          <p:nvPr/>
        </p:nvSpPr>
        <p:spPr>
          <a:xfrm>
            <a:off x="6096000" y="44958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93378D6-2B23-4A49-8A54-6A79C5D09705}"/>
              </a:ext>
            </a:extLst>
          </p:cNvPr>
          <p:cNvSpPr txBox="1"/>
          <p:nvPr/>
        </p:nvSpPr>
        <p:spPr>
          <a:xfrm>
            <a:off x="6400800" y="44450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>
                <a:solidFill>
                  <a:srgbClr val="0F1B2D"/>
                </a:solidFill>
              </a:rPr>
              <a:t>Ruído da rede (60 Hz, EMI) é eliminado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D099662-EB71-46B5-AA52-317CCE0C011A}"/>
              </a:ext>
            </a:extLst>
          </p:cNvPr>
          <p:cNvSpPr/>
          <p:nvPr/>
        </p:nvSpPr>
        <p:spPr>
          <a:xfrm>
            <a:off x="6096000" y="49022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50C886B-58A4-426D-8642-D540898CC140}"/>
              </a:ext>
            </a:extLst>
          </p:cNvPr>
          <p:cNvSpPr txBox="1"/>
          <p:nvPr/>
        </p:nvSpPr>
        <p:spPr>
          <a:xfrm>
            <a:off x="6400800" y="48514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>
                <a:solidFill>
                  <a:srgbClr val="0F1B2D"/>
                </a:solidFill>
              </a:rPr>
              <a:t>Sinal do sensor (baixa f) preservado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A4B34CB-FCFF-4DDD-8A34-C0CA09250011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AD38C7B-FD4B-4367-9A14-FE538DC73441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33AD0D2-281C-4AD5-A2D7-8D0DB39CAF5B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Um filtro passa-baixa para eliminar ruídos de alta frequência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FE6BD0BF-55B5-4565-B081-9B13A360940E}"/>
              </a:ext>
            </a:extLst>
          </p:cNvPr>
          <p:cNvSpPr/>
          <p:nvPr/>
        </p:nvSpPr>
        <p:spPr>
          <a:xfrm>
            <a:off x="914400" y="2387600"/>
            <a:ext cx="1625600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30CF5E80-9CDD-4429-AC3A-FCBB724DDEDB}"/>
              </a:ext>
            </a:extLst>
          </p:cNvPr>
          <p:cNvSpPr/>
          <p:nvPr/>
        </p:nvSpPr>
        <p:spPr>
          <a:xfrm rot="1948272">
            <a:off x="2281122" y="3276600"/>
            <a:ext cx="3311754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70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4,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"&lt;p&gt;A temperatura é uma variável que afeta diretamente extensômetros utilizados em medições estruturais. Para compensar variações térmicas, utilizam-se circuitos de ponte específicos. Como uma ponte de Wheatstone pode ser configurada para compensar os efeitos da temperatura em extensômetros?&lt;/p&gt;",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"q_slide:4_answer",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"seq-4",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"&lt;p&gt;Usando sensores idênticos em lados opostos da ponte, sujeitos às mesmas condições térmicas.&lt;/p&gt;",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"&lt;p&gt;Usando sensores idênticos em lados opostos da ponte, sujeitos às mesmas condições térmicas.&lt;/p&gt;",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"&lt;p&gt;Substituindo um dos braços da ponte por um capacitor variável.&lt;/p&gt;",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"&lt;p&gt;Utilizando resistores com coeficientes de temperatura opostos.&lt;/p&gt;",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"&lt;p&gt;Aplicando tensão alternada em vez de tensão contínua na ponte.&lt;/p&gt;",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"&lt;p&gt;Ajustando manualmente a resistência da ponte durante as medições.&lt;/p&gt;",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094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A4A6F88-7F57-4630-8283-523AED836853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F632F8-142A-4A07-B86D-75C64C14377C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A4E9B7-0A30-467A-9D8F-B0E649BE303E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Compensação Térmica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F85843-4FFC-412B-BE35-81AA2BD2CDBB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Sensores idênticos em lados opostos cancelam a influência da temperatura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67C2561-9156-4F3E-99A6-2FBA96EB402D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7D777C-738F-4B91-90B8-63F6CBD50EE6}"/>
              </a:ext>
            </a:extLst>
          </p:cNvPr>
          <p:cNvSpPr/>
          <p:nvPr/>
        </p:nvSpPr>
        <p:spPr>
          <a:xfrm>
            <a:off x="2133600" y="1651000"/>
            <a:ext cx="50800" cy="3175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A88D0C2-F122-4807-9FA0-A709E60E15B3}"/>
              </a:ext>
            </a:extLst>
          </p:cNvPr>
          <p:cNvSpPr/>
          <p:nvPr/>
        </p:nvSpPr>
        <p:spPr>
          <a:xfrm>
            <a:off x="4673600" y="1651000"/>
            <a:ext cx="50800" cy="3175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1BE400A-B5D3-4631-9EF2-CD822BBAF003}"/>
              </a:ext>
            </a:extLst>
          </p:cNvPr>
          <p:cNvSpPr/>
          <p:nvPr/>
        </p:nvSpPr>
        <p:spPr>
          <a:xfrm>
            <a:off x="2133600" y="1651000"/>
            <a:ext cx="2590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C592434-B414-4DB0-8122-933E7AC7042A}"/>
              </a:ext>
            </a:extLst>
          </p:cNvPr>
          <p:cNvSpPr/>
          <p:nvPr/>
        </p:nvSpPr>
        <p:spPr>
          <a:xfrm>
            <a:off x="2133600" y="4826000"/>
            <a:ext cx="2590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04BA9EC-AF6D-43D0-825C-0A0C1CEB22D8}"/>
              </a:ext>
            </a:extLst>
          </p:cNvPr>
          <p:cNvSpPr/>
          <p:nvPr/>
        </p:nvSpPr>
        <p:spPr>
          <a:xfrm>
            <a:off x="1930400" y="2032000"/>
            <a:ext cx="4572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A3DFD1-D3C5-4B06-9EAB-0317C71FE1E6}"/>
              </a:ext>
            </a:extLst>
          </p:cNvPr>
          <p:cNvSpPr txBox="1"/>
          <p:nvPr/>
        </p:nvSpPr>
        <p:spPr>
          <a:xfrm>
            <a:off x="762000" y="20828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R₁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4AEF97F-2A40-4821-905F-A5E551726629}"/>
              </a:ext>
            </a:extLst>
          </p:cNvPr>
          <p:cNvSpPr/>
          <p:nvPr/>
        </p:nvSpPr>
        <p:spPr>
          <a:xfrm>
            <a:off x="4470400" y="2032000"/>
            <a:ext cx="457200" cy="7620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FAABFA8-ABCA-405E-BA78-C11F1D530DAD}"/>
              </a:ext>
            </a:extLst>
          </p:cNvPr>
          <p:cNvSpPr txBox="1"/>
          <p:nvPr/>
        </p:nvSpPr>
        <p:spPr>
          <a:xfrm>
            <a:off x="5003800" y="20320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Dummy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EC91B2-B45B-4245-845F-B057EC1BB115}"/>
              </a:ext>
            </a:extLst>
          </p:cNvPr>
          <p:cNvSpPr txBox="1"/>
          <p:nvPr/>
        </p:nvSpPr>
        <p:spPr>
          <a:xfrm>
            <a:off x="5003800" y="23368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E89B2E"/>
                </a:solidFill>
              </a:rPr>
              <a:t>(temperatura)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1B9697F-D3AE-497A-91FE-336F0B023A7C}"/>
              </a:ext>
            </a:extLst>
          </p:cNvPr>
          <p:cNvSpPr/>
          <p:nvPr/>
        </p:nvSpPr>
        <p:spPr>
          <a:xfrm>
            <a:off x="1930400" y="3556000"/>
            <a:ext cx="4572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0114F8C-CA3B-46BD-8AF9-6E3952BDB239}"/>
              </a:ext>
            </a:extLst>
          </p:cNvPr>
          <p:cNvSpPr txBox="1"/>
          <p:nvPr/>
        </p:nvSpPr>
        <p:spPr>
          <a:xfrm>
            <a:off x="762000" y="36068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R₃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97F54F0-0E76-4962-BAB8-6C1889F2E1C9}"/>
              </a:ext>
            </a:extLst>
          </p:cNvPr>
          <p:cNvSpPr/>
          <p:nvPr/>
        </p:nvSpPr>
        <p:spPr>
          <a:xfrm>
            <a:off x="4470400" y="3556000"/>
            <a:ext cx="457200" cy="762000"/>
          </a:xfrm>
          <a:prstGeom prst="rect">
            <a:avLst/>
          </a:prstGeom>
          <a:solidFill>
            <a:srgbClr val="FDECEC"/>
          </a:solidFill>
          <a:ln w="19050" cap="flat" cmpd="sng" algn="ctr">
            <a:solidFill>
              <a:srgbClr val="C048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510E56-7AD1-43C0-85FC-144DD159712B}"/>
              </a:ext>
            </a:extLst>
          </p:cNvPr>
          <p:cNvSpPr txBox="1"/>
          <p:nvPr/>
        </p:nvSpPr>
        <p:spPr>
          <a:xfrm>
            <a:off x="5003800" y="35560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C04848"/>
                </a:solidFill>
              </a:rPr>
              <a:t>Ativo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55104C9-6111-4DC7-96DD-7A5D3C561F3D}"/>
              </a:ext>
            </a:extLst>
          </p:cNvPr>
          <p:cNvSpPr txBox="1"/>
          <p:nvPr/>
        </p:nvSpPr>
        <p:spPr>
          <a:xfrm>
            <a:off x="5003800" y="38608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C04848"/>
                </a:solidFill>
              </a:rPr>
              <a:t>(deformação)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BC37B-D11D-4196-A773-FB0ABFC590A8}"/>
              </a:ext>
            </a:extLst>
          </p:cNvPr>
          <p:cNvSpPr/>
          <p:nvPr/>
        </p:nvSpPr>
        <p:spPr>
          <a:xfrm>
            <a:off x="2006600" y="1320800"/>
            <a:ext cx="279400" cy="279400"/>
          </a:xfrm>
          <a:prstGeom prst="ellipse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51DDFA4-268A-44E1-8FA1-F75AD86A2DC9}"/>
              </a:ext>
            </a:extLst>
          </p:cNvPr>
          <p:cNvSpPr txBox="1"/>
          <p:nvPr/>
        </p:nvSpPr>
        <p:spPr>
          <a:xfrm>
            <a:off x="762000" y="12700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Vin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94F57E7-D400-40CA-B9FB-9186CBBC7D44}"/>
              </a:ext>
            </a:extLst>
          </p:cNvPr>
          <p:cNvSpPr txBox="1"/>
          <p:nvPr/>
        </p:nvSpPr>
        <p:spPr>
          <a:xfrm>
            <a:off x="762000" y="48768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0F1B2D"/>
                </a:solidFill>
              </a:rPr>
              <a:t>GND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A8171E5-1FD6-4331-8E09-2BE20C733F25}"/>
              </a:ext>
            </a:extLst>
          </p:cNvPr>
          <p:cNvSpPr/>
          <p:nvPr/>
        </p:nvSpPr>
        <p:spPr>
          <a:xfrm>
            <a:off x="2057400" y="3098800"/>
            <a:ext cx="203200" cy="203200"/>
          </a:xfrm>
          <a:prstGeom prst="ellipse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49A3D41-9E48-486C-9BBF-514B9CF56F7B}"/>
              </a:ext>
            </a:extLst>
          </p:cNvPr>
          <p:cNvSpPr/>
          <p:nvPr/>
        </p:nvSpPr>
        <p:spPr>
          <a:xfrm>
            <a:off x="4597400" y="3098800"/>
            <a:ext cx="203200" cy="203200"/>
          </a:xfrm>
          <a:prstGeom prst="ellipse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BBF096C-1FB8-45F9-A9C9-A546AFFC9FE4}"/>
              </a:ext>
            </a:extLst>
          </p:cNvPr>
          <p:cNvSpPr/>
          <p:nvPr/>
        </p:nvSpPr>
        <p:spPr>
          <a:xfrm>
            <a:off x="2209800" y="3175000"/>
            <a:ext cx="2438400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F84655-8826-4B75-B862-45395CDC6C74}"/>
              </a:ext>
            </a:extLst>
          </p:cNvPr>
          <p:cNvSpPr txBox="1"/>
          <p:nvPr/>
        </p:nvSpPr>
        <p:spPr>
          <a:xfrm>
            <a:off x="2667000" y="28194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2C8C5F"/>
                </a:solidFill>
              </a:rPr>
              <a:t>Vout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32EDFB1-0624-4032-A360-46DD827684BA}"/>
              </a:ext>
            </a:extLst>
          </p:cNvPr>
          <p:cNvSpPr txBox="1"/>
          <p:nvPr/>
        </p:nvSpPr>
        <p:spPr>
          <a:xfrm>
            <a:off x="7112000" y="1651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Como cancela?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23FBE4F-0402-45DB-AA58-991DEA957ECD}"/>
              </a:ext>
            </a:extLst>
          </p:cNvPr>
          <p:cNvSpPr/>
          <p:nvPr/>
        </p:nvSpPr>
        <p:spPr>
          <a:xfrm>
            <a:off x="7112000" y="2095500"/>
            <a:ext cx="4826000" cy="2540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21D13CC-2368-4204-8D7B-0E35F5A5B491}"/>
              </a:ext>
            </a:extLst>
          </p:cNvPr>
          <p:cNvSpPr txBox="1"/>
          <p:nvPr/>
        </p:nvSpPr>
        <p:spPr>
          <a:xfrm>
            <a:off x="7289800" y="2222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0F1B2D"/>
                </a:solidFill>
              </a:rPr>
              <a:t>Mudança de temperatura </a:t>
            </a:r>
            <a:r>
              <a:rPr lang="el-GR" sz="1600" b="1">
                <a:solidFill>
                  <a:srgbClr val="0F1B2D"/>
                </a:solidFill>
              </a:rPr>
              <a:t>Δ</a:t>
            </a:r>
            <a:r>
              <a:rPr lang="pt-BR" sz="1600" b="1">
                <a:solidFill>
                  <a:srgbClr val="0F1B2D"/>
                </a:solidFill>
              </a:rPr>
              <a:t>T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D7B4C2D-3D5B-4624-897A-BEDFCACADBA7}"/>
              </a:ext>
            </a:extLst>
          </p:cNvPr>
          <p:cNvSpPr txBox="1"/>
          <p:nvPr/>
        </p:nvSpPr>
        <p:spPr>
          <a:xfrm>
            <a:off x="7289800" y="2603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C04848"/>
                </a:solidFill>
              </a:rPr>
              <a:t>Ativo: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38D57CE-903B-4EA6-92D4-DDEA7B8B3F96}"/>
              </a:ext>
            </a:extLst>
          </p:cNvPr>
          <p:cNvSpPr txBox="1"/>
          <p:nvPr/>
        </p:nvSpPr>
        <p:spPr>
          <a:xfrm>
            <a:off x="8102600" y="2603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>
                <a:solidFill>
                  <a:srgbClr val="0F1B2D"/>
                </a:solidFill>
              </a:rPr>
              <a:t>Δ</a:t>
            </a:r>
            <a:r>
              <a:rPr lang="pt-BR" sz="1400">
                <a:solidFill>
                  <a:srgbClr val="0F1B2D"/>
                </a:solidFill>
              </a:rPr>
              <a:t>R (deformação) + </a:t>
            </a:r>
            <a:r>
              <a:rPr lang="el-GR" sz="1400">
                <a:solidFill>
                  <a:srgbClr val="0F1B2D"/>
                </a:solidFill>
              </a:rPr>
              <a:t>Δ</a:t>
            </a:r>
            <a:r>
              <a:rPr lang="pt-BR" sz="1400">
                <a:solidFill>
                  <a:srgbClr val="0F1B2D"/>
                </a:solidFill>
              </a:rPr>
              <a:t>R (T)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2F45F4F-4738-4E31-825D-41A5F83DC5C7}"/>
              </a:ext>
            </a:extLst>
          </p:cNvPr>
          <p:cNvSpPr txBox="1"/>
          <p:nvPr/>
        </p:nvSpPr>
        <p:spPr>
          <a:xfrm>
            <a:off x="7289800" y="2946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E89B2E"/>
                </a:solidFill>
              </a:rPr>
              <a:t>Dummy: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827C3B1-7D25-4F18-8C5B-2548B7E9E1CE}"/>
              </a:ext>
            </a:extLst>
          </p:cNvPr>
          <p:cNvSpPr txBox="1"/>
          <p:nvPr/>
        </p:nvSpPr>
        <p:spPr>
          <a:xfrm>
            <a:off x="8255000" y="2946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>
                <a:solidFill>
                  <a:srgbClr val="0F1B2D"/>
                </a:solidFill>
              </a:rPr>
              <a:t>Δ</a:t>
            </a:r>
            <a:r>
              <a:rPr lang="pt-BR" sz="1400">
                <a:solidFill>
                  <a:srgbClr val="0F1B2D"/>
                </a:solidFill>
              </a:rPr>
              <a:t>R (T) apenas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F4257B7-F0B1-4AE7-BC92-045E31C74BEF}"/>
              </a:ext>
            </a:extLst>
          </p:cNvPr>
          <p:cNvSpPr/>
          <p:nvPr/>
        </p:nvSpPr>
        <p:spPr>
          <a:xfrm>
            <a:off x="7289800" y="3327400"/>
            <a:ext cx="4445000" cy="254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A32626F-435B-4030-8CE2-B4394B03CD34}"/>
              </a:ext>
            </a:extLst>
          </p:cNvPr>
          <p:cNvSpPr txBox="1"/>
          <p:nvPr/>
        </p:nvSpPr>
        <p:spPr>
          <a:xfrm>
            <a:off x="7289800" y="34290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Vout ∝ </a:t>
            </a:r>
            <a:r>
              <a:rPr lang="el-GR" b="1">
                <a:solidFill>
                  <a:srgbClr val="2C8C5F"/>
                </a:solidFill>
              </a:rPr>
              <a:t>Δ</a:t>
            </a:r>
            <a:r>
              <a:rPr lang="pt-BR" b="1">
                <a:solidFill>
                  <a:srgbClr val="2C8C5F"/>
                </a:solidFill>
              </a:rPr>
              <a:t>R (deformação)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547E53E-73B5-4FDF-9944-74F9EB65AD6D}"/>
              </a:ext>
            </a:extLst>
          </p:cNvPr>
          <p:cNvSpPr txBox="1"/>
          <p:nvPr/>
        </p:nvSpPr>
        <p:spPr>
          <a:xfrm>
            <a:off x="7289800" y="3810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→ termos térmicos se cancelam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08FB954-E866-4FAA-9D26-82C135CF68A2}"/>
              </a:ext>
            </a:extLst>
          </p:cNvPr>
          <p:cNvSpPr txBox="1"/>
          <p:nvPr/>
        </p:nvSpPr>
        <p:spPr>
          <a:xfrm>
            <a:off x="7289800" y="4191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6B7F99"/>
                </a:solidFill>
              </a:rPr>
              <a:t>→ leitura depende só da deformação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14B9C44-9529-41C6-8A01-966AAE54421E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9FFAF83-86FC-4294-B4DD-56B835811A9E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48031B8-872C-4303-A98D-77A7345B4BDF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Sensores idênticos em lados opostos da ponte, sujeitos às mesmas condições térmicas</a:t>
            </a:r>
          </a:p>
        </p:txBody>
      </p:sp>
    </p:spTree>
    <p:extLst>
      <p:ext uri="{BB962C8B-B14F-4D97-AF65-F5344CB8AC3E}">
        <p14:creationId xmlns:p14="http://schemas.microsoft.com/office/powerpoint/2010/main" val="3344167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5,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4,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"&lt;p&gt;Equipamentos médicos, como monitores de pressão arterial, utilizam sensores piezoelétricos que geram sinais diferenciais pequenos. Por que amplificadores de instrumentação são a melhor escolha para esses sistemas?&lt;/p&gt;",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"q_slide:5_answer",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"seq-5",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"&lt;p&gt;Eles rejeitam ruídos de modo comum e amplificam sinais diferenciais com alta precisão.&lt;/p&gt;",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"&lt;p&gt;Eles rejeitam ruídos de modo comum e amplificam sinais diferenciais com alta precisão.&lt;/p&gt;",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"&lt;p&gt;Garantem que a saída do sensor seja linear, independentemente da amplitude do sinal.&lt;/p&gt;",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"&lt;p&gt;Convertem sinais analógicos em digitais com maior fidelidade.&lt;/p&gt;",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"&lt;p&gt;Operam com maior eficiência energética em comparação a amplificadores simples.&lt;/p&gt;",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"&lt;p&gt;Eliminam a necessidade de sensores adicionais no circuito.&lt;/p&gt;",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59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CDA13BD-0AF2-4FCB-BFD1-C00CB495D17F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45163A-E899-472B-9C83-41E2D7B91CDF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C72B93-46CF-4FBD-A73E-8D3C5D5D1301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Amplificador de Instrumentação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5CB46C-76F7-4908-A0B1-17EF16ABA4E9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Rejeição de modo comum (CMRR) com alta precisão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B1DF64E-2BDD-47D3-A207-EDAF7F21B11C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7A7194A-9CC8-4AC1-B781-4010E186CBF0}"/>
              </a:ext>
            </a:extLst>
          </p:cNvPr>
          <p:cNvSpPr txBox="1"/>
          <p:nvPr/>
        </p:nvSpPr>
        <p:spPr>
          <a:xfrm>
            <a:off x="762000" y="1326534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Entradas diferenciais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3F1AFD3-81CB-43D1-9D8E-7C860C42C6D9}"/>
              </a:ext>
            </a:extLst>
          </p:cNvPr>
          <p:cNvSpPr/>
          <p:nvPr/>
        </p:nvSpPr>
        <p:spPr>
          <a:xfrm>
            <a:off x="889000" y="1898034"/>
            <a:ext cx="2032000" cy="889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B8AB94-741B-41A2-8178-007F8E6DD206}"/>
              </a:ext>
            </a:extLst>
          </p:cNvPr>
          <p:cNvSpPr txBox="1"/>
          <p:nvPr/>
        </p:nvSpPr>
        <p:spPr>
          <a:xfrm>
            <a:off x="889000" y="1936134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2E7DAF"/>
                </a:solidFill>
              </a:rPr>
              <a:t>V+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62DC2F-9580-41AC-8075-3A6C8A849E53}"/>
              </a:ext>
            </a:extLst>
          </p:cNvPr>
          <p:cNvSpPr txBox="1"/>
          <p:nvPr/>
        </p:nvSpPr>
        <p:spPr>
          <a:xfrm>
            <a:off x="889000" y="214999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sinal + ruído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914AFB2-FCD4-4443-83E2-33AFF9AB19FB}"/>
              </a:ext>
            </a:extLst>
          </p:cNvPr>
          <p:cNvSpPr txBox="1"/>
          <p:nvPr/>
        </p:nvSpPr>
        <p:spPr>
          <a:xfrm>
            <a:off x="889000" y="240399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200">
                <a:solidFill>
                  <a:srgbClr val="C04848"/>
                </a:solidFill>
              </a:rPr>
              <a:t>(modo comum)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F347009-6D72-4218-A6F0-5133D2B9F9CF}"/>
              </a:ext>
            </a:extLst>
          </p:cNvPr>
          <p:cNvSpPr/>
          <p:nvPr/>
        </p:nvSpPr>
        <p:spPr>
          <a:xfrm>
            <a:off x="889000" y="2977534"/>
            <a:ext cx="2032000" cy="889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539F9B0-496E-4D72-9F52-D668395DB10D}"/>
              </a:ext>
            </a:extLst>
          </p:cNvPr>
          <p:cNvSpPr txBox="1"/>
          <p:nvPr/>
        </p:nvSpPr>
        <p:spPr>
          <a:xfrm>
            <a:off x="889000" y="3015634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2E7DAF"/>
                </a:solidFill>
              </a:rPr>
              <a:t>V−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D4FF784-2A5D-4D23-BB5E-D6064E953564}"/>
              </a:ext>
            </a:extLst>
          </p:cNvPr>
          <p:cNvSpPr txBox="1"/>
          <p:nvPr/>
        </p:nvSpPr>
        <p:spPr>
          <a:xfrm>
            <a:off x="889000" y="322949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ref + ruído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D78715E-2C82-4399-9AFD-1AE5313AD02E}"/>
              </a:ext>
            </a:extLst>
          </p:cNvPr>
          <p:cNvSpPr txBox="1"/>
          <p:nvPr/>
        </p:nvSpPr>
        <p:spPr>
          <a:xfrm>
            <a:off x="889000" y="348349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200">
                <a:solidFill>
                  <a:srgbClr val="C04848"/>
                </a:solidFill>
              </a:rPr>
              <a:t>(modo comum)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482B263-3D52-4A06-9426-6CBE46B15149}"/>
              </a:ext>
            </a:extLst>
          </p:cNvPr>
          <p:cNvSpPr/>
          <p:nvPr/>
        </p:nvSpPr>
        <p:spPr>
          <a:xfrm>
            <a:off x="2921000" y="2304434"/>
            <a:ext cx="381000" cy="508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196D424-183C-4290-BBFC-9DC3C6A5C204}"/>
              </a:ext>
            </a:extLst>
          </p:cNvPr>
          <p:cNvSpPr/>
          <p:nvPr/>
        </p:nvSpPr>
        <p:spPr>
          <a:xfrm>
            <a:off x="2921000" y="3383934"/>
            <a:ext cx="381000" cy="508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Triângulo Retângulo 17">
            <a:extLst>
              <a:ext uri="{FF2B5EF4-FFF2-40B4-BE49-F238E27FC236}">
                <a16:creationId xmlns:a16="http://schemas.microsoft.com/office/drawing/2014/main" id="{59103771-FEEF-4AB8-8E17-8E550F2D1EFF}"/>
              </a:ext>
            </a:extLst>
          </p:cNvPr>
          <p:cNvSpPr/>
          <p:nvPr/>
        </p:nvSpPr>
        <p:spPr>
          <a:xfrm rot="13490150">
            <a:off x="2286001" y="1769671"/>
            <a:ext cx="2032000" cy="2032000"/>
          </a:xfrm>
          <a:prstGeom prst="rtTriangle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ED8524B-B937-4516-B155-110C63E2D1FA}"/>
              </a:ext>
            </a:extLst>
          </p:cNvPr>
          <p:cNvSpPr txBox="1"/>
          <p:nvPr/>
        </p:nvSpPr>
        <p:spPr>
          <a:xfrm>
            <a:off x="3448732" y="226531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 dirty="0" err="1">
                <a:solidFill>
                  <a:srgbClr val="FFFFFF"/>
                </a:solidFill>
              </a:rPr>
              <a:t>Amp</a:t>
            </a:r>
            <a:r>
              <a:rPr lang="pt-BR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6023107-BE67-4A12-9A7F-6847762A0B47}"/>
              </a:ext>
            </a:extLst>
          </p:cNvPr>
          <p:cNvSpPr txBox="1"/>
          <p:nvPr/>
        </p:nvSpPr>
        <p:spPr>
          <a:xfrm>
            <a:off x="3448732" y="264631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 dirty="0" err="1">
                <a:solidFill>
                  <a:srgbClr val="FFFFFF"/>
                </a:solidFill>
              </a:rPr>
              <a:t>Instr</a:t>
            </a:r>
            <a:r>
              <a:rPr lang="pt-BR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15D0BC9-4486-42B5-9B3D-D567FE78333C}"/>
              </a:ext>
            </a:extLst>
          </p:cNvPr>
          <p:cNvSpPr txBox="1"/>
          <p:nvPr/>
        </p:nvSpPr>
        <p:spPr>
          <a:xfrm>
            <a:off x="4274232" y="1929581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>
                <a:solidFill>
                  <a:srgbClr val="E89B2E"/>
                </a:solidFill>
              </a:rPr>
              <a:t>G = 1 + 2R₁/</a:t>
            </a:r>
            <a:r>
              <a:rPr lang="pt-BR" sz="1600" b="1" dirty="0" err="1">
                <a:solidFill>
                  <a:srgbClr val="E89B2E"/>
                </a:solidFill>
              </a:rPr>
              <a:t>Rg</a:t>
            </a:r>
            <a:endParaRPr lang="pt-BR" sz="1600" b="1" dirty="0">
              <a:solidFill>
                <a:srgbClr val="E89B2E"/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01CFAED-8A5D-43F7-932C-45BA11EB856F}"/>
              </a:ext>
            </a:extLst>
          </p:cNvPr>
          <p:cNvSpPr/>
          <p:nvPr/>
        </p:nvSpPr>
        <p:spPr>
          <a:xfrm>
            <a:off x="4728631" y="2755898"/>
            <a:ext cx="508000" cy="508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87059D8-BBB1-4B19-AA83-D2D3555637CD}"/>
              </a:ext>
            </a:extLst>
          </p:cNvPr>
          <p:cNvSpPr/>
          <p:nvPr/>
        </p:nvSpPr>
        <p:spPr>
          <a:xfrm>
            <a:off x="5211231" y="2349498"/>
            <a:ext cx="2159000" cy="9525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CD3CCC9-F7D3-4855-8A58-B2EAF690000D}"/>
              </a:ext>
            </a:extLst>
          </p:cNvPr>
          <p:cNvSpPr txBox="1"/>
          <p:nvPr/>
        </p:nvSpPr>
        <p:spPr>
          <a:xfrm>
            <a:off x="5211231" y="2387598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Vout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461D2EE-79D8-4D1B-B7AB-06C977CBC457}"/>
              </a:ext>
            </a:extLst>
          </p:cNvPr>
          <p:cNvSpPr txBox="1"/>
          <p:nvPr/>
        </p:nvSpPr>
        <p:spPr>
          <a:xfrm>
            <a:off x="5211231" y="2743198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= G·(V+ − V−)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F565804-BA7A-4C76-9E62-8EC772515E3D}"/>
              </a:ext>
            </a:extLst>
          </p:cNvPr>
          <p:cNvSpPr txBox="1"/>
          <p:nvPr/>
        </p:nvSpPr>
        <p:spPr>
          <a:xfrm>
            <a:off x="5211231" y="3022598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E8EEF5"/>
                </a:solidFill>
              </a:rPr>
              <a:t>sinal puro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4CB5B5B-1EAE-4DAA-BA8A-3346BE7FD25C}"/>
              </a:ext>
            </a:extLst>
          </p:cNvPr>
          <p:cNvSpPr txBox="1"/>
          <p:nvPr/>
        </p:nvSpPr>
        <p:spPr>
          <a:xfrm>
            <a:off x="889000" y="44958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Por que é a melhor escolha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F56A1C2-1AD7-4550-A2F4-A0CFCCB4F6A4}"/>
              </a:ext>
            </a:extLst>
          </p:cNvPr>
          <p:cNvSpPr/>
          <p:nvPr/>
        </p:nvSpPr>
        <p:spPr>
          <a:xfrm>
            <a:off x="889000" y="49784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ED2766C-52A7-4507-B505-66D883EBD4D5}"/>
              </a:ext>
            </a:extLst>
          </p:cNvPr>
          <p:cNvSpPr txBox="1"/>
          <p:nvPr/>
        </p:nvSpPr>
        <p:spPr>
          <a:xfrm>
            <a:off x="1193800" y="4927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Rejeita ruído comum a ambas entradas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556DA0E-9C71-42A4-9916-2A104C14CE2B}"/>
              </a:ext>
            </a:extLst>
          </p:cNvPr>
          <p:cNvSpPr/>
          <p:nvPr/>
        </p:nvSpPr>
        <p:spPr>
          <a:xfrm>
            <a:off x="6223000" y="49784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8F4E375-4AE3-4D6D-A8DD-D2DFC122F557}"/>
              </a:ext>
            </a:extLst>
          </p:cNvPr>
          <p:cNvSpPr txBox="1"/>
          <p:nvPr/>
        </p:nvSpPr>
        <p:spPr>
          <a:xfrm>
            <a:off x="6527800" y="4927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Alta impedância de entrada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EA62CCA9-7EEC-43B7-A1A9-82A4051D8D8B}"/>
              </a:ext>
            </a:extLst>
          </p:cNvPr>
          <p:cNvSpPr/>
          <p:nvPr/>
        </p:nvSpPr>
        <p:spPr>
          <a:xfrm>
            <a:off x="889000" y="52832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79D3710-5808-4A61-A7AD-9EA2B9343665}"/>
              </a:ext>
            </a:extLst>
          </p:cNvPr>
          <p:cNvSpPr txBox="1"/>
          <p:nvPr/>
        </p:nvSpPr>
        <p:spPr>
          <a:xfrm>
            <a:off x="1193800" y="5232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Ganho ajustável com 1 só resistor (Rg)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2801D18-F2C1-4BE1-BDA3-E8CBBD934ECD}"/>
              </a:ext>
            </a:extLst>
          </p:cNvPr>
          <p:cNvSpPr/>
          <p:nvPr/>
        </p:nvSpPr>
        <p:spPr>
          <a:xfrm>
            <a:off x="6223000" y="5283200"/>
            <a:ext cx="177800" cy="1778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C536206-12C9-4695-8398-2B640558F46D}"/>
              </a:ext>
            </a:extLst>
          </p:cNvPr>
          <p:cNvSpPr txBox="1"/>
          <p:nvPr/>
        </p:nvSpPr>
        <p:spPr>
          <a:xfrm>
            <a:off x="6527800" y="5232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0F1B2D"/>
                </a:solidFill>
              </a:rPr>
              <a:t>Ideal para sinais pequenos (biomédica)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9CB2880-AE0C-451E-8C01-0D8027CF2EB4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9B81D12-EB84-47F9-8FEE-097F326FE4BC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C55BC3C-DE9B-4632-8478-6720A56A2B3D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Rejeitam ruídos de modo comum e amplificam sinais diferenciais com alta precisão</a:t>
            </a:r>
          </a:p>
        </p:txBody>
      </p:sp>
    </p:spTree>
    <p:extLst>
      <p:ext uri="{BB962C8B-B14F-4D97-AF65-F5344CB8AC3E}">
        <p14:creationId xmlns:p14="http://schemas.microsoft.com/office/powerpoint/2010/main" val="361418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JSON" descr="{QUIZ}">
            <a:extLst>
              <a:ext uri="{FF2B5EF4-FFF2-40B4-BE49-F238E27FC236}">
                <a16:creationId xmlns:a16="http://schemas.microsoft.com/office/drawing/2014/main" id="{AF238A29-F4A5-4428-9027-56A21176C0CD}"/>
              </a:ext>
            </a:extLst>
          </p:cNvPr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6,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5,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"&lt;p&gt;Sensores passivos muitas vezes alteram sua impedância em função da grandeza medida. Essa variação pode ser usada para modificar a frequência de osciladores. Qual a vantagem de usar a frequência como parâmetro de saída do sinal?&lt;/p&gt;",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"q_slide:6_answer",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"seq-6",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"&lt;p&gt;Facilita a transmissão de sinais em longas distâncias.&lt;/p&gt;",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"&lt;p&gt;Permite maior linearidade em sinais analógicos.&lt;/p&gt;",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"&lt;p&gt;Facilita a transmissão de sinais em longas distâncias.&lt;/p&gt;",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"&lt;p&gt;Reduz a interferência de sinais externos no sinal medido.&lt;/p&gt;",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"&lt;p&gt;Aumenta a sensibilidade do sensor a pequenas variações.&lt;/p&gt;",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"&lt;p&gt;Elimina a necessidade de filtragem no sinal processado.&lt;/p&gt;",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2456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0DE8FDC-2021-4269-90FF-42B18DC18972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5D3C0B-D369-4E5D-87B7-FE5A8504FB2F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7D11994-BF64-4D52-8736-259C223DD87C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Sinal como Frequência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C34CF5-93B3-49D6-9400-6CF9D51F848C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Por que codificar grandezas em f facilita transmissão a distância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2BF821A-E91D-47D7-989E-FBB85B2541BB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83052AA-C2CC-46CF-9AD6-97990E7A6CD8}"/>
              </a:ext>
            </a:extLst>
          </p:cNvPr>
          <p:cNvSpPr/>
          <p:nvPr/>
        </p:nvSpPr>
        <p:spPr>
          <a:xfrm>
            <a:off x="635000" y="1524000"/>
            <a:ext cx="5207000" cy="3556000"/>
          </a:xfrm>
          <a:prstGeom prst="roundRect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B4C54E-EDE9-4A8E-991B-7F42DFA0059E}"/>
              </a:ext>
            </a:extLst>
          </p:cNvPr>
          <p:cNvSpPr txBox="1"/>
          <p:nvPr/>
        </p:nvSpPr>
        <p:spPr>
          <a:xfrm>
            <a:off x="812800" y="1651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C04848"/>
                </a:solidFill>
              </a:rPr>
              <a:t>Codificando em TENSÃO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307E75-9FFC-4FCA-A169-D40D20F34136}"/>
              </a:ext>
            </a:extLst>
          </p:cNvPr>
          <p:cNvSpPr txBox="1"/>
          <p:nvPr/>
        </p:nvSpPr>
        <p:spPr>
          <a:xfrm>
            <a:off x="812800" y="20066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→ amplitude varia com a grandeza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88FA9AC-67EE-4165-8BBA-597547BE647A}"/>
              </a:ext>
            </a:extLst>
          </p:cNvPr>
          <p:cNvSpPr/>
          <p:nvPr/>
        </p:nvSpPr>
        <p:spPr>
          <a:xfrm>
            <a:off x="1016000" y="4064000"/>
            <a:ext cx="4445000" cy="25400"/>
          </a:xfrm>
          <a:prstGeom prst="rect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98B528-F968-4C9C-A84A-686AA068E70D}"/>
              </a:ext>
            </a:extLst>
          </p:cNvPr>
          <p:cNvSpPr txBox="1"/>
          <p:nvPr/>
        </p:nvSpPr>
        <p:spPr>
          <a:xfrm>
            <a:off x="5207000" y="4013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B2D"/>
                </a:solidFill>
              </a:rPr>
              <a:t>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1321771-8850-46F9-993D-773F11446A3D}"/>
              </a:ext>
            </a:extLst>
          </p:cNvPr>
          <p:cNvSpPr/>
          <p:nvPr/>
        </p:nvSpPr>
        <p:spPr>
          <a:xfrm>
            <a:off x="1066800" y="2921000"/>
            <a:ext cx="381000" cy="381000"/>
          </a:xfrm>
          <a:prstGeom prst="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4B7259B-0ACC-43B9-92AD-1015FF484857}"/>
              </a:ext>
            </a:extLst>
          </p:cNvPr>
          <p:cNvSpPr/>
          <p:nvPr/>
        </p:nvSpPr>
        <p:spPr>
          <a:xfrm>
            <a:off x="1447800" y="3302000"/>
            <a:ext cx="381000" cy="381000"/>
          </a:xfrm>
          <a:prstGeom prst="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8E8CE76-2712-4493-BE06-2C0F63C6AC7D}"/>
              </a:ext>
            </a:extLst>
          </p:cNvPr>
          <p:cNvSpPr/>
          <p:nvPr/>
        </p:nvSpPr>
        <p:spPr>
          <a:xfrm>
            <a:off x="1828800" y="2921000"/>
            <a:ext cx="381000" cy="381000"/>
          </a:xfrm>
          <a:prstGeom prst="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B8CFE15-B2C2-4392-94C3-5AE248CED982}"/>
              </a:ext>
            </a:extLst>
          </p:cNvPr>
          <p:cNvSpPr/>
          <p:nvPr/>
        </p:nvSpPr>
        <p:spPr>
          <a:xfrm>
            <a:off x="2209800" y="3302000"/>
            <a:ext cx="381000" cy="381000"/>
          </a:xfrm>
          <a:prstGeom prst="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D31FB7E-6F3C-4B37-BB99-23F316486323}"/>
              </a:ext>
            </a:extLst>
          </p:cNvPr>
          <p:cNvSpPr txBox="1"/>
          <p:nvPr/>
        </p:nvSpPr>
        <p:spPr>
          <a:xfrm>
            <a:off x="1016000" y="2413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7DAF"/>
                </a:solidFill>
              </a:rPr>
              <a:t>na fonte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85A9AF3-3C5F-4854-8CA3-6481437948E2}"/>
              </a:ext>
            </a:extLst>
          </p:cNvPr>
          <p:cNvSpPr/>
          <p:nvPr/>
        </p:nvSpPr>
        <p:spPr>
          <a:xfrm>
            <a:off x="3302000" y="3302000"/>
            <a:ext cx="254000" cy="1524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80C0729-4673-4EB9-B671-46FB87074D9F}"/>
              </a:ext>
            </a:extLst>
          </p:cNvPr>
          <p:cNvSpPr/>
          <p:nvPr/>
        </p:nvSpPr>
        <p:spPr>
          <a:xfrm>
            <a:off x="3556000" y="3454400"/>
            <a:ext cx="254000" cy="1524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3DF9D24-B517-43B5-9AE1-A5065E31C05C}"/>
              </a:ext>
            </a:extLst>
          </p:cNvPr>
          <p:cNvSpPr/>
          <p:nvPr/>
        </p:nvSpPr>
        <p:spPr>
          <a:xfrm>
            <a:off x="3810000" y="3302000"/>
            <a:ext cx="254000" cy="1524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FB0AABC-CDA7-49CA-99F9-46C6700D1F6D}"/>
              </a:ext>
            </a:extLst>
          </p:cNvPr>
          <p:cNvSpPr/>
          <p:nvPr/>
        </p:nvSpPr>
        <p:spPr>
          <a:xfrm>
            <a:off x="4064000" y="3454400"/>
            <a:ext cx="254000" cy="1524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6395E2A-696F-4731-9724-C1181AB98E4D}"/>
              </a:ext>
            </a:extLst>
          </p:cNvPr>
          <p:cNvSpPr/>
          <p:nvPr/>
        </p:nvSpPr>
        <p:spPr>
          <a:xfrm>
            <a:off x="4318000" y="3225800"/>
            <a:ext cx="254000" cy="2286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B36467C-E788-4AE6-9A32-03DAB3E25F24}"/>
              </a:ext>
            </a:extLst>
          </p:cNvPr>
          <p:cNvSpPr/>
          <p:nvPr/>
        </p:nvSpPr>
        <p:spPr>
          <a:xfrm>
            <a:off x="4572000" y="3530600"/>
            <a:ext cx="254000" cy="1524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4E06F5C-AEF8-463F-AF20-912817DEA48B}"/>
              </a:ext>
            </a:extLst>
          </p:cNvPr>
          <p:cNvSpPr txBox="1"/>
          <p:nvPr/>
        </p:nvSpPr>
        <p:spPr>
          <a:xfrm>
            <a:off x="3175000" y="2413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C04848"/>
                </a:solidFill>
              </a:rPr>
              <a:t>no receptor (degradado)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B74BC7D-F85A-40E2-AF37-EFF5027EDA9D}"/>
              </a:ext>
            </a:extLst>
          </p:cNvPr>
          <p:cNvSpPr/>
          <p:nvPr/>
        </p:nvSpPr>
        <p:spPr>
          <a:xfrm rot="1106097">
            <a:off x="2783695" y="3346450"/>
            <a:ext cx="401609" cy="381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A3F0712-9A6E-4FFD-97B6-61A8ED2840B1}"/>
              </a:ext>
            </a:extLst>
          </p:cNvPr>
          <p:cNvSpPr txBox="1"/>
          <p:nvPr/>
        </p:nvSpPr>
        <p:spPr>
          <a:xfrm>
            <a:off x="1257300" y="41529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>
                <a:solidFill>
                  <a:srgbClr val="C04848"/>
                </a:solidFill>
              </a:rPr>
              <a:t>⚠ amplitude sensível ao ruído e perdas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0114E79-DA23-4E11-B70E-A521C1FEEC97}"/>
              </a:ext>
            </a:extLst>
          </p:cNvPr>
          <p:cNvSpPr/>
          <p:nvPr/>
        </p:nvSpPr>
        <p:spPr>
          <a:xfrm>
            <a:off x="6477000" y="1524000"/>
            <a:ext cx="5207000" cy="3556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AC2F71B-DA91-4860-BB71-2C1B386BA407}"/>
              </a:ext>
            </a:extLst>
          </p:cNvPr>
          <p:cNvSpPr txBox="1"/>
          <p:nvPr/>
        </p:nvSpPr>
        <p:spPr>
          <a:xfrm>
            <a:off x="6654800" y="1651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Codificando em FREQUÊNCIA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205A997-D26D-46FB-84B4-7C7874BAAE0C}"/>
              </a:ext>
            </a:extLst>
          </p:cNvPr>
          <p:cNvSpPr txBox="1"/>
          <p:nvPr/>
        </p:nvSpPr>
        <p:spPr>
          <a:xfrm>
            <a:off x="6654800" y="20066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→ a contagem de pulsos importa, não amplitude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9B3962E-EB4F-4EE8-AB8B-9ACA765570A9}"/>
              </a:ext>
            </a:extLst>
          </p:cNvPr>
          <p:cNvSpPr/>
          <p:nvPr/>
        </p:nvSpPr>
        <p:spPr>
          <a:xfrm>
            <a:off x="6858000" y="4064000"/>
            <a:ext cx="4445000" cy="25400"/>
          </a:xfrm>
          <a:prstGeom prst="rect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7EB3ED5-1568-4899-ABA2-9DBD3DB8B110}"/>
              </a:ext>
            </a:extLst>
          </p:cNvPr>
          <p:cNvSpPr txBox="1"/>
          <p:nvPr/>
        </p:nvSpPr>
        <p:spPr>
          <a:xfrm>
            <a:off x="11049000" y="4013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B2D"/>
                </a:solidFill>
              </a:rPr>
              <a:t>t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D6E3AA5-7D3E-43E8-9C2B-591792193A0C}"/>
              </a:ext>
            </a:extLst>
          </p:cNvPr>
          <p:cNvSpPr/>
          <p:nvPr/>
        </p:nvSpPr>
        <p:spPr>
          <a:xfrm>
            <a:off x="6908800" y="2794000"/>
            <a:ext cx="76200" cy="762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809FA92-AD38-41B2-BB1A-4BB5E8483AF2}"/>
              </a:ext>
            </a:extLst>
          </p:cNvPr>
          <p:cNvSpPr/>
          <p:nvPr/>
        </p:nvSpPr>
        <p:spPr>
          <a:xfrm>
            <a:off x="7289800" y="2794000"/>
            <a:ext cx="76200" cy="762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E527440-12A2-4352-991E-3B24B6DA6415}"/>
              </a:ext>
            </a:extLst>
          </p:cNvPr>
          <p:cNvSpPr/>
          <p:nvPr/>
        </p:nvSpPr>
        <p:spPr>
          <a:xfrm>
            <a:off x="7670800" y="2794000"/>
            <a:ext cx="76200" cy="762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2CB2C1B-9895-4877-A289-7FEA0D2BFF60}"/>
              </a:ext>
            </a:extLst>
          </p:cNvPr>
          <p:cNvSpPr/>
          <p:nvPr/>
        </p:nvSpPr>
        <p:spPr>
          <a:xfrm>
            <a:off x="8051800" y="2794000"/>
            <a:ext cx="76200" cy="762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DD0755D-2CFB-43CF-944B-CC63056557DB}"/>
              </a:ext>
            </a:extLst>
          </p:cNvPr>
          <p:cNvSpPr/>
          <p:nvPr/>
        </p:nvSpPr>
        <p:spPr>
          <a:xfrm>
            <a:off x="8432800" y="2794000"/>
            <a:ext cx="76200" cy="762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E74996A-72E4-4534-9872-79F7E9F5C0EC}"/>
              </a:ext>
            </a:extLst>
          </p:cNvPr>
          <p:cNvSpPr txBox="1"/>
          <p:nvPr/>
        </p:nvSpPr>
        <p:spPr>
          <a:xfrm>
            <a:off x="6858000" y="2413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C8C5F"/>
                </a:solidFill>
              </a:rPr>
              <a:t>na fonte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ED4FA7BA-3040-402A-857B-C08197AF6396}"/>
              </a:ext>
            </a:extLst>
          </p:cNvPr>
          <p:cNvSpPr/>
          <p:nvPr/>
        </p:nvSpPr>
        <p:spPr>
          <a:xfrm>
            <a:off x="9271000" y="3048000"/>
            <a:ext cx="76200" cy="508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41528202-459E-48F3-8688-99AC116CACBC}"/>
              </a:ext>
            </a:extLst>
          </p:cNvPr>
          <p:cNvSpPr/>
          <p:nvPr/>
        </p:nvSpPr>
        <p:spPr>
          <a:xfrm>
            <a:off x="9652000" y="3048000"/>
            <a:ext cx="76200" cy="508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57647B2-2749-4681-B993-C84E3EE59C59}"/>
              </a:ext>
            </a:extLst>
          </p:cNvPr>
          <p:cNvSpPr/>
          <p:nvPr/>
        </p:nvSpPr>
        <p:spPr>
          <a:xfrm>
            <a:off x="10033000" y="3048000"/>
            <a:ext cx="76200" cy="508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FD005EA-4BB8-498B-8621-71CCFA752631}"/>
              </a:ext>
            </a:extLst>
          </p:cNvPr>
          <p:cNvSpPr/>
          <p:nvPr/>
        </p:nvSpPr>
        <p:spPr>
          <a:xfrm>
            <a:off x="10414000" y="3048000"/>
            <a:ext cx="76200" cy="508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76555DC-06C3-440F-827B-69A3EE83342F}"/>
              </a:ext>
            </a:extLst>
          </p:cNvPr>
          <p:cNvSpPr/>
          <p:nvPr/>
        </p:nvSpPr>
        <p:spPr>
          <a:xfrm>
            <a:off x="10795000" y="3048000"/>
            <a:ext cx="76200" cy="508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31B1131-AFF9-42AB-A0F2-548DA945984B}"/>
              </a:ext>
            </a:extLst>
          </p:cNvPr>
          <p:cNvSpPr txBox="1"/>
          <p:nvPr/>
        </p:nvSpPr>
        <p:spPr>
          <a:xfrm>
            <a:off x="9271000" y="2413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C8C5F"/>
                </a:solidFill>
              </a:rPr>
              <a:t>no receptor (íntegro)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EC705961-8BAF-495F-96D3-0F0172998A71}"/>
              </a:ext>
            </a:extLst>
          </p:cNvPr>
          <p:cNvSpPr/>
          <p:nvPr/>
        </p:nvSpPr>
        <p:spPr>
          <a:xfrm rot="842175">
            <a:off x="8628182" y="3219450"/>
            <a:ext cx="523634" cy="38100"/>
          </a:xfrm>
          <a:prstGeom prst="rect">
            <a:avLst/>
          </a:prstGeom>
          <a:solidFill>
            <a:srgbClr val="6B7F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3E3DCEC-F8BA-4B66-A311-5BFB3FF69E7D}"/>
              </a:ext>
            </a:extLst>
          </p:cNvPr>
          <p:cNvSpPr txBox="1"/>
          <p:nvPr/>
        </p:nvSpPr>
        <p:spPr>
          <a:xfrm>
            <a:off x="7226300" y="4114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✓ amplitude pode atenuar, f permanece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5283864-0F24-40C0-AA3E-FD4E9C8ECD99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E734CC0-1ADB-445E-B037-77FC4B64102C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B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1DC579B-32A5-4F72-B828-8E9C5F90D497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Facilita a transmissão de sinais em longas distâncias</a:t>
            </a:r>
          </a:p>
        </p:txBody>
      </p:sp>
    </p:spTree>
    <p:extLst>
      <p:ext uri="{BB962C8B-B14F-4D97-AF65-F5344CB8AC3E}">
        <p14:creationId xmlns:p14="http://schemas.microsoft.com/office/powerpoint/2010/main" val="4254207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7,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6,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"&lt;p&gt;Divisores de tensão são frequentemente usados para converter a resistência de um sensor em uma tensão de saída. Qual é a principal limitação de divisores de tensão em comparação às pontes de Wheatstone?&lt;/p&gt;",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"q_slide:7_answer",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"seq-7",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"&lt;p&gt;Não possuem a capacidade de compensar grandezas de influência.&lt;/p&gt;",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"&lt;p&gt;Não possuem a capacidade de compensar grandezas de influência.&lt;/p&gt;",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"&lt;p&gt;Exigem uma fonte de tensão alternada para operar corretamente.&lt;/p&gt;",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"&lt;p&gt;São mais complexos para implementar e ajustar em campo.&lt;/p&gt;",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"&lt;p&gt;Requerem sensores capacitivos para operação estável.&lt;/p&gt;",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"&lt;p&gt;Apresentam maior custo devido ao número de componentes.&lt;/p&gt;",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6806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E576086-2E22-4206-88AA-D3EBDC098AF0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561CFE-3247-4F46-9AAC-57EDDE2D25DE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577EE0-57E3-4FFD-88E3-B6529AFEE6AD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Divisor de Tensão  vs  Ponte de Wheatstone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508B66-82A9-4965-960B-1FB51F97F6D9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Por que o divisor não compensa grandezas de influência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D1C6A65-FBFD-425D-8168-E3499272343F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A386622-88F2-4967-B58C-0418A306808B}"/>
              </a:ext>
            </a:extLst>
          </p:cNvPr>
          <p:cNvSpPr/>
          <p:nvPr/>
        </p:nvSpPr>
        <p:spPr>
          <a:xfrm>
            <a:off x="635000" y="1524000"/>
            <a:ext cx="5207000" cy="3556000"/>
          </a:xfrm>
          <a:prstGeom prst="roundRect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66810B-BB8E-4449-979D-AB1BA0EC5CC1}"/>
              </a:ext>
            </a:extLst>
          </p:cNvPr>
          <p:cNvSpPr txBox="1"/>
          <p:nvPr/>
        </p:nvSpPr>
        <p:spPr>
          <a:xfrm>
            <a:off x="812800" y="1651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C04848"/>
                </a:solidFill>
              </a:rPr>
              <a:t>DIVISOR DE TENSÃO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680813-FAC3-4D4B-9C1F-6D80FFF581AF}"/>
              </a:ext>
            </a:extLst>
          </p:cNvPr>
          <p:cNvSpPr txBox="1"/>
          <p:nvPr/>
        </p:nvSpPr>
        <p:spPr>
          <a:xfrm>
            <a:off x="1724744" y="2231515"/>
            <a:ext cx="76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98DA607-A153-401D-8F1A-BE8C85CF9F1B}"/>
              </a:ext>
            </a:extLst>
          </p:cNvPr>
          <p:cNvSpPr/>
          <p:nvPr/>
        </p:nvSpPr>
        <p:spPr>
          <a:xfrm>
            <a:off x="2486744" y="2612515"/>
            <a:ext cx="1016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39294E9-3F55-43B2-87D1-85C4A6104C70}"/>
              </a:ext>
            </a:extLst>
          </p:cNvPr>
          <p:cNvSpPr/>
          <p:nvPr/>
        </p:nvSpPr>
        <p:spPr>
          <a:xfrm>
            <a:off x="3502744" y="2434715"/>
            <a:ext cx="508000" cy="406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79ACC2-1C9D-492F-B5B7-FE97B77222E7}"/>
              </a:ext>
            </a:extLst>
          </p:cNvPr>
          <p:cNvSpPr txBox="1"/>
          <p:nvPr/>
        </p:nvSpPr>
        <p:spPr>
          <a:xfrm>
            <a:off x="3502744" y="2434715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R₁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C758F64-7B94-4FD0-8082-0C1FA8E2D14C}"/>
              </a:ext>
            </a:extLst>
          </p:cNvPr>
          <p:cNvSpPr/>
          <p:nvPr/>
        </p:nvSpPr>
        <p:spPr>
          <a:xfrm>
            <a:off x="4010744" y="2612515"/>
            <a:ext cx="635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6B02C2-BAB6-471A-B14A-9EF03FC9670A}"/>
              </a:ext>
            </a:extLst>
          </p:cNvPr>
          <p:cNvSpPr txBox="1"/>
          <p:nvPr/>
        </p:nvSpPr>
        <p:spPr>
          <a:xfrm>
            <a:off x="4836244" y="2460115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Vout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925097B-84FD-4E3D-994F-DED9E3A61D1F}"/>
              </a:ext>
            </a:extLst>
          </p:cNvPr>
          <p:cNvSpPr/>
          <p:nvPr/>
        </p:nvSpPr>
        <p:spPr>
          <a:xfrm>
            <a:off x="4671144" y="2663315"/>
            <a:ext cx="50800" cy="480144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6B7C744-85B8-4F60-873B-392FCEBE3969}"/>
              </a:ext>
            </a:extLst>
          </p:cNvPr>
          <p:cNvSpPr/>
          <p:nvPr/>
        </p:nvSpPr>
        <p:spPr>
          <a:xfrm>
            <a:off x="4417144" y="3143459"/>
            <a:ext cx="558800" cy="4572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5530CA4-0B83-483B-B249-626AE4E3C04F}"/>
              </a:ext>
            </a:extLst>
          </p:cNvPr>
          <p:cNvSpPr txBox="1"/>
          <p:nvPr/>
        </p:nvSpPr>
        <p:spPr>
          <a:xfrm>
            <a:off x="4417144" y="3143459"/>
            <a:ext cx="5588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R₂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A9207C3-025B-421C-86A8-AFF7E3F22E11}"/>
              </a:ext>
            </a:extLst>
          </p:cNvPr>
          <p:cNvSpPr/>
          <p:nvPr/>
        </p:nvSpPr>
        <p:spPr>
          <a:xfrm>
            <a:off x="4671144" y="3600659"/>
            <a:ext cx="50800" cy="304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4288659-AC66-4D42-BF50-31260DEE5DE5}"/>
              </a:ext>
            </a:extLst>
          </p:cNvPr>
          <p:cNvSpPr txBox="1"/>
          <p:nvPr/>
        </p:nvSpPr>
        <p:spPr>
          <a:xfrm>
            <a:off x="741958" y="3374106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C04848"/>
                </a:solidFill>
              </a:rPr>
              <a:t>❌ Sem referência simétrica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F4ED4D9-CEF8-43BE-A080-90DE7676204D}"/>
              </a:ext>
            </a:extLst>
          </p:cNvPr>
          <p:cNvSpPr txBox="1"/>
          <p:nvPr/>
        </p:nvSpPr>
        <p:spPr>
          <a:xfrm>
            <a:off x="725981" y="293903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>
                <a:solidFill>
                  <a:srgbClr val="C04848"/>
                </a:solidFill>
              </a:rPr>
              <a:t>❌ Temperatura → erro direto em </a:t>
            </a:r>
            <a:r>
              <a:rPr lang="pt-BR" sz="1600" b="1" dirty="0" err="1">
                <a:solidFill>
                  <a:srgbClr val="C04848"/>
                </a:solidFill>
              </a:rPr>
              <a:t>Vout</a:t>
            </a:r>
            <a:endParaRPr lang="pt-BR" sz="1600" b="1" dirty="0">
              <a:solidFill>
                <a:srgbClr val="C04848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688B71A-E3D0-48EE-94EC-795E8E8B4F3F}"/>
              </a:ext>
            </a:extLst>
          </p:cNvPr>
          <p:cNvSpPr txBox="1"/>
          <p:nvPr/>
        </p:nvSpPr>
        <p:spPr>
          <a:xfrm>
            <a:off x="741958" y="3791159"/>
            <a:ext cx="299799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>
                <a:solidFill>
                  <a:srgbClr val="C04848"/>
                </a:solidFill>
              </a:rPr>
              <a:t>❌ Sensível a oscilações de Vin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68D6A4D-B9FE-4484-A808-D1590DB72969}"/>
              </a:ext>
            </a:extLst>
          </p:cNvPr>
          <p:cNvSpPr/>
          <p:nvPr/>
        </p:nvSpPr>
        <p:spPr>
          <a:xfrm>
            <a:off x="6477000" y="1524000"/>
            <a:ext cx="5207000" cy="3556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7F91E37-93FB-45B6-BA7D-2F5FC270AE17}"/>
              </a:ext>
            </a:extLst>
          </p:cNvPr>
          <p:cNvSpPr txBox="1"/>
          <p:nvPr/>
        </p:nvSpPr>
        <p:spPr>
          <a:xfrm>
            <a:off x="6654800" y="1651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PONTE DE WHEATSTONE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AD26A3D-4163-4721-966C-3D317624598F}"/>
              </a:ext>
            </a:extLst>
          </p:cNvPr>
          <p:cNvSpPr/>
          <p:nvPr/>
        </p:nvSpPr>
        <p:spPr>
          <a:xfrm>
            <a:off x="7975600" y="2641600"/>
            <a:ext cx="177800" cy="177800"/>
          </a:xfrm>
          <a:prstGeom prst="ellipse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8A48276-5522-4D3E-A272-C0859C251913}"/>
              </a:ext>
            </a:extLst>
          </p:cNvPr>
          <p:cNvSpPr/>
          <p:nvPr/>
        </p:nvSpPr>
        <p:spPr>
          <a:xfrm>
            <a:off x="7975600" y="4038600"/>
            <a:ext cx="177800" cy="177800"/>
          </a:xfrm>
          <a:prstGeom prst="ellipse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CD4B737-C4EB-4B74-97F2-81EAE06EA0F0}"/>
              </a:ext>
            </a:extLst>
          </p:cNvPr>
          <p:cNvSpPr/>
          <p:nvPr/>
        </p:nvSpPr>
        <p:spPr>
          <a:xfrm>
            <a:off x="7277100" y="3340100"/>
            <a:ext cx="177800" cy="177800"/>
          </a:xfrm>
          <a:prstGeom prst="ellipse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2E926E9-23AD-4125-B39F-5C7A90131EF5}"/>
              </a:ext>
            </a:extLst>
          </p:cNvPr>
          <p:cNvSpPr/>
          <p:nvPr/>
        </p:nvSpPr>
        <p:spPr>
          <a:xfrm>
            <a:off x="8674100" y="3340100"/>
            <a:ext cx="177800" cy="177800"/>
          </a:xfrm>
          <a:prstGeom prst="ellipse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3C99CB7-9218-430F-98A6-39113573B346}"/>
              </a:ext>
            </a:extLst>
          </p:cNvPr>
          <p:cNvSpPr/>
          <p:nvPr/>
        </p:nvSpPr>
        <p:spPr>
          <a:xfrm rot="8100000">
            <a:off x="7221335" y="3054350"/>
            <a:ext cx="987828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570ADEF-F1B2-47A3-A004-B856310B87EC}"/>
              </a:ext>
            </a:extLst>
          </p:cNvPr>
          <p:cNvSpPr/>
          <p:nvPr/>
        </p:nvSpPr>
        <p:spPr>
          <a:xfrm rot="2700000">
            <a:off x="7919835" y="3054350"/>
            <a:ext cx="987828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BBBDF32-BA5B-463E-8EE4-62119AAA7E96}"/>
              </a:ext>
            </a:extLst>
          </p:cNvPr>
          <p:cNvSpPr/>
          <p:nvPr/>
        </p:nvSpPr>
        <p:spPr>
          <a:xfrm rot="2700000">
            <a:off x="7221335" y="3752850"/>
            <a:ext cx="987828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CA77336-EDCD-4859-95ED-A6C5A56EF3F7}"/>
              </a:ext>
            </a:extLst>
          </p:cNvPr>
          <p:cNvSpPr/>
          <p:nvPr/>
        </p:nvSpPr>
        <p:spPr>
          <a:xfrm rot="8100000">
            <a:off x="7919835" y="3752850"/>
            <a:ext cx="987828" cy="508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43FFE5E-7CCB-45BE-9BBB-28B62BF96202}"/>
              </a:ext>
            </a:extLst>
          </p:cNvPr>
          <p:cNvSpPr txBox="1"/>
          <p:nvPr/>
        </p:nvSpPr>
        <p:spPr>
          <a:xfrm>
            <a:off x="7334249" y="43688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 err="1">
                <a:solidFill>
                  <a:srgbClr val="2C8C5F"/>
                </a:solidFill>
              </a:rPr>
              <a:t>Vout</a:t>
            </a:r>
            <a:r>
              <a:rPr lang="pt-BR" sz="1600" b="1" dirty="0">
                <a:solidFill>
                  <a:srgbClr val="2C8C5F"/>
                </a:solidFill>
              </a:rPr>
              <a:t> = </a:t>
            </a:r>
            <a:r>
              <a:rPr lang="el-GR" sz="1600" b="1" dirty="0">
                <a:solidFill>
                  <a:srgbClr val="2C8C5F"/>
                </a:solidFill>
              </a:rPr>
              <a:t>Δ</a:t>
            </a:r>
            <a:r>
              <a:rPr lang="pt-BR" sz="1600" b="1" dirty="0">
                <a:solidFill>
                  <a:srgbClr val="2C8C5F"/>
                </a:solidFill>
              </a:rPr>
              <a:t>R só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377309B-72A7-4D99-A172-AEC0C95D2AC4}"/>
              </a:ext>
            </a:extLst>
          </p:cNvPr>
          <p:cNvSpPr txBox="1"/>
          <p:nvPr/>
        </p:nvSpPr>
        <p:spPr>
          <a:xfrm>
            <a:off x="8966200" y="2500673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✓ Mede </a:t>
            </a:r>
            <a:r>
              <a:rPr lang="el-GR" sz="1600" b="1">
                <a:solidFill>
                  <a:srgbClr val="2C8C5F"/>
                </a:solidFill>
              </a:rPr>
              <a:t>Δ</a:t>
            </a:r>
            <a:r>
              <a:rPr lang="pt-BR" sz="1600" b="1">
                <a:solidFill>
                  <a:srgbClr val="2C8C5F"/>
                </a:solidFill>
              </a:rPr>
              <a:t>R (diferencial)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553F5CE-5A6E-4AC4-BFB5-79BAFE9AE65C}"/>
              </a:ext>
            </a:extLst>
          </p:cNvPr>
          <p:cNvSpPr txBox="1"/>
          <p:nvPr/>
        </p:nvSpPr>
        <p:spPr>
          <a:xfrm>
            <a:off x="8966200" y="2856273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>
                <a:solidFill>
                  <a:srgbClr val="2C8C5F"/>
                </a:solidFill>
              </a:rPr>
              <a:t>✓ Compensa temperatura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4DE58AF-12C1-464F-94DC-7B8F8C69D5CA}"/>
              </a:ext>
            </a:extLst>
          </p:cNvPr>
          <p:cNvSpPr txBox="1"/>
          <p:nvPr/>
        </p:nvSpPr>
        <p:spPr>
          <a:xfrm>
            <a:off x="8966200" y="3211873"/>
            <a:ext cx="2483938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>
                <a:solidFill>
                  <a:srgbClr val="2C8C5F"/>
                </a:solidFill>
              </a:rPr>
              <a:t>✓ Imune a Vin (Variação)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7A4F327-2D71-4B42-A122-9B63BCEB272D}"/>
              </a:ext>
            </a:extLst>
          </p:cNvPr>
          <p:cNvSpPr txBox="1"/>
          <p:nvPr/>
        </p:nvSpPr>
        <p:spPr>
          <a:xfrm>
            <a:off x="8966200" y="3567473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✓ Alta sensibilidade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6CDCA10-DE7C-4898-9D62-80AF93F8977D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1F89EC-921B-4E6E-947C-DC405351C732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C7EA941-7EAC-4667-A110-E7FCF8954E76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Não possuem a capacidade de compensar grandezas de influência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19EB5C8-4856-4ADE-9085-045B23C0B14F}"/>
              </a:ext>
            </a:extLst>
          </p:cNvPr>
          <p:cNvSpPr/>
          <p:nvPr/>
        </p:nvSpPr>
        <p:spPr>
          <a:xfrm>
            <a:off x="4594944" y="2536315"/>
            <a:ext cx="177800" cy="177800"/>
          </a:xfrm>
          <a:prstGeom prst="ellipse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39994FE-805A-04B9-6E3C-3DBC6199BDBC}"/>
              </a:ext>
            </a:extLst>
          </p:cNvPr>
          <p:cNvSpPr/>
          <p:nvPr/>
        </p:nvSpPr>
        <p:spPr>
          <a:xfrm rot="16200000">
            <a:off x="4667048" y="3725204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787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8E55-0286-0B5C-A02F-4D5F7914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0E904-ADA0-5274-A6BE-8AB5C220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chemeClr val="tx1"/>
                </a:solidFill>
              </a:rPr>
              <a:t>1º Caso: 1 Elemento 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DDC1C9-ADD1-78D1-0F13-F326D6F38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5640" cy="435133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pt-BR" sz="2000" b="1" dirty="0">
                <a:solidFill>
                  <a:srgbClr val="3A86C8"/>
                </a:solidFill>
              </a:rPr>
              <a:t>Quarto de Ponte (1 ativo):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Comp. térmica: </a:t>
            </a:r>
            <a:r>
              <a:rPr lang="pt-BR" sz="2000" b="1" dirty="0">
                <a:solidFill>
                  <a:srgbClr val="E74C3C"/>
                </a:solidFill>
              </a:rPr>
              <a:t>NÃO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Sensibilidade: </a:t>
            </a:r>
            <a:r>
              <a:rPr lang="pt-BR" sz="2000" b="1" dirty="0">
                <a:solidFill>
                  <a:srgbClr val="E74C3C"/>
                </a:solidFill>
              </a:rPr>
              <a:t>BAIXA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Linearidade: </a:t>
            </a:r>
            <a:r>
              <a:rPr lang="pt-BR" sz="2000" b="1" dirty="0">
                <a:solidFill>
                  <a:srgbClr val="E74C3C"/>
                </a:solidFill>
              </a:rPr>
              <a:t>BAIXA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Simplicidade: </a:t>
            </a:r>
            <a:r>
              <a:rPr lang="pt-BR" sz="2000" b="1" dirty="0">
                <a:solidFill>
                  <a:srgbClr val="2ECC71"/>
                </a:solidFill>
              </a:rPr>
              <a:t>ALTA </a:t>
            </a:r>
            <a:endParaRPr lang="pt-BR" sz="2000" b="1" dirty="0">
              <a:solidFill>
                <a:srgbClr val="E74C3C"/>
              </a:solidFill>
            </a:endParaRPr>
          </a:p>
          <a:p>
            <a:pPr marL="0" indent="0">
              <a:buNone/>
            </a:pPr>
            <a:endParaRPr lang="pt-BR" sz="2000" b="1" dirty="0">
              <a:solidFill>
                <a:srgbClr val="E74C3C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829C2D5-56AC-C4C1-67C4-55CBAE42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623" y="4433726"/>
            <a:ext cx="2934109" cy="990738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33C673E-811D-63FD-71B9-4EB508B37DA5}"/>
              </a:ext>
            </a:extLst>
          </p:cNvPr>
          <p:cNvGrpSpPr/>
          <p:nvPr/>
        </p:nvGrpSpPr>
        <p:grpSpPr>
          <a:xfrm>
            <a:off x="6231874" y="1825625"/>
            <a:ext cx="4772691" cy="3753374"/>
            <a:chOff x="3709654" y="1552313"/>
            <a:chExt cx="4772691" cy="3753374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72FA735-30FB-226B-7F89-AA629D97B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9654" y="1552313"/>
              <a:ext cx="4772691" cy="37533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Node3">
                  <a:extLst>
                    <a:ext uri="{FF2B5EF4-FFF2-40B4-BE49-F238E27FC236}">
                      <a16:creationId xmlns:a16="http://schemas.microsoft.com/office/drawing/2014/main" id="{4A929E06-31D0-8877-EB89-AFD88E466E2A}"/>
                    </a:ext>
                  </a:extLst>
                </p:cNvPr>
                <p:cNvSpPr/>
                <p:nvPr/>
              </p:nvSpPr>
              <p:spPr>
                <a:xfrm>
                  <a:off x="5085475" y="2290900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Node3">
                  <a:extLst>
                    <a:ext uri="{FF2B5EF4-FFF2-40B4-BE49-F238E27FC236}">
                      <a16:creationId xmlns:a16="http://schemas.microsoft.com/office/drawing/2014/main" id="{4A929E06-31D0-8877-EB89-AFD88E466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5475" y="2290900"/>
                  <a:ext cx="269395" cy="444500"/>
                </a:xfrm>
                <a:prstGeom prst="rect">
                  <a:avLst/>
                </a:prstGeom>
                <a:blipFill>
                  <a:blip r:embed="rId4"/>
                  <a:stretch>
                    <a:fillRect l="-34091" r="-295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8CD37501-C23C-18C6-CCD7-DE57D516F615}"/>
                    </a:ext>
                  </a:extLst>
                </p:cNvPr>
                <p:cNvSpPr/>
                <p:nvPr/>
              </p:nvSpPr>
              <p:spPr>
                <a:xfrm>
                  <a:off x="5070714" y="3989226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8CD37501-C23C-18C6-CCD7-DE57D516F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714" y="3989226"/>
                  <a:ext cx="269395" cy="444500"/>
                </a:xfrm>
                <a:prstGeom prst="rect">
                  <a:avLst/>
                </a:prstGeom>
                <a:blipFill>
                  <a:blip r:embed="rId5"/>
                  <a:stretch>
                    <a:fillRect l="-34091" r="-295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06BDF776-4099-7123-E713-0739222CE6E0}"/>
                    </a:ext>
                  </a:extLst>
                </p:cNvPr>
                <p:cNvSpPr/>
                <p:nvPr/>
              </p:nvSpPr>
              <p:spPr>
                <a:xfrm>
                  <a:off x="7233729" y="2290900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06BDF776-4099-7123-E713-0739222CE6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3729" y="2290900"/>
                  <a:ext cx="269395" cy="444500"/>
                </a:xfrm>
                <a:prstGeom prst="rect">
                  <a:avLst/>
                </a:prstGeom>
                <a:blipFill>
                  <a:blip r:embed="rId6"/>
                  <a:stretch>
                    <a:fillRect l="-31111" r="-288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A82F28A9-1EE6-AB74-0F34-F0906EF7226E}"/>
                    </a:ext>
                  </a:extLst>
                </p:cNvPr>
                <p:cNvSpPr/>
                <p:nvPr/>
              </p:nvSpPr>
              <p:spPr>
                <a:xfrm>
                  <a:off x="6290072" y="4001294"/>
                  <a:ext cx="1270443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A82F28A9-1EE6-AB74-0F34-F0906EF722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0072" y="4001294"/>
                  <a:ext cx="1270443" cy="444500"/>
                </a:xfrm>
                <a:prstGeom prst="rect">
                  <a:avLst/>
                </a:prstGeom>
                <a:blipFill>
                  <a:blip r:embed="rId7"/>
                  <a:stretch>
                    <a:fillRect r="-33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Node1">
              <a:extLst>
                <a:ext uri="{FF2B5EF4-FFF2-40B4-BE49-F238E27FC236}">
                  <a16:creationId xmlns:a16="http://schemas.microsoft.com/office/drawing/2014/main" id="{5258FE47-0EFD-E82C-84B2-61EBB4038F81}"/>
                </a:ext>
              </a:extLst>
            </p:cNvPr>
            <p:cNvSpPr/>
            <p:nvPr/>
          </p:nvSpPr>
          <p:spPr>
            <a:xfrm>
              <a:off x="6223000" y="2919151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F4D03F"/>
                  </a:solidFill>
                </a:rPr>
                <a:t>Detector
(Galv.)</a:t>
              </a:r>
            </a:p>
          </p:txBody>
        </p:sp>
        <p:sp>
          <p:nvSpPr>
            <p:cNvPr id="8" name="Node4">
              <a:extLst>
                <a:ext uri="{FF2B5EF4-FFF2-40B4-BE49-F238E27FC236}">
                  <a16:creationId xmlns:a16="http://schemas.microsoft.com/office/drawing/2014/main" id="{4E4B174E-C596-7152-9C3A-3917335A77F6}"/>
                </a:ext>
              </a:extLst>
            </p:cNvPr>
            <p:cNvSpPr/>
            <p:nvPr/>
          </p:nvSpPr>
          <p:spPr>
            <a:xfrm>
              <a:off x="4895609" y="3113362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E07A2F"/>
                  </a:solidFill>
                </a:rPr>
                <a:t>Vₐ (+)</a:t>
              </a:r>
            </a:p>
          </p:txBody>
        </p:sp>
        <p:sp>
          <p:nvSpPr>
            <p:cNvPr id="16" name="Node4">
              <a:extLst>
                <a:ext uri="{FF2B5EF4-FFF2-40B4-BE49-F238E27FC236}">
                  <a16:creationId xmlns:a16="http://schemas.microsoft.com/office/drawing/2014/main" id="{296FF7B5-03DC-585C-17B0-9357008383A5}"/>
                </a:ext>
              </a:extLst>
            </p:cNvPr>
            <p:cNvSpPr/>
            <p:nvPr/>
          </p:nvSpPr>
          <p:spPr>
            <a:xfrm>
              <a:off x="7593345" y="3141401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 err="1">
                  <a:solidFill>
                    <a:srgbClr val="E07A2F"/>
                  </a:solidFill>
                </a:rPr>
                <a:t>V</a:t>
              </a:r>
              <a:r>
                <a:rPr lang="pt-BR" sz="700" b="1" dirty="0" err="1">
                  <a:solidFill>
                    <a:srgbClr val="E07A2F"/>
                  </a:solidFill>
                </a:rPr>
                <a:t>b</a:t>
              </a:r>
              <a:r>
                <a:rPr lang="pt-BR" sz="1200" b="1" dirty="0">
                  <a:solidFill>
                    <a:srgbClr val="E07A2F"/>
                  </a:solidFill>
                </a:rPr>
                <a:t> (+)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6909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6B0A4-1E1D-C6BA-11E9-60B8CA12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chemeClr val="tx1"/>
                </a:solidFill>
              </a:rPr>
              <a:t>2º Caso : 2 Elementos Ativos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C37698-2BD3-2105-1398-365BBBB19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5640" cy="435133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pt-BR" sz="2000" b="1" dirty="0">
                <a:solidFill>
                  <a:srgbClr val="3A86C8"/>
                </a:solidFill>
              </a:rPr>
              <a:t>Quarto de Ponte (1 ativo):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Comp. térmica: </a:t>
            </a:r>
            <a:r>
              <a:rPr lang="pt-BR" sz="2000" b="1" dirty="0">
                <a:solidFill>
                  <a:srgbClr val="E74C3C"/>
                </a:solidFill>
              </a:rPr>
              <a:t>NÃO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Sensibilidade: </a:t>
            </a:r>
            <a:r>
              <a:rPr lang="pt-BR" sz="2000" b="1" dirty="0">
                <a:solidFill>
                  <a:srgbClr val="F4D03F"/>
                </a:solidFill>
              </a:rPr>
              <a:t>MÉDIA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Linearidade: </a:t>
            </a:r>
            <a:r>
              <a:rPr lang="pt-BR" sz="2000" b="1" dirty="0">
                <a:solidFill>
                  <a:srgbClr val="E74C3C"/>
                </a:solidFill>
              </a:rPr>
              <a:t>BAIXA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Simplicidade: </a:t>
            </a:r>
            <a:r>
              <a:rPr lang="pt-BR" sz="2000" b="1" dirty="0">
                <a:solidFill>
                  <a:srgbClr val="F4D03F"/>
                </a:solidFill>
              </a:rPr>
              <a:t>MÉDIA </a:t>
            </a:r>
          </a:p>
          <a:p>
            <a:pPr marL="0" indent="0">
              <a:buNone/>
            </a:pPr>
            <a:endParaRPr lang="pt-BR" sz="2000" b="1" dirty="0">
              <a:solidFill>
                <a:srgbClr val="E74C3C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D86109C-CE9B-6806-6D8A-B766F9126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11" y="4632413"/>
            <a:ext cx="2934109" cy="1000265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2B71F61-D3F1-2D49-A71F-00188C589D05}"/>
              </a:ext>
            </a:extLst>
          </p:cNvPr>
          <p:cNvGrpSpPr/>
          <p:nvPr/>
        </p:nvGrpSpPr>
        <p:grpSpPr>
          <a:xfrm>
            <a:off x="6231874" y="1825625"/>
            <a:ext cx="4772691" cy="3753374"/>
            <a:chOff x="3709654" y="1552313"/>
            <a:chExt cx="4772691" cy="3753374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7A1A90E-7BEE-225C-BDF4-70D4D5A54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9654" y="1552313"/>
              <a:ext cx="4772691" cy="37533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57F1956D-7B60-71E0-8B33-1BDDFBDBFD1F}"/>
                    </a:ext>
                  </a:extLst>
                </p:cNvPr>
                <p:cNvSpPr/>
                <p:nvPr/>
              </p:nvSpPr>
              <p:spPr>
                <a:xfrm>
                  <a:off x="5728514" y="2276224"/>
                  <a:ext cx="1200519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57F1956D-7B60-71E0-8B33-1BDDFBDBFD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8514" y="2276224"/>
                  <a:ext cx="1200519" cy="444500"/>
                </a:xfrm>
                <a:prstGeom prst="rect">
                  <a:avLst/>
                </a:prstGeom>
                <a:blipFill>
                  <a:blip r:embed="rId4"/>
                  <a:stretch>
                    <a:fillRect r="-35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BEED1D7E-91A2-3FA1-E022-4876E06A1E97}"/>
                    </a:ext>
                  </a:extLst>
                </p:cNvPr>
                <p:cNvSpPr/>
                <p:nvPr/>
              </p:nvSpPr>
              <p:spPr>
                <a:xfrm>
                  <a:off x="5070714" y="3989226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BEED1D7E-91A2-3FA1-E022-4876E06A1E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714" y="3989226"/>
                  <a:ext cx="269395" cy="444500"/>
                </a:xfrm>
                <a:prstGeom prst="rect">
                  <a:avLst/>
                </a:prstGeom>
                <a:blipFill>
                  <a:blip r:embed="rId5"/>
                  <a:stretch>
                    <a:fillRect l="-34091" r="-295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7BA3F1B5-B673-57B0-C732-F54E54A5AB47}"/>
                    </a:ext>
                  </a:extLst>
                </p:cNvPr>
                <p:cNvSpPr/>
                <p:nvPr/>
              </p:nvSpPr>
              <p:spPr>
                <a:xfrm>
                  <a:off x="7903147" y="2300274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7BA3F1B5-B673-57B0-C732-F54E54A5AB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3147" y="2300274"/>
                  <a:ext cx="269395" cy="444500"/>
                </a:xfrm>
                <a:prstGeom prst="rect">
                  <a:avLst/>
                </a:prstGeom>
                <a:blipFill>
                  <a:blip r:embed="rId6"/>
                  <a:stretch>
                    <a:fillRect l="-31818" r="-3181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51C5FD97-96A9-5462-C9EF-785165853F9C}"/>
                    </a:ext>
                  </a:extLst>
                </p:cNvPr>
                <p:cNvSpPr/>
                <p:nvPr/>
              </p:nvSpPr>
              <p:spPr>
                <a:xfrm>
                  <a:off x="6290072" y="4001294"/>
                  <a:ext cx="1270443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51C5FD97-96A9-5462-C9EF-785165853F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0072" y="4001294"/>
                  <a:ext cx="1270443" cy="444500"/>
                </a:xfrm>
                <a:prstGeom prst="rect">
                  <a:avLst/>
                </a:prstGeom>
                <a:blipFill>
                  <a:blip r:embed="rId7"/>
                  <a:stretch>
                    <a:fillRect r="-33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Node1">
              <a:extLst>
                <a:ext uri="{FF2B5EF4-FFF2-40B4-BE49-F238E27FC236}">
                  <a16:creationId xmlns:a16="http://schemas.microsoft.com/office/drawing/2014/main" id="{D090E448-FDA6-04DC-0A65-BF578F65CABC}"/>
                </a:ext>
              </a:extLst>
            </p:cNvPr>
            <p:cNvSpPr/>
            <p:nvPr/>
          </p:nvSpPr>
          <p:spPr>
            <a:xfrm>
              <a:off x="6223000" y="2919151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F4D03F"/>
                  </a:solidFill>
                </a:rPr>
                <a:t>Detector
(Galv.)</a:t>
              </a:r>
            </a:p>
          </p:txBody>
        </p:sp>
        <p:sp>
          <p:nvSpPr>
            <p:cNvPr id="18" name="Node4">
              <a:extLst>
                <a:ext uri="{FF2B5EF4-FFF2-40B4-BE49-F238E27FC236}">
                  <a16:creationId xmlns:a16="http://schemas.microsoft.com/office/drawing/2014/main" id="{9E18045A-A276-E2DE-C10B-240FCB62AC67}"/>
                </a:ext>
              </a:extLst>
            </p:cNvPr>
            <p:cNvSpPr/>
            <p:nvPr/>
          </p:nvSpPr>
          <p:spPr>
            <a:xfrm>
              <a:off x="4895609" y="3113362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E07A2F"/>
                  </a:solidFill>
                </a:rPr>
                <a:t>Vₐ (+)</a:t>
              </a:r>
            </a:p>
          </p:txBody>
        </p:sp>
        <p:sp>
          <p:nvSpPr>
            <p:cNvPr id="19" name="Node4">
              <a:extLst>
                <a:ext uri="{FF2B5EF4-FFF2-40B4-BE49-F238E27FC236}">
                  <a16:creationId xmlns:a16="http://schemas.microsoft.com/office/drawing/2014/main" id="{63CB23A6-CBCC-4446-E0F4-624CF83F341F}"/>
                </a:ext>
              </a:extLst>
            </p:cNvPr>
            <p:cNvSpPr/>
            <p:nvPr/>
          </p:nvSpPr>
          <p:spPr>
            <a:xfrm>
              <a:off x="7593345" y="3141401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 err="1">
                  <a:solidFill>
                    <a:srgbClr val="E07A2F"/>
                  </a:solidFill>
                </a:rPr>
                <a:t>V</a:t>
              </a:r>
              <a:r>
                <a:rPr lang="pt-BR" sz="700" b="1" dirty="0" err="1">
                  <a:solidFill>
                    <a:srgbClr val="E07A2F"/>
                  </a:solidFill>
                </a:rPr>
                <a:t>b</a:t>
              </a:r>
              <a:r>
                <a:rPr lang="pt-BR" sz="1200" b="1" dirty="0">
                  <a:solidFill>
                    <a:srgbClr val="E07A2F"/>
                  </a:solidFill>
                </a:rPr>
                <a:t> (+)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5861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5E372-685A-2D88-1254-18F14229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0A484-DE9B-9B3C-E305-EA50E60F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3600" b="1" dirty="0"/>
              <a:t>3º Caso </a:t>
            </a:r>
            <a:r>
              <a:rPr lang="pt-BR" sz="3600" b="1" dirty="0">
                <a:solidFill>
                  <a:schemeClr val="tx1"/>
                </a:solidFill>
              </a:rPr>
              <a:t>: 1 Ativos + 1 Compensação </a:t>
            </a:r>
            <a:br>
              <a:rPr lang="pt-BR" sz="2800" b="1" dirty="0">
                <a:solidFill>
                  <a:schemeClr val="tx1"/>
                </a:solidFill>
              </a:rPr>
            </a:br>
            <a:r>
              <a:rPr lang="pt-BR" sz="2000" b="1" dirty="0">
                <a:solidFill>
                  <a:schemeClr val="tx1"/>
                </a:solidFill>
              </a:rPr>
              <a:t>(Compensando a grandeza de influência)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84BD2-E7AE-09C6-0F1A-1387B5B6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5640" cy="435133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pt-BR" sz="2000" b="1" dirty="0">
                <a:solidFill>
                  <a:srgbClr val="3A86C8"/>
                </a:solidFill>
              </a:rPr>
              <a:t>Quarto de Ponte (1 ativo):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Comp. térmica: </a:t>
            </a:r>
            <a:r>
              <a:rPr lang="pt-BR" sz="2000" b="1" dirty="0">
                <a:solidFill>
                  <a:srgbClr val="F4D03F"/>
                </a:solidFill>
              </a:rPr>
              <a:t>MÉDIA</a:t>
            </a:r>
            <a:endParaRPr lang="pt-BR" sz="2000" b="1" dirty="0">
              <a:solidFill>
                <a:srgbClr val="E74C3C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Sensibilidade: </a:t>
            </a:r>
            <a:r>
              <a:rPr lang="pt-BR" sz="2000" b="1" dirty="0">
                <a:solidFill>
                  <a:srgbClr val="E74C3C"/>
                </a:solidFill>
              </a:rPr>
              <a:t>BAIXA</a:t>
            </a:r>
            <a:endParaRPr lang="pt-BR" sz="2000" b="1" dirty="0">
              <a:solidFill>
                <a:srgbClr val="F4D03F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Linearidade: </a:t>
            </a:r>
            <a:r>
              <a:rPr lang="pt-BR" sz="2000" b="1" dirty="0">
                <a:solidFill>
                  <a:srgbClr val="E74C3C"/>
                </a:solidFill>
              </a:rPr>
              <a:t>BAIXA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Simplicidade: </a:t>
            </a:r>
            <a:r>
              <a:rPr lang="pt-BR" sz="2000" b="1" dirty="0">
                <a:solidFill>
                  <a:srgbClr val="F4D03F"/>
                </a:solidFill>
              </a:rPr>
              <a:t>MÉDIA </a:t>
            </a:r>
          </a:p>
          <a:p>
            <a:pPr marL="0" indent="0">
              <a:buNone/>
            </a:pPr>
            <a:endParaRPr lang="pt-BR" sz="2000" b="1" dirty="0">
              <a:solidFill>
                <a:srgbClr val="E74C3C"/>
              </a:solidFill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AD67606-C69D-6A85-4239-48BD87FCB6B3}"/>
              </a:ext>
            </a:extLst>
          </p:cNvPr>
          <p:cNvGrpSpPr/>
          <p:nvPr/>
        </p:nvGrpSpPr>
        <p:grpSpPr>
          <a:xfrm>
            <a:off x="6231874" y="1825625"/>
            <a:ext cx="4772691" cy="3753374"/>
            <a:chOff x="3709654" y="1552313"/>
            <a:chExt cx="4772691" cy="3753374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2A22E968-C13F-83CD-F2FB-176F01482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9654" y="1552313"/>
              <a:ext cx="4772691" cy="37533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E56E7DE3-B310-623D-97E6-A365AEFB869F}"/>
                    </a:ext>
                  </a:extLst>
                </p:cNvPr>
                <p:cNvSpPr/>
                <p:nvPr/>
              </p:nvSpPr>
              <p:spPr>
                <a:xfrm>
                  <a:off x="6359996" y="2300274"/>
                  <a:ext cx="1200519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E56E7DE3-B310-623D-97E6-A365AEFB86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996" y="2300274"/>
                  <a:ext cx="1200519" cy="444500"/>
                </a:xfrm>
                <a:prstGeom prst="rect">
                  <a:avLst/>
                </a:prstGeom>
                <a:blipFill>
                  <a:blip r:embed="rId3"/>
                  <a:stretch>
                    <a:fillRect r="-507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1EAD796D-CE12-8E78-124C-946449788E34}"/>
                    </a:ext>
                  </a:extLst>
                </p:cNvPr>
                <p:cNvSpPr/>
                <p:nvPr/>
              </p:nvSpPr>
              <p:spPr>
                <a:xfrm>
                  <a:off x="5070714" y="3989226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1EAD796D-CE12-8E78-124C-946449788E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714" y="3989226"/>
                  <a:ext cx="269395" cy="444500"/>
                </a:xfrm>
                <a:prstGeom prst="rect">
                  <a:avLst/>
                </a:prstGeom>
                <a:blipFill>
                  <a:blip r:embed="rId4"/>
                  <a:stretch>
                    <a:fillRect l="-34091" r="-295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1E0DA0DF-EB27-259C-A8EF-091BFA7F5C02}"/>
                    </a:ext>
                  </a:extLst>
                </p:cNvPr>
                <p:cNvSpPr/>
                <p:nvPr/>
              </p:nvSpPr>
              <p:spPr>
                <a:xfrm>
                  <a:off x="5070714" y="2276224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1E0DA0DF-EB27-259C-A8EF-091BFA7F5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714" y="2276224"/>
                  <a:ext cx="269395" cy="444500"/>
                </a:xfrm>
                <a:prstGeom prst="rect">
                  <a:avLst/>
                </a:prstGeom>
                <a:blipFill>
                  <a:blip r:embed="rId5"/>
                  <a:stretch>
                    <a:fillRect l="-34091" r="-295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F272119E-B439-D853-D930-9C1A87DFC14F}"/>
                    </a:ext>
                  </a:extLst>
                </p:cNvPr>
                <p:cNvSpPr/>
                <p:nvPr/>
              </p:nvSpPr>
              <p:spPr>
                <a:xfrm>
                  <a:off x="6290072" y="4001294"/>
                  <a:ext cx="1270443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F272119E-B439-D853-D930-9C1A87DFC1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0072" y="4001294"/>
                  <a:ext cx="1270443" cy="444500"/>
                </a:xfrm>
                <a:prstGeom prst="rect">
                  <a:avLst/>
                </a:prstGeom>
                <a:blipFill>
                  <a:blip r:embed="rId6"/>
                  <a:stretch>
                    <a:fillRect r="-33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Node1">
              <a:extLst>
                <a:ext uri="{FF2B5EF4-FFF2-40B4-BE49-F238E27FC236}">
                  <a16:creationId xmlns:a16="http://schemas.microsoft.com/office/drawing/2014/main" id="{CB3954D6-39DA-1C6F-0A72-497F39E4BA40}"/>
                </a:ext>
              </a:extLst>
            </p:cNvPr>
            <p:cNvSpPr/>
            <p:nvPr/>
          </p:nvSpPr>
          <p:spPr>
            <a:xfrm>
              <a:off x="6223000" y="2919151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F4D03F"/>
                  </a:solidFill>
                </a:rPr>
                <a:t>Detector
(Galv.)</a:t>
              </a:r>
            </a:p>
          </p:txBody>
        </p:sp>
        <p:sp>
          <p:nvSpPr>
            <p:cNvPr id="18" name="Node4">
              <a:extLst>
                <a:ext uri="{FF2B5EF4-FFF2-40B4-BE49-F238E27FC236}">
                  <a16:creationId xmlns:a16="http://schemas.microsoft.com/office/drawing/2014/main" id="{DA821397-522F-CB86-9A4D-C1F10AE8AFBD}"/>
                </a:ext>
              </a:extLst>
            </p:cNvPr>
            <p:cNvSpPr/>
            <p:nvPr/>
          </p:nvSpPr>
          <p:spPr>
            <a:xfrm>
              <a:off x="4895609" y="3113362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E07A2F"/>
                  </a:solidFill>
                </a:rPr>
                <a:t>Vₐ (+)</a:t>
              </a:r>
            </a:p>
          </p:txBody>
        </p:sp>
        <p:sp>
          <p:nvSpPr>
            <p:cNvPr id="19" name="Node4">
              <a:extLst>
                <a:ext uri="{FF2B5EF4-FFF2-40B4-BE49-F238E27FC236}">
                  <a16:creationId xmlns:a16="http://schemas.microsoft.com/office/drawing/2014/main" id="{C39E04B0-69B2-3D2E-D9FA-795E55E597DB}"/>
                </a:ext>
              </a:extLst>
            </p:cNvPr>
            <p:cNvSpPr/>
            <p:nvPr/>
          </p:nvSpPr>
          <p:spPr>
            <a:xfrm>
              <a:off x="7593345" y="3141401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 err="1">
                  <a:solidFill>
                    <a:srgbClr val="E07A2F"/>
                  </a:solidFill>
                </a:rPr>
                <a:t>V</a:t>
              </a:r>
              <a:r>
                <a:rPr lang="pt-BR" sz="700" b="1" dirty="0" err="1">
                  <a:solidFill>
                    <a:srgbClr val="E07A2F"/>
                  </a:solidFill>
                </a:rPr>
                <a:t>b</a:t>
              </a:r>
              <a:r>
                <a:rPr lang="pt-BR" sz="1200" b="1" dirty="0">
                  <a:solidFill>
                    <a:srgbClr val="E07A2F"/>
                  </a:solidFill>
                </a:rPr>
                <a:t> (+)</a:t>
              </a: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45EE616E-7002-BCEF-564F-BFAD80FEE2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89" y="4484788"/>
            <a:ext cx="3991532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1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7C09-BFA3-F1D2-0B18-F6301AE6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C1425-A4E5-4C15-4D95-F9E733FB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3600" b="1" dirty="0"/>
              <a:t>4º Caso </a:t>
            </a:r>
            <a:r>
              <a:rPr lang="pt-BR" sz="3600" b="1" dirty="0">
                <a:solidFill>
                  <a:schemeClr val="tx1"/>
                </a:solidFill>
              </a:rPr>
              <a:t>: 2 Ativos + 2 Compensação </a:t>
            </a:r>
            <a:br>
              <a:rPr lang="pt-BR" sz="2800" b="1" dirty="0">
                <a:solidFill>
                  <a:schemeClr val="tx1"/>
                </a:solidFill>
              </a:rPr>
            </a:br>
            <a:r>
              <a:rPr lang="pt-BR" sz="2000" b="1" dirty="0">
                <a:solidFill>
                  <a:schemeClr val="tx1"/>
                </a:solidFill>
              </a:rPr>
              <a:t>(Compensando a grandeza de influência)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066363-5ED9-818E-024B-2DB12E85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5640" cy="435133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pt-BR" sz="2000" b="1" dirty="0">
                <a:solidFill>
                  <a:srgbClr val="3A86C8"/>
                </a:solidFill>
              </a:rPr>
              <a:t>Quarto de Ponte (1 ativo):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Comp. térmica: </a:t>
            </a:r>
            <a:r>
              <a:rPr lang="pt-BR" sz="2000" b="1" dirty="0">
                <a:solidFill>
                  <a:srgbClr val="2ECC71"/>
                </a:solidFill>
              </a:rPr>
              <a:t>ALTA</a:t>
            </a:r>
            <a:endParaRPr lang="pt-BR" sz="2000" b="1" dirty="0">
              <a:solidFill>
                <a:srgbClr val="E74C3C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Sensibilidade: </a:t>
            </a:r>
            <a:r>
              <a:rPr lang="pt-BR" sz="2000" b="1" dirty="0">
                <a:solidFill>
                  <a:srgbClr val="F4D03F"/>
                </a:solidFill>
              </a:rPr>
              <a:t>MÉDIA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Linearidade: </a:t>
            </a:r>
            <a:r>
              <a:rPr lang="pt-BR" sz="2000" b="1" dirty="0">
                <a:solidFill>
                  <a:srgbClr val="F4D03F"/>
                </a:solidFill>
              </a:rPr>
              <a:t>MÉDIA</a:t>
            </a:r>
            <a:endParaRPr lang="pt-BR" sz="2000" b="1" dirty="0">
              <a:solidFill>
                <a:srgbClr val="E74C3C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Simplicidade: </a:t>
            </a:r>
            <a:r>
              <a:rPr lang="pt-BR" sz="2000" b="1" dirty="0">
                <a:solidFill>
                  <a:srgbClr val="FF0000"/>
                </a:solidFill>
              </a:rPr>
              <a:t>ALTA</a:t>
            </a:r>
            <a:r>
              <a:rPr lang="pt-BR" sz="2000" b="1" dirty="0">
                <a:solidFill>
                  <a:srgbClr val="F4D03F"/>
                </a:solidFill>
              </a:rPr>
              <a:t> </a:t>
            </a:r>
          </a:p>
          <a:p>
            <a:pPr marL="0" indent="0">
              <a:buNone/>
            </a:pPr>
            <a:endParaRPr lang="pt-BR" sz="2000" b="1" dirty="0">
              <a:solidFill>
                <a:srgbClr val="E74C3C"/>
              </a:solidFill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EF79FC4-3572-2E48-A184-1A08C87112F8}"/>
              </a:ext>
            </a:extLst>
          </p:cNvPr>
          <p:cNvGrpSpPr/>
          <p:nvPr/>
        </p:nvGrpSpPr>
        <p:grpSpPr>
          <a:xfrm>
            <a:off x="6307581" y="1764393"/>
            <a:ext cx="4696984" cy="3810532"/>
            <a:chOff x="6307581" y="1764393"/>
            <a:chExt cx="4696984" cy="3810532"/>
          </a:xfrm>
        </p:grpSpPr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2B0C7BDF-8ABA-A2A3-AB21-BB76D120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7581" y="1764393"/>
              <a:ext cx="4439270" cy="381053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2F332F78-AE68-04C2-C0FE-F01D7641B0A0}"/>
                    </a:ext>
                  </a:extLst>
                </p:cNvPr>
                <p:cNvSpPr/>
                <p:nvPr/>
              </p:nvSpPr>
              <p:spPr>
                <a:xfrm>
                  <a:off x="8200572" y="2573586"/>
                  <a:ext cx="1882164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2F332F78-AE68-04C2-C0FE-F01D7641B0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572" y="2573586"/>
                  <a:ext cx="1882164" cy="444500"/>
                </a:xfrm>
                <a:prstGeom prst="rect">
                  <a:avLst/>
                </a:prstGeom>
                <a:blipFill>
                  <a:blip r:embed="rId3"/>
                  <a:stretch>
                    <a:fillRect l="-971" r="-32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9E578699-5457-6F88-2999-05CC87D1F78F}"/>
                    </a:ext>
                  </a:extLst>
                </p:cNvPr>
                <p:cNvSpPr/>
                <p:nvPr/>
              </p:nvSpPr>
              <p:spPr>
                <a:xfrm>
                  <a:off x="7302654" y="4262538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Node3">
                  <a:extLst>
                    <a:ext uri="{FF2B5EF4-FFF2-40B4-BE49-F238E27FC236}">
                      <a16:creationId xmlns:a16="http://schemas.microsoft.com/office/drawing/2014/main" id="{9E578699-5457-6F88-2999-05CC87D1F7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2654" y="4262538"/>
                  <a:ext cx="269395" cy="444500"/>
                </a:xfrm>
                <a:prstGeom prst="rect">
                  <a:avLst/>
                </a:prstGeom>
                <a:blipFill>
                  <a:blip r:embed="rId4"/>
                  <a:stretch>
                    <a:fillRect l="-34091" r="-295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86EFE02C-F5B9-7ED9-1F1D-388D287401F2}"/>
                    </a:ext>
                  </a:extLst>
                </p:cNvPr>
                <p:cNvSpPr/>
                <p:nvPr/>
              </p:nvSpPr>
              <p:spPr>
                <a:xfrm>
                  <a:off x="7317160" y="2549536"/>
                  <a:ext cx="269395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Node3">
                  <a:extLst>
                    <a:ext uri="{FF2B5EF4-FFF2-40B4-BE49-F238E27FC236}">
                      <a16:creationId xmlns:a16="http://schemas.microsoft.com/office/drawing/2014/main" id="{86EFE02C-F5B9-7ED9-1F1D-388D287401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7160" y="2549536"/>
                  <a:ext cx="269395" cy="444500"/>
                </a:xfrm>
                <a:prstGeom prst="rect">
                  <a:avLst/>
                </a:prstGeom>
                <a:blipFill>
                  <a:blip r:embed="rId5"/>
                  <a:stretch>
                    <a:fillRect l="-31111" r="-288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9A883537-9D9A-60BE-9B57-746CE50A7EC5}"/>
                    </a:ext>
                  </a:extLst>
                </p:cNvPr>
                <p:cNvSpPr/>
                <p:nvPr/>
              </p:nvSpPr>
              <p:spPr>
                <a:xfrm>
                  <a:off x="8200572" y="4274606"/>
                  <a:ext cx="1882163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9A883537-9D9A-60BE-9B57-746CE50A7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572" y="4274606"/>
                  <a:ext cx="1882163" cy="444500"/>
                </a:xfrm>
                <a:prstGeom prst="rect">
                  <a:avLst/>
                </a:prstGeom>
                <a:blipFill>
                  <a:blip r:embed="rId6"/>
                  <a:stretch>
                    <a:fillRect l="-971" r="-32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Node1">
              <a:extLst>
                <a:ext uri="{FF2B5EF4-FFF2-40B4-BE49-F238E27FC236}">
                  <a16:creationId xmlns:a16="http://schemas.microsoft.com/office/drawing/2014/main" id="{8D8B4464-97EB-BAB7-238D-EEBF25549D33}"/>
                </a:ext>
              </a:extLst>
            </p:cNvPr>
            <p:cNvSpPr/>
            <p:nvPr/>
          </p:nvSpPr>
          <p:spPr>
            <a:xfrm>
              <a:off x="8599786" y="3192463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F4D03F"/>
                  </a:solidFill>
                </a:rPr>
                <a:t>Detector
(Galv.)</a:t>
              </a:r>
            </a:p>
          </p:txBody>
        </p:sp>
        <p:sp>
          <p:nvSpPr>
            <p:cNvPr id="18" name="Node4">
              <a:extLst>
                <a:ext uri="{FF2B5EF4-FFF2-40B4-BE49-F238E27FC236}">
                  <a16:creationId xmlns:a16="http://schemas.microsoft.com/office/drawing/2014/main" id="{175552FA-6587-E6F0-E284-0C9D157D86A2}"/>
                </a:ext>
              </a:extLst>
            </p:cNvPr>
            <p:cNvSpPr/>
            <p:nvPr/>
          </p:nvSpPr>
          <p:spPr>
            <a:xfrm>
              <a:off x="7084007" y="3386674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E07A2F"/>
                  </a:solidFill>
                </a:rPr>
                <a:t>Vₐ (+)</a:t>
              </a:r>
            </a:p>
          </p:txBody>
        </p:sp>
        <p:sp>
          <p:nvSpPr>
            <p:cNvPr id="19" name="Node4">
              <a:extLst>
                <a:ext uri="{FF2B5EF4-FFF2-40B4-BE49-F238E27FC236}">
                  <a16:creationId xmlns:a16="http://schemas.microsoft.com/office/drawing/2014/main" id="{ABF34249-3B91-E3DB-DCC7-75988620EFBA}"/>
                </a:ext>
              </a:extLst>
            </p:cNvPr>
            <p:cNvSpPr/>
            <p:nvPr/>
          </p:nvSpPr>
          <p:spPr>
            <a:xfrm>
              <a:off x="10115565" y="3414713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 err="1">
                  <a:solidFill>
                    <a:srgbClr val="E07A2F"/>
                  </a:solidFill>
                </a:rPr>
                <a:t>V</a:t>
              </a:r>
              <a:r>
                <a:rPr lang="pt-BR" sz="700" b="1" dirty="0" err="1">
                  <a:solidFill>
                    <a:srgbClr val="E07A2F"/>
                  </a:solidFill>
                </a:rPr>
                <a:t>b</a:t>
              </a:r>
              <a:r>
                <a:rPr lang="pt-BR" sz="1200" b="1" dirty="0">
                  <a:solidFill>
                    <a:srgbClr val="E07A2F"/>
                  </a:solidFill>
                </a:rPr>
                <a:t> (+)</a:t>
              </a:r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958F0723-4F66-7B33-94A3-9A74EFBAC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5668" y="4496856"/>
            <a:ext cx="2419688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5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98942-A88A-DCA1-0643-B333456C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29778-CE2A-3C78-95E2-4B13EE19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3600" b="1" dirty="0"/>
              <a:t>5º Caso : 2 Ativos + 2 Compensação </a:t>
            </a:r>
            <a:br>
              <a:rPr lang="pt-BR" sz="2800" b="1" dirty="0">
                <a:solidFill>
                  <a:srgbClr val="F0F0F0"/>
                </a:solidFill>
              </a:rPr>
            </a:br>
            <a:r>
              <a:rPr lang="pt-BR" sz="2000" b="1" dirty="0">
                <a:solidFill>
                  <a:schemeClr val="tx1"/>
                </a:solidFill>
              </a:rPr>
              <a:t>(Compensando a grandeza de influência)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7FB873-C3F0-5E37-7081-0D0E43672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00450" cy="435133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pt-BR" sz="2000" b="1" dirty="0">
                <a:solidFill>
                  <a:srgbClr val="3A86C8"/>
                </a:solidFill>
              </a:rPr>
              <a:t>Quarto de Ponte (1 ativo):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Comp. térmica: </a:t>
            </a:r>
            <a:r>
              <a:rPr lang="pt-BR" sz="2000" b="1" dirty="0">
                <a:solidFill>
                  <a:srgbClr val="2ECC71"/>
                </a:solidFill>
              </a:rPr>
              <a:t>ALTA</a:t>
            </a:r>
            <a:endParaRPr lang="pt-BR" sz="2000" b="1" dirty="0">
              <a:solidFill>
                <a:srgbClr val="E74C3C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Sensibilidade: </a:t>
            </a:r>
            <a:r>
              <a:rPr lang="pt-BR" sz="2000" b="1" dirty="0">
                <a:solidFill>
                  <a:srgbClr val="2ECC71"/>
                </a:solidFill>
              </a:rPr>
              <a:t>ALTA</a:t>
            </a:r>
            <a:endParaRPr lang="pt-BR" sz="2000" b="1" dirty="0">
              <a:solidFill>
                <a:srgbClr val="F4D03F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Linearidade: </a:t>
            </a:r>
            <a:r>
              <a:rPr lang="pt-BR" sz="2000" b="1" dirty="0">
                <a:solidFill>
                  <a:srgbClr val="2ECC71"/>
                </a:solidFill>
              </a:rPr>
              <a:t>ALTA</a:t>
            </a:r>
            <a:endParaRPr lang="pt-BR" sz="2000" b="1" dirty="0">
              <a:solidFill>
                <a:srgbClr val="E74C3C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Simplicidade: </a:t>
            </a:r>
            <a:r>
              <a:rPr lang="pt-BR" sz="2000" b="1" dirty="0">
                <a:solidFill>
                  <a:srgbClr val="FF0000"/>
                </a:solidFill>
              </a:rPr>
              <a:t>ALTÍSSIMA</a:t>
            </a:r>
            <a:r>
              <a:rPr lang="pt-BR" sz="2000" b="1" dirty="0">
                <a:solidFill>
                  <a:srgbClr val="F4D03F"/>
                </a:solidFill>
              </a:rPr>
              <a:t> </a:t>
            </a:r>
          </a:p>
          <a:p>
            <a:pPr marL="0" indent="0">
              <a:buNone/>
            </a:pPr>
            <a:endParaRPr lang="pt-BR" sz="2000" b="1" dirty="0">
              <a:solidFill>
                <a:srgbClr val="E74C3C"/>
              </a:solidFill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F56902F-E803-A9F2-C6FB-F4D55F105487}"/>
              </a:ext>
            </a:extLst>
          </p:cNvPr>
          <p:cNvGrpSpPr/>
          <p:nvPr/>
        </p:nvGrpSpPr>
        <p:grpSpPr>
          <a:xfrm>
            <a:off x="6003852" y="2091265"/>
            <a:ext cx="5973009" cy="3820058"/>
            <a:chOff x="5308527" y="1825625"/>
            <a:chExt cx="5973009" cy="3820058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7968E07D-15C3-D5F0-7D1B-DF2A9B264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8527" y="1825625"/>
              <a:ext cx="5973009" cy="38200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E18A3C07-96C7-1D9C-D70C-25766430CA80}"/>
                    </a:ext>
                  </a:extLst>
                </p:cNvPr>
                <p:cNvSpPr/>
                <p:nvPr/>
              </p:nvSpPr>
              <p:spPr>
                <a:xfrm>
                  <a:off x="6890429" y="2666666"/>
                  <a:ext cx="1882164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Node3">
                  <a:extLst>
                    <a:ext uri="{FF2B5EF4-FFF2-40B4-BE49-F238E27FC236}">
                      <a16:creationId xmlns:a16="http://schemas.microsoft.com/office/drawing/2014/main" id="{E18A3C07-96C7-1D9C-D70C-25766430CA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0429" y="2666666"/>
                  <a:ext cx="1882164" cy="444500"/>
                </a:xfrm>
                <a:prstGeom prst="rect">
                  <a:avLst/>
                </a:prstGeom>
                <a:blipFill>
                  <a:blip r:embed="rId3"/>
                  <a:stretch>
                    <a:fillRect l="-971" r="-32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CE5BC359-91AF-D983-778A-CBF65BC8B616}"/>
                    </a:ext>
                  </a:extLst>
                </p:cNvPr>
                <p:cNvSpPr/>
                <p:nvPr/>
              </p:nvSpPr>
              <p:spPr>
                <a:xfrm>
                  <a:off x="6933747" y="4386932"/>
                  <a:ext cx="1882163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Node3">
                  <a:extLst>
                    <a:ext uri="{FF2B5EF4-FFF2-40B4-BE49-F238E27FC236}">
                      <a16:creationId xmlns:a16="http://schemas.microsoft.com/office/drawing/2014/main" id="{CE5BC359-91AF-D983-778A-CBF65BC8B6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3747" y="4386932"/>
                  <a:ext cx="1882163" cy="444500"/>
                </a:xfrm>
                <a:prstGeom prst="rect">
                  <a:avLst/>
                </a:prstGeom>
                <a:blipFill>
                  <a:blip r:embed="rId4"/>
                  <a:stretch>
                    <a:fillRect l="-971" r="-32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Node1">
              <a:extLst>
                <a:ext uri="{FF2B5EF4-FFF2-40B4-BE49-F238E27FC236}">
                  <a16:creationId xmlns:a16="http://schemas.microsoft.com/office/drawing/2014/main" id="{9457A5E2-C2C0-83E8-7E9D-76F79E9D5838}"/>
                </a:ext>
              </a:extLst>
            </p:cNvPr>
            <p:cNvSpPr/>
            <p:nvPr/>
          </p:nvSpPr>
          <p:spPr>
            <a:xfrm>
              <a:off x="7609186" y="3287713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F4D03F"/>
                  </a:solidFill>
                </a:rPr>
                <a:t>Detector
(Galv.)</a:t>
              </a:r>
            </a:p>
          </p:txBody>
        </p:sp>
        <p:sp>
          <p:nvSpPr>
            <p:cNvPr id="18" name="Node4">
              <a:extLst>
                <a:ext uri="{FF2B5EF4-FFF2-40B4-BE49-F238E27FC236}">
                  <a16:creationId xmlns:a16="http://schemas.microsoft.com/office/drawing/2014/main" id="{A21FF36A-F63F-2D58-E69E-665942E0F1DA}"/>
                </a:ext>
              </a:extLst>
            </p:cNvPr>
            <p:cNvSpPr/>
            <p:nvPr/>
          </p:nvSpPr>
          <p:spPr>
            <a:xfrm>
              <a:off x="6093407" y="3481924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>
                  <a:solidFill>
                    <a:srgbClr val="E07A2F"/>
                  </a:solidFill>
                </a:rPr>
                <a:t>Vₐ (+)</a:t>
              </a:r>
            </a:p>
          </p:txBody>
        </p:sp>
        <p:sp>
          <p:nvSpPr>
            <p:cNvPr id="19" name="Node4">
              <a:extLst>
                <a:ext uri="{FF2B5EF4-FFF2-40B4-BE49-F238E27FC236}">
                  <a16:creationId xmlns:a16="http://schemas.microsoft.com/office/drawing/2014/main" id="{302B9F59-CA61-0453-9788-E8AA5D3ADA55}"/>
                </a:ext>
              </a:extLst>
            </p:cNvPr>
            <p:cNvSpPr/>
            <p:nvPr/>
          </p:nvSpPr>
          <p:spPr>
            <a:xfrm>
              <a:off x="9124965" y="3509963"/>
              <a:ext cx="88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pt-BR" sz="1200" b="1" dirty="0" err="1">
                  <a:solidFill>
                    <a:srgbClr val="E07A2F"/>
                  </a:solidFill>
                </a:rPr>
                <a:t>V</a:t>
              </a:r>
              <a:r>
                <a:rPr lang="pt-BR" sz="700" b="1" dirty="0" err="1">
                  <a:solidFill>
                    <a:srgbClr val="E07A2F"/>
                  </a:solidFill>
                </a:rPr>
                <a:t>b</a:t>
              </a:r>
              <a:r>
                <a:rPr lang="pt-BR" sz="1200" b="1" dirty="0">
                  <a:solidFill>
                    <a:srgbClr val="E07A2F"/>
                  </a:solidFill>
                </a:rPr>
                <a:t> (+)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Node3">
                  <a:extLst>
                    <a:ext uri="{FF2B5EF4-FFF2-40B4-BE49-F238E27FC236}">
                      <a16:creationId xmlns:a16="http://schemas.microsoft.com/office/drawing/2014/main" id="{575C3947-5362-29A8-D860-138C01558470}"/>
                    </a:ext>
                  </a:extLst>
                </p:cNvPr>
                <p:cNvSpPr/>
                <p:nvPr/>
              </p:nvSpPr>
              <p:spPr>
                <a:xfrm>
                  <a:off x="9399372" y="2666666"/>
                  <a:ext cx="1882164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Node3">
                  <a:extLst>
                    <a:ext uri="{FF2B5EF4-FFF2-40B4-BE49-F238E27FC236}">
                      <a16:creationId xmlns:a16="http://schemas.microsoft.com/office/drawing/2014/main" id="{575C3947-5362-29A8-D860-138C015584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9372" y="2666666"/>
                  <a:ext cx="1882164" cy="444500"/>
                </a:xfrm>
                <a:prstGeom prst="rect">
                  <a:avLst/>
                </a:prstGeom>
                <a:blipFill>
                  <a:blip r:embed="rId5"/>
                  <a:stretch>
                    <a:fillRect l="-1294" r="-291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Node3">
                  <a:extLst>
                    <a:ext uri="{FF2B5EF4-FFF2-40B4-BE49-F238E27FC236}">
                      <a16:creationId xmlns:a16="http://schemas.microsoft.com/office/drawing/2014/main" id="{637DFF28-E537-4F7A-DFC8-C4CD16181423}"/>
                    </a:ext>
                  </a:extLst>
                </p:cNvPr>
                <p:cNvSpPr/>
                <p:nvPr/>
              </p:nvSpPr>
              <p:spPr>
                <a:xfrm>
                  <a:off x="9399372" y="4386932"/>
                  <a:ext cx="1882163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/>
                <a:lstStyle/>
                <a:p>
                  <a:pPr algn="r"/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pt-BR" sz="2000" b="1" dirty="0">
                      <a:solidFill>
                        <a:srgbClr val="E07A2F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" name="Node3">
                  <a:extLst>
                    <a:ext uri="{FF2B5EF4-FFF2-40B4-BE49-F238E27FC236}">
                      <a16:creationId xmlns:a16="http://schemas.microsoft.com/office/drawing/2014/main" id="{637DFF28-E537-4F7A-DFC8-C4CD161814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9372" y="4386932"/>
                  <a:ext cx="1882163" cy="444500"/>
                </a:xfrm>
                <a:prstGeom prst="rect">
                  <a:avLst/>
                </a:prstGeom>
                <a:blipFill>
                  <a:blip r:embed="rId6"/>
                  <a:stretch>
                    <a:fillRect l="-1294" r="-291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50B59825-7CCA-B7CD-399E-6BED8854D4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4153" y="4489342"/>
            <a:ext cx="2419688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20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FA0C-210A-4AFA-A797-E27ED596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D302-53A2-9655-65CC-2124EAF9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/>
              <a:t>Configurações: 1, 2 e 4 Elementos Ativos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B11B7D-3921-DF18-DF47-EB50D4670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pt-BR" sz="2000" b="1" dirty="0">
                <a:solidFill>
                  <a:srgbClr val="3A86C8"/>
                </a:solidFill>
              </a:rPr>
              <a:t>Quarto de Ponte (1 ativo):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V</a:t>
            </a:r>
            <a:r>
              <a:rPr lang="pt-BR" sz="2000" baseline="-25000" dirty="0">
                <a:solidFill>
                  <a:schemeClr val="tx1"/>
                </a:solidFill>
              </a:rPr>
              <a:t>out</a:t>
            </a:r>
            <a:r>
              <a:rPr lang="pt-BR" sz="2000" dirty="0">
                <a:solidFill>
                  <a:schemeClr val="tx1"/>
                </a:solidFill>
              </a:rPr>
              <a:t> ≈ V</a:t>
            </a:r>
            <a:r>
              <a:rPr lang="pt-BR" sz="2000" baseline="-25000" dirty="0">
                <a:solidFill>
                  <a:schemeClr val="tx1"/>
                </a:solidFill>
              </a:rPr>
              <a:t>s</a:t>
            </a:r>
            <a:r>
              <a:rPr lang="pt-BR" sz="2000" dirty="0">
                <a:solidFill>
                  <a:schemeClr val="tx1"/>
                </a:solidFill>
              </a:rPr>
              <a:t>×ΔR/4R | Sensib. = </a:t>
            </a:r>
            <a:r>
              <a:rPr lang="pt-BR" sz="2000" b="1" dirty="0">
                <a:solidFill>
                  <a:srgbClr val="E07A2F"/>
                </a:solidFill>
              </a:rPr>
              <a:t>1× </a:t>
            </a:r>
            <a:r>
              <a:rPr lang="pt-BR" sz="2000" dirty="0">
                <a:solidFill>
                  <a:schemeClr val="tx1"/>
                </a:solidFill>
              </a:rPr>
              <a:t>| Comp. térmica: </a:t>
            </a:r>
            <a:r>
              <a:rPr lang="pt-BR" sz="2000" b="1" dirty="0">
                <a:solidFill>
                  <a:srgbClr val="E74C3C"/>
                </a:solidFill>
              </a:rPr>
              <a:t>NÃO</a:t>
            </a:r>
          </a:p>
          <a:p>
            <a:pPr algn="l">
              <a:buNone/>
            </a:pPr>
            <a:r>
              <a:rPr lang="pt-BR" sz="2000" b="1" dirty="0">
                <a:solidFill>
                  <a:srgbClr val="E07A2F"/>
                </a:solidFill>
              </a:rPr>
              <a:t>Meia Ponte (2 ativos):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V</a:t>
            </a:r>
            <a:r>
              <a:rPr lang="pt-BR" sz="2000" baseline="-25000" dirty="0">
                <a:solidFill>
                  <a:schemeClr val="tx1"/>
                </a:solidFill>
              </a:rPr>
              <a:t>out</a:t>
            </a:r>
            <a:r>
              <a:rPr lang="pt-BR" sz="2000" dirty="0">
                <a:solidFill>
                  <a:schemeClr val="tx1"/>
                </a:solidFill>
              </a:rPr>
              <a:t> ≈ V</a:t>
            </a:r>
            <a:r>
              <a:rPr lang="pt-BR" sz="2000" baseline="-25000" dirty="0">
                <a:solidFill>
                  <a:schemeClr val="tx1"/>
                </a:solidFill>
              </a:rPr>
              <a:t>s</a:t>
            </a:r>
            <a:r>
              <a:rPr lang="pt-BR" sz="2000" dirty="0">
                <a:solidFill>
                  <a:schemeClr val="tx1"/>
                </a:solidFill>
              </a:rPr>
              <a:t>×ΔR/2R | Sensib. = </a:t>
            </a:r>
            <a:r>
              <a:rPr lang="pt-BR" sz="2000" b="1" dirty="0">
                <a:solidFill>
                  <a:srgbClr val="E07A2F"/>
                </a:solidFill>
              </a:rPr>
              <a:t>2×</a:t>
            </a:r>
            <a:r>
              <a:rPr lang="pt-BR" sz="2000" dirty="0">
                <a:solidFill>
                  <a:schemeClr val="tx1"/>
                </a:solidFill>
              </a:rPr>
              <a:t> | Comp. térmica: </a:t>
            </a:r>
            <a:r>
              <a:rPr lang="pt-BR" sz="2000" b="1" dirty="0">
                <a:solidFill>
                  <a:srgbClr val="2ECC71"/>
                </a:solidFill>
              </a:rPr>
              <a:t>SIM</a:t>
            </a:r>
          </a:p>
          <a:p>
            <a:pPr algn="l">
              <a:buNone/>
            </a:pPr>
            <a:r>
              <a:rPr lang="pt-BR" sz="2000" b="1" dirty="0">
                <a:solidFill>
                  <a:srgbClr val="2ECC71"/>
                </a:solidFill>
              </a:rPr>
              <a:t>Ponte Completa (4 ativos):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solidFill>
                  <a:schemeClr val="tx1"/>
                </a:solidFill>
              </a:rPr>
              <a:t>V</a:t>
            </a:r>
            <a:r>
              <a:rPr lang="pt-BR" sz="2000" baseline="-25000" dirty="0">
                <a:solidFill>
                  <a:schemeClr val="tx1"/>
                </a:solidFill>
              </a:rPr>
              <a:t>out</a:t>
            </a:r>
            <a:r>
              <a:rPr lang="pt-BR" sz="2000" dirty="0">
                <a:solidFill>
                  <a:schemeClr val="tx1"/>
                </a:solidFill>
              </a:rPr>
              <a:t> ≈ V</a:t>
            </a:r>
            <a:r>
              <a:rPr lang="pt-BR" sz="2000" baseline="-25000" dirty="0">
                <a:solidFill>
                  <a:schemeClr val="tx1"/>
                </a:solidFill>
              </a:rPr>
              <a:t>s</a:t>
            </a:r>
            <a:r>
              <a:rPr lang="pt-BR" sz="2000" dirty="0">
                <a:solidFill>
                  <a:schemeClr val="tx1"/>
                </a:solidFill>
              </a:rPr>
              <a:t>×ΔR/R | Sensib. =</a:t>
            </a:r>
            <a:r>
              <a:rPr lang="pt-BR" sz="2000" dirty="0">
                <a:solidFill>
                  <a:srgbClr val="D0D8E0"/>
                </a:solidFill>
              </a:rPr>
              <a:t> </a:t>
            </a:r>
            <a:r>
              <a:rPr lang="pt-BR" sz="2000" b="1" dirty="0">
                <a:solidFill>
                  <a:srgbClr val="E07A2F"/>
                </a:solidFill>
              </a:rPr>
              <a:t>4×</a:t>
            </a:r>
            <a:r>
              <a:rPr lang="pt-BR" sz="2000" dirty="0">
                <a:solidFill>
                  <a:srgbClr val="D0D8E0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| Comp. térmica: </a:t>
            </a:r>
            <a:r>
              <a:rPr lang="pt-BR" sz="2000" b="1" dirty="0">
                <a:solidFill>
                  <a:srgbClr val="2ECC71"/>
                </a:solidFill>
              </a:rPr>
              <a:t>SIM + linearização</a:t>
            </a:r>
          </a:p>
          <a:p>
            <a:pPr algn="ctr">
              <a:buNone/>
            </a:pPr>
            <a:r>
              <a:rPr lang="pt-BR" sz="2000" b="1" dirty="0">
                <a:solidFill>
                  <a:srgbClr val="F4D03F"/>
                </a:solidFill>
              </a:rPr>
              <a:t>Mais elementos ativos = mais sensibilidade + melhor compensação</a:t>
            </a:r>
          </a:p>
        </p:txBody>
      </p:sp>
    </p:spTree>
    <p:extLst>
      <p:ext uri="{BB962C8B-B14F-4D97-AF65-F5344CB8AC3E}">
        <p14:creationId xmlns:p14="http://schemas.microsoft.com/office/powerpoint/2010/main" val="1953958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8,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7,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"&lt;p&gt;Osciladores sinusoidais, como Colpitts e Hartley, são usados em circuitos de condicionamento para sensores capacitivos. Por que esses osciladores são amplamente empregados em sensores passivos?&lt;/p&gt;",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"q_slide:8_answer",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"seq-8",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"&lt;p&gt;Fornecem uma relação linear entre a variação de impedância e a frequência de saída.&lt;/p&gt;",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"&lt;p&gt;Eles aumentam a amplitude do sinal proporcionalmente à variação de capacitância.&lt;/p&gt;",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"&lt;p&gt;Fornecem uma relação linear entre a variação de impedância e a frequência de saída.&lt;/p&gt;",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"&lt;p&gt;Operam com maior precisão em ambientes de alta interferência.&lt;/p&gt;",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"&lt;p&gt;Permitem medição de grandezas mecânicas sem contato direto com o sensor.&lt;/p&gt;",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"&lt;p&gt;Reduzem o custo de implementação em sistemas industriais.&lt;/p&gt;",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820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540F7AE-48C0-4B3D-9C84-2A118D02FAD0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321784-C839-4375-86E7-8976C8383A71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565EEB-F73C-48C1-A618-985B1A9FA7C5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pt-BR" sz="2400" b="1" dirty="0">
                <a:solidFill>
                  <a:srgbClr val="1B3A5C"/>
                </a:solidFill>
              </a:rPr>
              <a:t>Osciladores LC com Sensores Capacitivos</a:t>
            </a:r>
            <a:r>
              <a:rPr lang="pt-BR" sz="2000" b="1" dirty="0">
                <a:solidFill>
                  <a:srgbClr val="2E7DAF"/>
                </a:solidFill>
              </a:rPr>
              <a:t>   |   Parte 1 de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0C94E1-814E-4D6C-8A2E-4FF18C2F3E8F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6B7F99"/>
                </a:solidFill>
              </a:rPr>
              <a:t>Princípio de funcionamento — o circuito ressonante L-C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0BC355-0AE0-4CE1-A44F-1F1842AF94E5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1FAE7F0-2B53-4FD8-88CF-7E8FE62BEFC3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FBC5643-E2FE-4022-A0A5-395EC2A06CDA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B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6947A5D-C53E-440C-A313-2E97FF2088D5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Fornecem uma relação linear entre a variação de impedância e a frequência de saída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A13AC57-F2B3-4207-8F16-2C3C680E1682}"/>
              </a:ext>
            </a:extLst>
          </p:cNvPr>
          <p:cNvSpPr txBox="1"/>
          <p:nvPr/>
        </p:nvSpPr>
        <p:spPr>
          <a:xfrm>
            <a:off x="635000" y="1333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Circuito tanque LC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D24E075-29D1-4C60-8354-2F37F672860A}"/>
              </a:ext>
            </a:extLst>
          </p:cNvPr>
          <p:cNvSpPr txBox="1"/>
          <p:nvPr/>
        </p:nvSpPr>
        <p:spPr>
          <a:xfrm>
            <a:off x="6477000" y="1333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Como funciona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9E17737-5786-4A3D-A772-A98F68040D5A}"/>
              </a:ext>
            </a:extLst>
          </p:cNvPr>
          <p:cNvSpPr/>
          <p:nvPr/>
        </p:nvSpPr>
        <p:spPr>
          <a:xfrm>
            <a:off x="6477000" y="1778000"/>
            <a:ext cx="5334000" cy="762000"/>
          </a:xfrm>
          <a:prstGeom prst="round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E5A1AF2F-3C90-4B4D-BF4F-3B90E3770009}"/>
              </a:ext>
            </a:extLst>
          </p:cNvPr>
          <p:cNvSpPr txBox="1"/>
          <p:nvPr/>
        </p:nvSpPr>
        <p:spPr>
          <a:xfrm>
            <a:off x="6477000" y="1778000"/>
            <a:ext cx="5334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2400" b="1">
                <a:solidFill>
                  <a:srgbClr val="FFFFFF"/>
                </a:solidFill>
              </a:rPr>
              <a:t>f = 1 / (2π·√(L·C))</a:t>
            </a:r>
            <a:endParaRPr lang="pt-BR" sz="2400" b="1">
              <a:solidFill>
                <a:srgbClr val="FFFFFF"/>
              </a:solidFill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A194B672-C565-49B1-A991-1805EC143367}"/>
              </a:ext>
            </a:extLst>
          </p:cNvPr>
          <p:cNvSpPr/>
          <p:nvPr/>
        </p:nvSpPr>
        <p:spPr>
          <a:xfrm>
            <a:off x="6477000" y="2667000"/>
            <a:ext cx="5334000" cy="762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B36DC932-A3AE-4B0E-9275-C9DDE0896684}"/>
              </a:ext>
            </a:extLst>
          </p:cNvPr>
          <p:cNvSpPr/>
          <p:nvPr/>
        </p:nvSpPr>
        <p:spPr>
          <a:xfrm>
            <a:off x="6604000" y="2844800"/>
            <a:ext cx="406400" cy="406400"/>
          </a:xfrm>
          <a:prstGeom prst="ellipse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AF7339D-C0A7-4835-8DB3-9FE9E8897610}"/>
              </a:ext>
            </a:extLst>
          </p:cNvPr>
          <p:cNvSpPr txBox="1"/>
          <p:nvPr/>
        </p:nvSpPr>
        <p:spPr>
          <a:xfrm>
            <a:off x="6604000" y="28448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7EF3EAE3-2732-41F7-BB1B-784F3DDDB589}"/>
              </a:ext>
            </a:extLst>
          </p:cNvPr>
          <p:cNvSpPr txBox="1"/>
          <p:nvPr/>
        </p:nvSpPr>
        <p:spPr>
          <a:xfrm>
            <a:off x="7162800" y="2743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Grandeza física altera o sensor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84836E95-E1B5-452C-BE11-B40888071862}"/>
              </a:ext>
            </a:extLst>
          </p:cNvPr>
          <p:cNvSpPr txBox="1"/>
          <p:nvPr/>
        </p:nvSpPr>
        <p:spPr>
          <a:xfrm>
            <a:off x="7162800" y="3048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6B7F99"/>
                </a:solidFill>
              </a:rPr>
              <a:t>(pressão, umidade, posição → </a:t>
            </a:r>
            <a:r>
              <a:rPr lang="el-GR" sz="1400">
                <a:solidFill>
                  <a:srgbClr val="6B7F99"/>
                </a:solidFill>
              </a:rPr>
              <a:t>Δ</a:t>
            </a:r>
            <a:r>
              <a:rPr lang="pt-BR" sz="1400">
                <a:solidFill>
                  <a:srgbClr val="6B7F99"/>
                </a:solidFill>
              </a:rPr>
              <a:t>C)</a:t>
            </a: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1CF73439-95FC-46AA-92D6-D2F75DE2A3FA}"/>
              </a:ext>
            </a:extLst>
          </p:cNvPr>
          <p:cNvSpPr/>
          <p:nvPr/>
        </p:nvSpPr>
        <p:spPr>
          <a:xfrm>
            <a:off x="6477000" y="3530600"/>
            <a:ext cx="5334000" cy="7620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60760D4C-2972-4953-B962-3D2F32A03B03}"/>
              </a:ext>
            </a:extLst>
          </p:cNvPr>
          <p:cNvSpPr/>
          <p:nvPr/>
        </p:nvSpPr>
        <p:spPr>
          <a:xfrm>
            <a:off x="6604000" y="3708400"/>
            <a:ext cx="406400" cy="406400"/>
          </a:xfrm>
          <a:prstGeom prst="ellipse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CD1F322C-4DCC-4646-BA85-A4CC35F77E00}"/>
              </a:ext>
            </a:extLst>
          </p:cNvPr>
          <p:cNvSpPr txBox="1"/>
          <p:nvPr/>
        </p:nvSpPr>
        <p:spPr>
          <a:xfrm>
            <a:off x="6604000" y="37084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926A913-D08F-4FAE-9CE0-859C94ABCC56}"/>
              </a:ext>
            </a:extLst>
          </p:cNvPr>
          <p:cNvSpPr txBox="1"/>
          <p:nvPr/>
        </p:nvSpPr>
        <p:spPr>
          <a:xfrm>
            <a:off x="7162800" y="3606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Mudança de C altera ressonância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900FAE4D-B51E-4C85-B938-5F9AC45DE867}"/>
              </a:ext>
            </a:extLst>
          </p:cNvPr>
          <p:cNvSpPr txBox="1"/>
          <p:nvPr/>
        </p:nvSpPr>
        <p:spPr>
          <a:xfrm>
            <a:off x="7162800" y="3911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6B7F99"/>
                </a:solidFill>
              </a:rPr>
              <a:t>(L fixo, ΔC → Δf na fórmula acima)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EC1799BE-C85D-4E95-B52B-0F7239AE2FF3}"/>
              </a:ext>
            </a:extLst>
          </p:cNvPr>
          <p:cNvSpPr/>
          <p:nvPr/>
        </p:nvSpPr>
        <p:spPr>
          <a:xfrm>
            <a:off x="6477000" y="4394200"/>
            <a:ext cx="5334000" cy="762000"/>
          </a:xfrm>
          <a:prstGeom prst="roundRect">
            <a:avLst/>
          </a:prstGeom>
          <a:solidFill>
            <a:srgbClr val="E6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13BD792F-5102-44B3-8CE8-DAA0808FC840}"/>
              </a:ext>
            </a:extLst>
          </p:cNvPr>
          <p:cNvSpPr/>
          <p:nvPr/>
        </p:nvSpPr>
        <p:spPr>
          <a:xfrm>
            <a:off x="6604000" y="4572000"/>
            <a:ext cx="406400" cy="406400"/>
          </a:xfrm>
          <a:prstGeom prst="ellipse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AC8D471-DF12-4FA9-B4B6-AAB6FB03A6AF}"/>
              </a:ext>
            </a:extLst>
          </p:cNvPr>
          <p:cNvSpPr txBox="1"/>
          <p:nvPr/>
        </p:nvSpPr>
        <p:spPr>
          <a:xfrm>
            <a:off x="6604000" y="45720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F070DAF-24D2-4ED2-98E5-FA211C13E14C}"/>
              </a:ext>
            </a:extLst>
          </p:cNvPr>
          <p:cNvSpPr txBox="1"/>
          <p:nvPr/>
        </p:nvSpPr>
        <p:spPr>
          <a:xfrm>
            <a:off x="7162800" y="4470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Saída é frequência (sinal digital)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FFE78E2D-474C-49E4-8772-5FC8BE5572D4}"/>
              </a:ext>
            </a:extLst>
          </p:cNvPr>
          <p:cNvSpPr txBox="1"/>
          <p:nvPr/>
        </p:nvSpPr>
        <p:spPr>
          <a:xfrm>
            <a:off x="7162800" y="47752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6B7F99"/>
                </a:solidFill>
              </a:rPr>
              <a:t>(fácil de transmitir e processar)</a:t>
            </a:r>
          </a:p>
        </p:txBody>
      </p:sp>
      <p:pic>
        <p:nvPicPr>
          <p:cNvPr id="1026" name="Picture 2" descr="Colpitts Oscillator: Overview of Transistors and Op-amp Based Colpitts ...">
            <a:extLst>
              <a:ext uri="{FF2B5EF4-FFF2-40B4-BE49-F238E27FC236}">
                <a16:creationId xmlns:a16="http://schemas.microsoft.com/office/drawing/2014/main" id="{33B236D9-271A-80B7-71B0-98FBF73F9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0" y="1841090"/>
            <a:ext cx="5750090" cy="317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FB2B311-F6F0-DE15-205D-DF7AE2A326AE}"/>
              </a:ext>
            </a:extLst>
          </p:cNvPr>
          <p:cNvCxnSpPr/>
          <p:nvPr/>
        </p:nvCxnSpPr>
        <p:spPr>
          <a:xfrm flipV="1">
            <a:off x="1071716" y="3708400"/>
            <a:ext cx="226142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2E813A3-E52F-845D-E472-3EFCB4D10DD8}"/>
              </a:ext>
            </a:extLst>
          </p:cNvPr>
          <p:cNvCxnSpPr/>
          <p:nvPr/>
        </p:nvCxnSpPr>
        <p:spPr>
          <a:xfrm flipV="1">
            <a:off x="5742858" y="3200400"/>
            <a:ext cx="226142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947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0351A69-CBA9-4858-AB92-E4240C5EE93E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851424-067B-4CBA-8923-F62E5DACCC11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5624CA-BD13-4899-A75D-D2E7C4DF3FBB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Osciladores LC  |  Parte 2 de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69DBDE-7F98-4740-BC4D-ACE5842B294E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Linearidade local e topologias clássicas (Colpitts e Hartley)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17D97F-C38D-44D0-8BEE-83C0D0CE711D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520C96-0CF5-4E29-8285-66D14D19456D}"/>
              </a:ext>
            </a:extLst>
          </p:cNvPr>
          <p:cNvSpPr txBox="1"/>
          <p:nvPr/>
        </p:nvSpPr>
        <p:spPr>
          <a:xfrm>
            <a:off x="635000" y="1333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Por que f ↔ ΔC é linear localmente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33B4915-5C70-424E-8A27-ACC8B7804A17}"/>
              </a:ext>
            </a:extLst>
          </p:cNvPr>
          <p:cNvSpPr/>
          <p:nvPr/>
        </p:nvSpPr>
        <p:spPr>
          <a:xfrm>
            <a:off x="889000" y="1905000"/>
            <a:ext cx="4826000" cy="2540000"/>
          </a:xfrm>
          <a:prstGeom prst="rect">
            <a:avLst/>
          </a:prstGeom>
          <a:solidFill>
            <a:srgbClr val="FCFDFE"/>
          </a:solidFill>
          <a:ln w="12700" cap="flat" cmpd="sng" algn="ctr">
            <a:solidFill>
              <a:srgbClr val="E8EE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230556-7562-4384-BAB0-E7ABBF5FDAA8}"/>
              </a:ext>
            </a:extLst>
          </p:cNvPr>
          <p:cNvSpPr/>
          <p:nvPr/>
        </p:nvSpPr>
        <p:spPr>
          <a:xfrm>
            <a:off x="1397000" y="2159000"/>
            <a:ext cx="25400" cy="2032000"/>
          </a:xfrm>
          <a:prstGeom prst="rect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69A115-8826-4A0D-B3AA-8313131122A0}"/>
              </a:ext>
            </a:extLst>
          </p:cNvPr>
          <p:cNvSpPr/>
          <p:nvPr/>
        </p:nvSpPr>
        <p:spPr>
          <a:xfrm>
            <a:off x="1397000" y="4165600"/>
            <a:ext cx="4064000" cy="25400"/>
          </a:xfrm>
          <a:prstGeom prst="rect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B525DE-8AF6-42FD-A050-78E64BB38064}"/>
              </a:ext>
            </a:extLst>
          </p:cNvPr>
          <p:cNvSpPr txBox="1"/>
          <p:nvPr/>
        </p:nvSpPr>
        <p:spPr>
          <a:xfrm>
            <a:off x="1041400" y="2082800"/>
            <a:ext cx="355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0F1B2D"/>
                </a:solidFill>
              </a:rPr>
              <a:t>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651C18C-096A-4123-9A4F-C8F0DD719E9A}"/>
              </a:ext>
            </a:extLst>
          </p:cNvPr>
          <p:cNvSpPr txBox="1"/>
          <p:nvPr/>
        </p:nvSpPr>
        <p:spPr>
          <a:xfrm>
            <a:off x="5435600" y="4191000"/>
            <a:ext cx="304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0F1B2D"/>
                </a:solidFill>
              </a:rPr>
              <a:t>C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7744219-0313-471A-85EF-67CBA2AC6C26}"/>
              </a:ext>
            </a:extLst>
          </p:cNvPr>
          <p:cNvSpPr/>
          <p:nvPr/>
        </p:nvSpPr>
        <p:spPr>
          <a:xfrm rot="3745419">
            <a:off x="1254012" y="2695440"/>
            <a:ext cx="627061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DA7397E-9E08-4303-9C9F-8F40CE00BFA0}"/>
              </a:ext>
            </a:extLst>
          </p:cNvPr>
          <p:cNvSpPr/>
          <p:nvPr/>
        </p:nvSpPr>
        <p:spPr>
          <a:xfrm rot="2758181">
            <a:off x="1649001" y="3123493"/>
            <a:ext cx="417653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209BDA2-542E-4761-8850-ADED1E523926}"/>
              </a:ext>
            </a:extLst>
          </p:cNvPr>
          <p:cNvSpPr/>
          <p:nvPr/>
        </p:nvSpPr>
        <p:spPr>
          <a:xfrm rot="2032919">
            <a:off x="1973282" y="3371099"/>
            <a:ext cx="349662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15EC768-6887-497A-8190-766AA264ED6A}"/>
              </a:ext>
            </a:extLst>
          </p:cNvPr>
          <p:cNvSpPr/>
          <p:nvPr/>
        </p:nvSpPr>
        <p:spPr>
          <a:xfrm rot="1540774">
            <a:off x="2277350" y="3538354"/>
            <a:ext cx="322098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56702BE-F08E-4C4C-8D47-1F6B34F6E8F1}"/>
              </a:ext>
            </a:extLst>
          </p:cNvPr>
          <p:cNvSpPr/>
          <p:nvPr/>
        </p:nvSpPr>
        <p:spPr>
          <a:xfrm rot="1206465">
            <a:off x="2574121" y="3661280"/>
            <a:ext cx="309127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73FB509-51AB-4D06-A37D-78CFF742CE8F}"/>
              </a:ext>
            </a:extLst>
          </p:cNvPr>
          <p:cNvSpPr/>
          <p:nvPr/>
        </p:nvSpPr>
        <p:spPr>
          <a:xfrm rot="972762">
            <a:off x="2867817" y="3756620"/>
            <a:ext cx="302307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F3663B1-1CDD-4146-AA8F-CFA9F99FB1EE}"/>
              </a:ext>
            </a:extLst>
          </p:cNvPr>
          <p:cNvSpPr/>
          <p:nvPr/>
        </p:nvSpPr>
        <p:spPr>
          <a:xfrm rot="803781">
            <a:off x="3160054" y="3833391"/>
            <a:ext cx="298405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D30174D-4C51-4A9C-B2E1-57761B8D5B68}"/>
              </a:ext>
            </a:extLst>
          </p:cNvPr>
          <p:cNvSpPr/>
          <p:nvPr/>
        </p:nvSpPr>
        <p:spPr>
          <a:xfrm rot="677686">
            <a:off x="3451533" y="3896947"/>
            <a:ext cx="296018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CBB36DD-FD74-4AA3-AA2C-7AA2239EDBDE}"/>
              </a:ext>
            </a:extLst>
          </p:cNvPr>
          <p:cNvSpPr/>
          <p:nvPr/>
        </p:nvSpPr>
        <p:spPr>
          <a:xfrm rot="580966">
            <a:off x="3742588" y="3950701"/>
            <a:ext cx="294480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5A66255-0162-400C-8FBD-1CA2B66F0063}"/>
              </a:ext>
            </a:extLst>
          </p:cNvPr>
          <p:cNvSpPr/>
          <p:nvPr/>
        </p:nvSpPr>
        <p:spPr>
          <a:xfrm rot="505004">
            <a:off x="4033391" y="3996942"/>
            <a:ext cx="293446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0B4BE80-93EF-41A1-B928-7415B2E5D2C3}"/>
              </a:ext>
            </a:extLst>
          </p:cNvPr>
          <p:cNvSpPr/>
          <p:nvPr/>
        </p:nvSpPr>
        <p:spPr>
          <a:xfrm rot="444131">
            <a:off x="4324037" y="4037274"/>
            <a:ext cx="292725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5E88C1D-0EA7-422B-B5BE-588260C5B236}"/>
              </a:ext>
            </a:extLst>
          </p:cNvPr>
          <p:cNvSpPr/>
          <p:nvPr/>
        </p:nvSpPr>
        <p:spPr>
          <a:xfrm rot="394496">
            <a:off x="4614581" y="4072860"/>
            <a:ext cx="292207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62D8DB9-EFC4-4BC9-80DF-3F2EF4447105}"/>
              </a:ext>
            </a:extLst>
          </p:cNvPr>
          <p:cNvSpPr/>
          <p:nvPr/>
        </p:nvSpPr>
        <p:spPr>
          <a:xfrm rot="353417">
            <a:off x="4905058" y="4104563"/>
            <a:ext cx="291826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F0124C8-762B-4AF7-8F5C-1D6D0B00C56E}"/>
              </a:ext>
            </a:extLst>
          </p:cNvPr>
          <p:cNvSpPr/>
          <p:nvPr/>
        </p:nvSpPr>
        <p:spPr>
          <a:xfrm rot="318974">
            <a:off x="5195487" y="4133044"/>
            <a:ext cx="291539" cy="381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BC0F4FC-0C91-40F8-93CE-18BCE157054E}"/>
              </a:ext>
            </a:extLst>
          </p:cNvPr>
          <p:cNvSpPr/>
          <p:nvPr/>
        </p:nvSpPr>
        <p:spPr>
          <a:xfrm>
            <a:off x="3164114" y="3665472"/>
            <a:ext cx="1161142" cy="524395"/>
          </a:xfrm>
          <a:prstGeom prst="rect">
            <a:avLst/>
          </a:prstGeom>
          <a:solidFill>
            <a:srgbClr val="E6F4EC"/>
          </a:solidFill>
          <a:ln w="19050" cap="flat" cmpd="sng" algn="ctr">
            <a:solidFill>
              <a:srgbClr val="2C8C5F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ACB2CCC-906F-4DD1-B9BC-399DE7BC3FBB}"/>
              </a:ext>
            </a:extLst>
          </p:cNvPr>
          <p:cNvSpPr/>
          <p:nvPr/>
        </p:nvSpPr>
        <p:spPr>
          <a:xfrm rot="803781">
            <a:off x="3160054" y="3827041"/>
            <a:ext cx="298405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F9E1430-BE64-4EEE-A5B1-67CCE2296272}"/>
              </a:ext>
            </a:extLst>
          </p:cNvPr>
          <p:cNvSpPr/>
          <p:nvPr/>
        </p:nvSpPr>
        <p:spPr>
          <a:xfrm rot="677686">
            <a:off x="3451533" y="3890597"/>
            <a:ext cx="296018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C932AC8-4D05-4D1D-A4C2-41F1B4DEE499}"/>
              </a:ext>
            </a:extLst>
          </p:cNvPr>
          <p:cNvSpPr/>
          <p:nvPr/>
        </p:nvSpPr>
        <p:spPr>
          <a:xfrm rot="580966">
            <a:off x="3742588" y="3944351"/>
            <a:ext cx="294480" cy="508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99A0A82-9CCF-4CD1-A2C3-00DE6CE3D696}"/>
              </a:ext>
            </a:extLst>
          </p:cNvPr>
          <p:cNvSpPr txBox="1"/>
          <p:nvPr/>
        </p:nvSpPr>
        <p:spPr>
          <a:xfrm>
            <a:off x="4401457" y="3614672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C8C5F"/>
                </a:solidFill>
              </a:rPr>
              <a:t>Zona linear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18F398D-F4F3-4518-AC2F-4D7316065C92}"/>
              </a:ext>
            </a:extLst>
          </p:cNvPr>
          <p:cNvSpPr txBox="1"/>
          <p:nvPr/>
        </p:nvSpPr>
        <p:spPr>
          <a:xfrm>
            <a:off x="4401457" y="3868672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200">
                <a:solidFill>
                  <a:srgbClr val="6B7F99"/>
                </a:solidFill>
              </a:rPr>
              <a:t>(pequenas </a:t>
            </a:r>
            <a:r>
              <a:rPr lang="el-GR" sz="1200">
                <a:solidFill>
                  <a:srgbClr val="6B7F99"/>
                </a:solidFill>
              </a:rPr>
              <a:t>Δ</a:t>
            </a:r>
            <a:r>
              <a:rPr lang="pt-BR" sz="1200">
                <a:solidFill>
                  <a:srgbClr val="6B7F99"/>
                </a:solidFill>
              </a:rPr>
              <a:t>C)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AFC8F2E-8856-418E-BD85-8DDF13734B53}"/>
              </a:ext>
            </a:extLst>
          </p:cNvPr>
          <p:cNvSpPr txBox="1"/>
          <p:nvPr/>
        </p:nvSpPr>
        <p:spPr>
          <a:xfrm>
            <a:off x="889000" y="44958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6B7F99"/>
                </a:solidFill>
              </a:rPr>
              <a:t>Para pequenas variações de C, f(C) é aproximadamente reta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99EF2C2-2076-4171-B5CF-36BCD264BAC1}"/>
              </a:ext>
            </a:extLst>
          </p:cNvPr>
          <p:cNvSpPr txBox="1"/>
          <p:nvPr/>
        </p:nvSpPr>
        <p:spPr>
          <a:xfrm>
            <a:off x="6350000" y="13335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Topologias clássicas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AE0A26A-3489-49C4-8918-84E8D3B8CC31}"/>
              </a:ext>
            </a:extLst>
          </p:cNvPr>
          <p:cNvSpPr/>
          <p:nvPr/>
        </p:nvSpPr>
        <p:spPr>
          <a:xfrm>
            <a:off x="6350000" y="1778000"/>
            <a:ext cx="5461000" cy="1270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0F2BAD0-B4EC-4187-9187-9C0963C7C130}"/>
              </a:ext>
            </a:extLst>
          </p:cNvPr>
          <p:cNvSpPr/>
          <p:nvPr/>
        </p:nvSpPr>
        <p:spPr>
          <a:xfrm>
            <a:off x="6502400" y="1930400"/>
            <a:ext cx="101600" cy="965200"/>
          </a:xfrm>
          <a:prstGeom prst="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7DB86D7-C080-4AA2-99D0-BB6439D04B0A}"/>
              </a:ext>
            </a:extLst>
          </p:cNvPr>
          <p:cNvSpPr txBox="1"/>
          <p:nvPr/>
        </p:nvSpPr>
        <p:spPr>
          <a:xfrm>
            <a:off x="6731000" y="1879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 dirty="0" err="1">
                <a:solidFill>
                  <a:srgbClr val="1B3A5C"/>
                </a:solidFill>
              </a:rPr>
              <a:t>Colpitts</a:t>
            </a:r>
            <a:endParaRPr lang="pt-BR" sz="2000" b="1" dirty="0">
              <a:solidFill>
                <a:srgbClr val="1B3A5C"/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B64A981-78DA-4BA6-9B82-98AD7447F4B0}"/>
              </a:ext>
            </a:extLst>
          </p:cNvPr>
          <p:cNvSpPr txBox="1"/>
          <p:nvPr/>
        </p:nvSpPr>
        <p:spPr>
          <a:xfrm>
            <a:off x="6731000" y="2209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Divide o capacitor em dois (C₁ + C₂)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675A7A0-B533-4D44-A356-11820E8D09D9}"/>
              </a:ext>
            </a:extLst>
          </p:cNvPr>
          <p:cNvSpPr txBox="1"/>
          <p:nvPr/>
        </p:nvSpPr>
        <p:spPr>
          <a:xfrm>
            <a:off x="6731000" y="2489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7DAF"/>
                </a:solidFill>
              </a:rPr>
              <a:t>f = 1 / (2</a:t>
            </a:r>
            <a:r>
              <a:rPr lang="el-GR" sz="1400" b="1">
                <a:solidFill>
                  <a:srgbClr val="2E7DAF"/>
                </a:solidFill>
              </a:rPr>
              <a:t>π·√(</a:t>
            </a:r>
            <a:r>
              <a:rPr lang="pt-BR" sz="1400" b="1">
                <a:solidFill>
                  <a:srgbClr val="2E7DAF"/>
                </a:solidFill>
              </a:rPr>
              <a:t>L · C₁C₂/(C₁+C₂)))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FA8E7E6-DF58-4C9E-84C0-1372B9725F07}"/>
              </a:ext>
            </a:extLst>
          </p:cNvPr>
          <p:cNvSpPr txBox="1"/>
          <p:nvPr/>
        </p:nvSpPr>
        <p:spPr>
          <a:xfrm>
            <a:off x="6731000" y="2768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6B7F99"/>
                </a:solidFill>
              </a:rPr>
              <a:t>Mais estável em alta frequência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8895C54-A340-4577-8955-BFAB4F2382EE}"/>
              </a:ext>
            </a:extLst>
          </p:cNvPr>
          <p:cNvSpPr/>
          <p:nvPr/>
        </p:nvSpPr>
        <p:spPr>
          <a:xfrm>
            <a:off x="6350000" y="3175000"/>
            <a:ext cx="5461000" cy="12700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C3AFDD2-E874-4921-AA01-4C6137F2E9ED}"/>
              </a:ext>
            </a:extLst>
          </p:cNvPr>
          <p:cNvSpPr/>
          <p:nvPr/>
        </p:nvSpPr>
        <p:spPr>
          <a:xfrm>
            <a:off x="6502400" y="3327400"/>
            <a:ext cx="101600" cy="9652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66C5967-D040-4FE4-92F2-747C827806F2}"/>
              </a:ext>
            </a:extLst>
          </p:cNvPr>
          <p:cNvSpPr txBox="1"/>
          <p:nvPr/>
        </p:nvSpPr>
        <p:spPr>
          <a:xfrm>
            <a:off x="6731000" y="3276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Hartley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5B6E9C3-A977-4F66-A300-DED9BF07330A}"/>
              </a:ext>
            </a:extLst>
          </p:cNvPr>
          <p:cNvSpPr txBox="1"/>
          <p:nvPr/>
        </p:nvSpPr>
        <p:spPr>
          <a:xfrm>
            <a:off x="6731000" y="3606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Divide o indutor em dois (L₁ + L₂)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69C393A-6AD1-49B8-8FD3-49EEF8945BC0}"/>
              </a:ext>
            </a:extLst>
          </p:cNvPr>
          <p:cNvSpPr txBox="1"/>
          <p:nvPr/>
        </p:nvSpPr>
        <p:spPr>
          <a:xfrm>
            <a:off x="6731000" y="3886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89B2E"/>
                </a:solidFill>
              </a:rPr>
              <a:t>f = 1 / (2</a:t>
            </a:r>
            <a:r>
              <a:rPr lang="el-GR" sz="1400" b="1">
                <a:solidFill>
                  <a:srgbClr val="E89B2E"/>
                </a:solidFill>
              </a:rPr>
              <a:t>π·√((</a:t>
            </a:r>
            <a:r>
              <a:rPr lang="pt-BR" sz="1400" b="1">
                <a:solidFill>
                  <a:srgbClr val="E89B2E"/>
                </a:solidFill>
              </a:rPr>
              <a:t>L₁+L₂) · C))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9896050-1475-4E43-89A8-E57514E6D30A}"/>
              </a:ext>
            </a:extLst>
          </p:cNvPr>
          <p:cNvSpPr txBox="1"/>
          <p:nvPr/>
        </p:nvSpPr>
        <p:spPr>
          <a:xfrm>
            <a:off x="6731000" y="4165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6B7F99"/>
                </a:solidFill>
              </a:rPr>
              <a:t>Simples e ajustável via C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B8F1A98C-0301-429B-BFBC-521519215F32}"/>
              </a:ext>
            </a:extLst>
          </p:cNvPr>
          <p:cNvSpPr/>
          <p:nvPr/>
        </p:nvSpPr>
        <p:spPr>
          <a:xfrm>
            <a:off x="6350000" y="4572000"/>
            <a:ext cx="5461000" cy="889000"/>
          </a:xfrm>
          <a:prstGeom prst="roundRect">
            <a:avLst/>
          </a:prstGeom>
          <a:solidFill>
            <a:srgbClr val="E6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A690384-80B1-4CFD-88CB-C74B8528D4A1}"/>
              </a:ext>
            </a:extLst>
          </p:cNvPr>
          <p:cNvSpPr txBox="1"/>
          <p:nvPr/>
        </p:nvSpPr>
        <p:spPr>
          <a:xfrm>
            <a:off x="6527800" y="4622800"/>
            <a:ext cx="520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✓ Aplicação prática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EAD8A7C6-F373-462C-AEF9-2F834F7AAE58}"/>
              </a:ext>
            </a:extLst>
          </p:cNvPr>
          <p:cNvSpPr txBox="1"/>
          <p:nvPr/>
        </p:nvSpPr>
        <p:spPr>
          <a:xfrm>
            <a:off x="6527800" y="49276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Capacitor torna-se o elemento sensor: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E98823B-9D16-4C96-B966-00DD5542D8B6}"/>
              </a:ext>
            </a:extLst>
          </p:cNvPr>
          <p:cNvSpPr txBox="1"/>
          <p:nvPr/>
        </p:nvSpPr>
        <p:spPr>
          <a:xfrm>
            <a:off x="6527800" y="51816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ΔC → Δf, transmitida como sinal digital.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C919ADE2-37E5-4D42-A583-391E3517759C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4DCE8DD-0DBB-4145-B381-14337DF18822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B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D28308-26CF-4CC4-B0A6-58BFE038A9A9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FFFFFF"/>
                </a:solidFill>
              </a:rPr>
              <a:t>Relação linear entre variação de impedância e frequência de saída</a:t>
            </a:r>
          </a:p>
        </p:txBody>
      </p:sp>
    </p:spTree>
    <p:extLst>
      <p:ext uri="{BB962C8B-B14F-4D97-AF65-F5344CB8AC3E}">
        <p14:creationId xmlns:p14="http://schemas.microsoft.com/office/powerpoint/2010/main" val="337083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9,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8,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"&lt;p&gt;Sensores em aplicações científicas frequentemente geram sinais de amplitude extremamente baixa. Para processar esses sinais, pré-amplificadores são necessários. O que é essencial para um pré-amplificador usado em sensores de baixo sinal?&lt;/p&gt;",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"q_slide:9_answer",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"seq-9",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"&lt;p&gt;Alta impedância de entrada para preservar as características do sensor.&lt;/p&gt;",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"&lt;p&gt;Alta largura de banda para amplificar sinais de alta frequência.&lt;/p&gt;",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"&lt;p&gt;Baixa impedância de entrada para evitar sobrecarga do sensor.&lt;/p&gt;",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"&lt;p&gt;Alta impedância de entrada para preservar as características do sensor.&lt;/p&gt;",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"&lt;p&gt;Amplificação proporcional ao ganho do sensor passivo.&lt;/p&gt;",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"&lt;p&gt;Operação exclusiva com sinais digitais.&lt;/p&gt;",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617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BB5A944-8F07-47FC-9108-426AE336FBAC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085E00-FC41-46E1-A7B0-840CAB6B95A4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C1A9B7-D4AC-4979-A81B-CB13AA5F4327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Pré-amplificador  ›  Alta Impedância de Entrada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A88F55-D97A-4D33-B895-327EA184BAD3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Não 'rouba corrente' do sensor → preserva o sinal original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0944E7-C397-4E9C-A2A3-8F471111B5E8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1B7ED4F-655F-459F-899E-8037B47667C4}"/>
              </a:ext>
            </a:extLst>
          </p:cNvPr>
          <p:cNvSpPr/>
          <p:nvPr/>
        </p:nvSpPr>
        <p:spPr>
          <a:xfrm>
            <a:off x="635000" y="1524000"/>
            <a:ext cx="5207000" cy="3683000"/>
          </a:xfrm>
          <a:prstGeom prst="roundRect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F153CC-8039-45BD-83A0-A93A032B763B}"/>
              </a:ext>
            </a:extLst>
          </p:cNvPr>
          <p:cNvSpPr txBox="1"/>
          <p:nvPr/>
        </p:nvSpPr>
        <p:spPr>
          <a:xfrm>
            <a:off x="812800" y="1651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C04848"/>
                </a:solidFill>
              </a:rPr>
              <a:t>Z entrada BAIXA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F206D6D-CD97-4260-AC81-F5A17411A393}"/>
              </a:ext>
            </a:extLst>
          </p:cNvPr>
          <p:cNvSpPr/>
          <p:nvPr/>
        </p:nvSpPr>
        <p:spPr>
          <a:xfrm>
            <a:off x="1016000" y="2413000"/>
            <a:ext cx="457200" cy="508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BF81FCE-6290-4DCD-AC36-3F42F04D4B7E}"/>
              </a:ext>
            </a:extLst>
          </p:cNvPr>
          <p:cNvSpPr/>
          <p:nvPr/>
        </p:nvSpPr>
        <p:spPr>
          <a:xfrm>
            <a:off x="1016000" y="2413000"/>
            <a:ext cx="4572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82D672-DCCA-425F-B171-98363E7F2EFB}"/>
              </a:ext>
            </a:extLst>
          </p:cNvPr>
          <p:cNvSpPr txBox="1"/>
          <p:nvPr/>
        </p:nvSpPr>
        <p:spPr>
          <a:xfrm>
            <a:off x="1016000" y="2413000"/>
            <a:ext cx="4572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Vs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045B70F-70FC-4F3F-8C7C-C57875BD9556}"/>
              </a:ext>
            </a:extLst>
          </p:cNvPr>
          <p:cNvSpPr/>
          <p:nvPr/>
        </p:nvSpPr>
        <p:spPr>
          <a:xfrm>
            <a:off x="1473200" y="2641600"/>
            <a:ext cx="381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AB991FF-467F-416A-9836-55C42FEBB5DA}"/>
              </a:ext>
            </a:extLst>
          </p:cNvPr>
          <p:cNvSpPr/>
          <p:nvPr/>
        </p:nvSpPr>
        <p:spPr>
          <a:xfrm>
            <a:off x="1854200" y="2514600"/>
            <a:ext cx="635000" cy="3556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4BC18DD-4C37-425B-9EFF-E4C695AF1238}"/>
              </a:ext>
            </a:extLst>
          </p:cNvPr>
          <p:cNvSpPr txBox="1"/>
          <p:nvPr/>
        </p:nvSpPr>
        <p:spPr>
          <a:xfrm>
            <a:off x="1854200" y="25146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E89B2E"/>
                </a:solidFill>
              </a:rPr>
              <a:t>Rs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3ABC6B9-601F-4A63-BCC3-4A8379F081E8}"/>
              </a:ext>
            </a:extLst>
          </p:cNvPr>
          <p:cNvSpPr txBox="1"/>
          <p:nvPr/>
        </p:nvSpPr>
        <p:spPr>
          <a:xfrm>
            <a:off x="1854200" y="29210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200">
                <a:solidFill>
                  <a:srgbClr val="E89B2E"/>
                </a:solidFill>
              </a:rPr>
              <a:t>alto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32166AB-043A-4987-90EA-FCE895230EC6}"/>
              </a:ext>
            </a:extLst>
          </p:cNvPr>
          <p:cNvSpPr/>
          <p:nvPr/>
        </p:nvSpPr>
        <p:spPr>
          <a:xfrm>
            <a:off x="2489200" y="2641600"/>
            <a:ext cx="635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EC7BF4A-8D68-432B-A352-E363474AC513}"/>
              </a:ext>
            </a:extLst>
          </p:cNvPr>
          <p:cNvSpPr/>
          <p:nvPr/>
        </p:nvSpPr>
        <p:spPr>
          <a:xfrm>
            <a:off x="3098800" y="2590800"/>
            <a:ext cx="152400" cy="152400"/>
          </a:xfrm>
          <a:prstGeom prst="ellipse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C766529-180A-499F-B501-1E1C40967A73}"/>
              </a:ext>
            </a:extLst>
          </p:cNvPr>
          <p:cNvSpPr/>
          <p:nvPr/>
        </p:nvSpPr>
        <p:spPr>
          <a:xfrm>
            <a:off x="3302000" y="2387600"/>
            <a:ext cx="762000" cy="635000"/>
          </a:xfrm>
          <a:prstGeom prst="rect">
            <a:avLst/>
          </a:prstGeom>
          <a:solidFill>
            <a:srgbClr val="C04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AB39DDB-4B2C-43C6-A0FD-9031D0E55557}"/>
              </a:ext>
            </a:extLst>
          </p:cNvPr>
          <p:cNvSpPr txBox="1"/>
          <p:nvPr/>
        </p:nvSpPr>
        <p:spPr>
          <a:xfrm>
            <a:off x="3302000" y="23876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Z in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10EBB23-1A41-4F5C-BCA8-7D975B1D50F1}"/>
              </a:ext>
            </a:extLst>
          </p:cNvPr>
          <p:cNvSpPr txBox="1"/>
          <p:nvPr/>
        </p:nvSpPr>
        <p:spPr>
          <a:xfrm>
            <a:off x="3302000" y="2667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BAIXA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7FA6DF0-75A7-4C6E-9830-AB023ED35239}"/>
              </a:ext>
            </a:extLst>
          </p:cNvPr>
          <p:cNvSpPr/>
          <p:nvPr/>
        </p:nvSpPr>
        <p:spPr>
          <a:xfrm>
            <a:off x="3632200" y="3022600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A6CEA2-9909-4B64-AC9D-A326E316B661}"/>
              </a:ext>
            </a:extLst>
          </p:cNvPr>
          <p:cNvSpPr txBox="1"/>
          <p:nvPr/>
        </p:nvSpPr>
        <p:spPr>
          <a:xfrm>
            <a:off x="4114800" y="25273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 err="1">
                <a:solidFill>
                  <a:srgbClr val="C04848"/>
                </a:solidFill>
              </a:rPr>
              <a:t>V_med</a:t>
            </a:r>
            <a:r>
              <a:rPr lang="pt-BR" sz="1600" b="1" dirty="0">
                <a:solidFill>
                  <a:srgbClr val="C04848"/>
                </a:solidFill>
              </a:rPr>
              <a:t> ≪ </a:t>
            </a:r>
            <a:r>
              <a:rPr lang="pt-BR" sz="1600" b="1" dirty="0" err="1">
                <a:solidFill>
                  <a:srgbClr val="C04848"/>
                </a:solidFill>
              </a:rPr>
              <a:t>Vs</a:t>
            </a:r>
            <a:endParaRPr lang="pt-BR" sz="1600" b="1" dirty="0">
              <a:solidFill>
                <a:srgbClr val="C04848"/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C1CA014-0FA5-4C3F-A165-68EC07807257}"/>
              </a:ext>
            </a:extLst>
          </p:cNvPr>
          <p:cNvSpPr/>
          <p:nvPr/>
        </p:nvSpPr>
        <p:spPr>
          <a:xfrm>
            <a:off x="812800" y="3937000"/>
            <a:ext cx="48514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78BF9FA-7E1A-4470-9720-BC3A546BFD48}"/>
              </a:ext>
            </a:extLst>
          </p:cNvPr>
          <p:cNvSpPr txBox="1"/>
          <p:nvPr/>
        </p:nvSpPr>
        <p:spPr>
          <a:xfrm>
            <a:off x="939800" y="4013200"/>
            <a:ext cx="4597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C04848"/>
                </a:solidFill>
              </a:rPr>
              <a:t>Divisão indesejada: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840B59C-E9FB-48CE-B058-3BFAD6B017E4}"/>
              </a:ext>
            </a:extLst>
          </p:cNvPr>
          <p:cNvSpPr txBox="1"/>
          <p:nvPr/>
        </p:nvSpPr>
        <p:spPr>
          <a:xfrm>
            <a:off x="939800" y="4343400"/>
            <a:ext cx="45974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nl-NL" b="1">
                <a:solidFill>
                  <a:srgbClr val="0F1B2D"/>
                </a:solidFill>
              </a:rPr>
              <a:t>V_med = Vs · Zin / (Rs + Zin)</a:t>
            </a:r>
            <a:endParaRPr lang="pt-BR" b="1">
              <a:solidFill>
                <a:srgbClr val="0F1B2D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519F8A9-59D7-47A8-B0FD-09D2C9FCF93D}"/>
              </a:ext>
            </a:extLst>
          </p:cNvPr>
          <p:cNvSpPr txBox="1"/>
          <p:nvPr/>
        </p:nvSpPr>
        <p:spPr>
          <a:xfrm>
            <a:off x="939800" y="4699000"/>
            <a:ext cx="4597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Se Zin ~ Rs → perde-se metade do sinal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8365D8C-488C-4F66-9893-4B21720CC81B}"/>
              </a:ext>
            </a:extLst>
          </p:cNvPr>
          <p:cNvSpPr/>
          <p:nvPr/>
        </p:nvSpPr>
        <p:spPr>
          <a:xfrm>
            <a:off x="6477000" y="1524000"/>
            <a:ext cx="5207000" cy="3683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EFE1062-F438-4E6A-A39E-DA1199EA0990}"/>
              </a:ext>
            </a:extLst>
          </p:cNvPr>
          <p:cNvSpPr txBox="1"/>
          <p:nvPr/>
        </p:nvSpPr>
        <p:spPr>
          <a:xfrm>
            <a:off x="6654800" y="1651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Z entrada ALTA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7A935B1-3E66-4A96-90B6-163234CACDEC}"/>
              </a:ext>
            </a:extLst>
          </p:cNvPr>
          <p:cNvSpPr/>
          <p:nvPr/>
        </p:nvSpPr>
        <p:spPr>
          <a:xfrm>
            <a:off x="6858000" y="2413000"/>
            <a:ext cx="457200" cy="508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F4D1B33-E01F-45EC-A876-E1F809AEFD58}"/>
              </a:ext>
            </a:extLst>
          </p:cNvPr>
          <p:cNvSpPr/>
          <p:nvPr/>
        </p:nvSpPr>
        <p:spPr>
          <a:xfrm>
            <a:off x="6858000" y="2413000"/>
            <a:ext cx="4572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2F141BE-C81D-4BCB-B1E2-23381E66D958}"/>
              </a:ext>
            </a:extLst>
          </p:cNvPr>
          <p:cNvSpPr txBox="1"/>
          <p:nvPr/>
        </p:nvSpPr>
        <p:spPr>
          <a:xfrm>
            <a:off x="6858000" y="2413000"/>
            <a:ext cx="4572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Vs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3EFA6AA-F1CE-42C9-9709-CDE95526F379}"/>
              </a:ext>
            </a:extLst>
          </p:cNvPr>
          <p:cNvSpPr/>
          <p:nvPr/>
        </p:nvSpPr>
        <p:spPr>
          <a:xfrm>
            <a:off x="7315200" y="2641600"/>
            <a:ext cx="381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8436D643-D2D1-43FE-8E54-35998252C7CA}"/>
              </a:ext>
            </a:extLst>
          </p:cNvPr>
          <p:cNvSpPr/>
          <p:nvPr/>
        </p:nvSpPr>
        <p:spPr>
          <a:xfrm>
            <a:off x="7696200" y="2514600"/>
            <a:ext cx="635000" cy="3556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037C58F-45D8-4CA0-950A-3D4F17E9FB72}"/>
              </a:ext>
            </a:extLst>
          </p:cNvPr>
          <p:cNvSpPr txBox="1"/>
          <p:nvPr/>
        </p:nvSpPr>
        <p:spPr>
          <a:xfrm>
            <a:off x="7696200" y="2514600"/>
            <a:ext cx="63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E89B2E"/>
                </a:solidFill>
              </a:rPr>
              <a:t>Rs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6B26B9-87B5-4E41-A9D3-69BEB20475F5}"/>
              </a:ext>
            </a:extLst>
          </p:cNvPr>
          <p:cNvSpPr txBox="1"/>
          <p:nvPr/>
        </p:nvSpPr>
        <p:spPr>
          <a:xfrm>
            <a:off x="7696200" y="29210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200">
                <a:solidFill>
                  <a:srgbClr val="E89B2E"/>
                </a:solidFill>
              </a:rPr>
              <a:t>alto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681D73F-9DE9-499E-8F86-5DAEE2A4D4AC}"/>
              </a:ext>
            </a:extLst>
          </p:cNvPr>
          <p:cNvSpPr/>
          <p:nvPr/>
        </p:nvSpPr>
        <p:spPr>
          <a:xfrm>
            <a:off x="8331200" y="2641600"/>
            <a:ext cx="635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AAEAE32-7EE5-40EB-A74D-F68D82D18963}"/>
              </a:ext>
            </a:extLst>
          </p:cNvPr>
          <p:cNvSpPr/>
          <p:nvPr/>
        </p:nvSpPr>
        <p:spPr>
          <a:xfrm>
            <a:off x="8940800" y="2590800"/>
            <a:ext cx="152400" cy="152400"/>
          </a:xfrm>
          <a:prstGeom prst="ellipse">
            <a:avLst/>
          </a:prstGeom>
          <a:solidFill>
            <a:srgbClr val="0F1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28E8B89-020C-4726-B5A6-FE6963E001D5}"/>
              </a:ext>
            </a:extLst>
          </p:cNvPr>
          <p:cNvSpPr/>
          <p:nvPr/>
        </p:nvSpPr>
        <p:spPr>
          <a:xfrm>
            <a:off x="9144000" y="2387600"/>
            <a:ext cx="762000" cy="635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A0E4046-EE7B-4907-B22F-AFCD1B3E8E85}"/>
              </a:ext>
            </a:extLst>
          </p:cNvPr>
          <p:cNvSpPr txBox="1"/>
          <p:nvPr/>
        </p:nvSpPr>
        <p:spPr>
          <a:xfrm>
            <a:off x="9144000" y="23876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Z in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26C54C0-10FF-4F03-94A1-9B32571EFB05}"/>
              </a:ext>
            </a:extLst>
          </p:cNvPr>
          <p:cNvSpPr txBox="1"/>
          <p:nvPr/>
        </p:nvSpPr>
        <p:spPr>
          <a:xfrm>
            <a:off x="9144000" y="2667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6C4D5673-29BE-46F4-9224-5290969AA446}"/>
              </a:ext>
            </a:extLst>
          </p:cNvPr>
          <p:cNvSpPr/>
          <p:nvPr/>
        </p:nvSpPr>
        <p:spPr>
          <a:xfrm>
            <a:off x="9474200" y="3022600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9E6671B-5D57-4404-BBB0-316F574A4201}"/>
              </a:ext>
            </a:extLst>
          </p:cNvPr>
          <p:cNvSpPr txBox="1"/>
          <p:nvPr/>
        </p:nvSpPr>
        <p:spPr>
          <a:xfrm>
            <a:off x="9982200" y="26162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 dirty="0" err="1">
                <a:solidFill>
                  <a:srgbClr val="2C8C5F"/>
                </a:solidFill>
              </a:rPr>
              <a:t>V_med</a:t>
            </a:r>
            <a:r>
              <a:rPr lang="pt-BR" sz="1600" b="1" dirty="0">
                <a:solidFill>
                  <a:srgbClr val="2C8C5F"/>
                </a:solidFill>
              </a:rPr>
              <a:t> ≈ </a:t>
            </a:r>
            <a:r>
              <a:rPr lang="pt-BR" sz="1600" b="1" dirty="0" err="1">
                <a:solidFill>
                  <a:srgbClr val="2C8C5F"/>
                </a:solidFill>
              </a:rPr>
              <a:t>Vs</a:t>
            </a:r>
            <a:endParaRPr lang="pt-BR" sz="1600" b="1" dirty="0">
              <a:solidFill>
                <a:srgbClr val="2C8C5F"/>
              </a:solidFill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B1BC04E2-2216-42B1-9504-DF2248AAF01F}"/>
              </a:ext>
            </a:extLst>
          </p:cNvPr>
          <p:cNvSpPr/>
          <p:nvPr/>
        </p:nvSpPr>
        <p:spPr>
          <a:xfrm>
            <a:off x="6654800" y="3937000"/>
            <a:ext cx="48514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F29B28E-7050-42EC-8F8D-BCC204EEAEF0}"/>
              </a:ext>
            </a:extLst>
          </p:cNvPr>
          <p:cNvSpPr txBox="1"/>
          <p:nvPr/>
        </p:nvSpPr>
        <p:spPr>
          <a:xfrm>
            <a:off x="6781800" y="4013200"/>
            <a:ext cx="4597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Sem divisão significativa: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EF4B783-DFC2-4500-AD83-22DFFCD907C8}"/>
              </a:ext>
            </a:extLst>
          </p:cNvPr>
          <p:cNvSpPr txBox="1"/>
          <p:nvPr/>
        </p:nvSpPr>
        <p:spPr>
          <a:xfrm>
            <a:off x="6781800" y="4343400"/>
            <a:ext cx="45974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0F1B2D"/>
                </a:solidFill>
              </a:rPr>
              <a:t>Zin ≫ Rs  →  V_med ≈ Vs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08E62C9-6DB4-4487-980D-279AC5EF63A9}"/>
              </a:ext>
            </a:extLst>
          </p:cNvPr>
          <p:cNvSpPr txBox="1"/>
          <p:nvPr/>
        </p:nvSpPr>
        <p:spPr>
          <a:xfrm>
            <a:off x="6781800" y="4699000"/>
            <a:ext cx="4597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Sinal preservado para amplificação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03BE6119-8AED-4CA9-9B25-466F18823CBF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98C185A-9AAE-4180-96E0-F1A54D5B8672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37A8D23-7670-46EF-904D-8D0AF532B5FB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Alta impedância de entrada para preservar as características do sensor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8E161E5F-0A0F-4005-C7BD-55C4F60CCBDD}"/>
              </a:ext>
            </a:extLst>
          </p:cNvPr>
          <p:cNvSpPr/>
          <p:nvPr/>
        </p:nvSpPr>
        <p:spPr>
          <a:xfrm rot="16200000">
            <a:off x="9468464" y="3197532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1CA32B2B-ACC0-0E3E-5D6C-C0AE9BB3775E}"/>
              </a:ext>
            </a:extLst>
          </p:cNvPr>
          <p:cNvSpPr/>
          <p:nvPr/>
        </p:nvSpPr>
        <p:spPr>
          <a:xfrm rot="16200000">
            <a:off x="3642831" y="3231948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447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C0418-7F4A-650F-8644-5CF0C67E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chemeClr val="tx1"/>
                </a:solidFill>
              </a:rPr>
              <a:t>Cadeia Completa de Aquisição de Dados</a:t>
            </a:r>
          </a:p>
        </p:txBody>
      </p:sp>
      <p:sp>
        <p:nvSpPr>
          <p:cNvPr id="10" name="Block0"/>
          <p:cNvSpPr/>
          <p:nvPr/>
        </p:nvSpPr>
        <p:spPr>
          <a:xfrm>
            <a:off x="508000" y="2286000"/>
            <a:ext cx="1524000" cy="1143000"/>
          </a:xfrm>
          <a:prstGeom prst="roundRect">
            <a:avLst>
              <a:gd name="adj" fmla="val 10000"/>
            </a:avLst>
          </a:prstGeom>
          <a:solidFill>
            <a:srgbClr val="2ECC71">
              <a:alpha val="25000"/>
            </a:srgbClr>
          </a:solidFill>
          <a:ln w="25400">
            <a:solidFill>
              <a:srgbClr val="2ECC71"/>
            </a:solidFill>
          </a:ln>
        </p:spPr>
        <p:txBody>
          <a:bodyPr wrap="square" lIns="36000" tIns="36000" rIns="36000" bIns="36000" anchor="ctr" anchorCtr="0"/>
          <a:lstStyle/>
          <a:p>
            <a:pPr algn="ctr">
              <a:buNone/>
            </a:pPr>
            <a:r>
              <a:rPr lang="pt-BR" sz="2000" b="1" dirty="0"/>
              <a:t>Sensor</a:t>
            </a:r>
          </a:p>
        </p:txBody>
      </p:sp>
      <p:sp>
        <p:nvSpPr>
          <p:cNvPr id="11" name="Sub0"/>
          <p:cNvSpPr/>
          <p:nvPr/>
        </p:nvSpPr>
        <p:spPr>
          <a:xfrm>
            <a:off x="508000" y="3530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pt-BR" sz="2000" dirty="0"/>
              <a:t>Transdutor</a:t>
            </a:r>
          </a:p>
        </p:txBody>
      </p:sp>
      <p:sp>
        <p:nvSpPr>
          <p:cNvPr id="12" name="Arrow0"/>
          <p:cNvSpPr/>
          <p:nvPr/>
        </p:nvSpPr>
        <p:spPr>
          <a:xfrm>
            <a:off x="2032000" y="2730500"/>
            <a:ext cx="381000" cy="254000"/>
          </a:xfrm>
          <a:prstGeom prst="rightArrow">
            <a:avLst/>
          </a:prstGeom>
          <a:solidFill>
            <a:srgbClr val="E07A2F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3" name="Block1"/>
          <p:cNvSpPr/>
          <p:nvPr/>
        </p:nvSpPr>
        <p:spPr>
          <a:xfrm>
            <a:off x="2413000" y="2286000"/>
            <a:ext cx="1524000" cy="1143000"/>
          </a:xfrm>
          <a:prstGeom prst="roundRect">
            <a:avLst>
              <a:gd name="adj" fmla="val 10000"/>
            </a:avLst>
          </a:prstGeom>
          <a:solidFill>
            <a:srgbClr val="E07A2F">
              <a:alpha val="25000"/>
            </a:srgbClr>
          </a:solidFill>
          <a:ln w="25400">
            <a:solidFill>
              <a:srgbClr val="E07A2F"/>
            </a:solidFill>
          </a:ln>
        </p:spPr>
        <p:txBody>
          <a:bodyPr wrap="square" lIns="36000" tIns="36000" rIns="36000" bIns="36000" anchor="ctr" anchorCtr="0"/>
          <a:lstStyle/>
          <a:p>
            <a:pPr algn="ctr">
              <a:buNone/>
            </a:pPr>
            <a:r>
              <a:rPr lang="pt-BR" sz="2000" b="1" dirty="0"/>
              <a:t>Ponte/
Divisor</a:t>
            </a:r>
          </a:p>
        </p:txBody>
      </p:sp>
      <p:sp>
        <p:nvSpPr>
          <p:cNvPr id="14" name="Sub1"/>
          <p:cNvSpPr/>
          <p:nvPr/>
        </p:nvSpPr>
        <p:spPr>
          <a:xfrm>
            <a:off x="2413000" y="3530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pt-BR" sz="2000" dirty="0"/>
              <a:t>Conversão R→V</a:t>
            </a:r>
          </a:p>
        </p:txBody>
      </p:sp>
      <p:sp>
        <p:nvSpPr>
          <p:cNvPr id="15" name="Arrow1"/>
          <p:cNvSpPr/>
          <p:nvPr/>
        </p:nvSpPr>
        <p:spPr>
          <a:xfrm>
            <a:off x="3937000" y="2730500"/>
            <a:ext cx="381000" cy="254000"/>
          </a:xfrm>
          <a:prstGeom prst="rightArrow">
            <a:avLst/>
          </a:prstGeom>
          <a:solidFill>
            <a:srgbClr val="E07A2F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6" name="Block2"/>
          <p:cNvSpPr/>
          <p:nvPr/>
        </p:nvSpPr>
        <p:spPr>
          <a:xfrm>
            <a:off x="4318000" y="2286000"/>
            <a:ext cx="1524000" cy="1143000"/>
          </a:xfrm>
          <a:prstGeom prst="roundRect">
            <a:avLst>
              <a:gd name="adj" fmla="val 10000"/>
            </a:avLst>
          </a:prstGeom>
          <a:solidFill>
            <a:srgbClr val="3A86C8">
              <a:alpha val="25000"/>
            </a:srgbClr>
          </a:solidFill>
          <a:ln w="25400">
            <a:solidFill>
              <a:srgbClr val="3A86C8"/>
            </a:solidFill>
          </a:ln>
        </p:spPr>
        <p:txBody>
          <a:bodyPr wrap="square" lIns="36000" tIns="36000" rIns="36000" bIns="36000" anchor="ctr" anchorCtr="0"/>
          <a:lstStyle/>
          <a:p>
            <a:pPr algn="ctr">
              <a:buNone/>
            </a:pPr>
            <a:r>
              <a:rPr lang="pt-BR" sz="2000" b="1" dirty="0"/>
              <a:t>Amp.
Instr.</a:t>
            </a:r>
          </a:p>
        </p:txBody>
      </p:sp>
      <p:sp>
        <p:nvSpPr>
          <p:cNvPr id="17" name="Sub2"/>
          <p:cNvSpPr/>
          <p:nvPr/>
        </p:nvSpPr>
        <p:spPr>
          <a:xfrm>
            <a:off x="4318000" y="3530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pt-BR" sz="2000" dirty="0"/>
              <a:t>Ganho + CMRR</a:t>
            </a:r>
          </a:p>
        </p:txBody>
      </p:sp>
      <p:sp>
        <p:nvSpPr>
          <p:cNvPr id="18" name="Arrow2"/>
          <p:cNvSpPr/>
          <p:nvPr/>
        </p:nvSpPr>
        <p:spPr>
          <a:xfrm>
            <a:off x="5842000" y="2730500"/>
            <a:ext cx="381000" cy="254000"/>
          </a:xfrm>
          <a:prstGeom prst="rightArrow">
            <a:avLst/>
          </a:prstGeom>
          <a:solidFill>
            <a:srgbClr val="E07A2F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9" name="Block3"/>
          <p:cNvSpPr/>
          <p:nvPr/>
        </p:nvSpPr>
        <p:spPr>
          <a:xfrm>
            <a:off x="6223000" y="2286000"/>
            <a:ext cx="1524000" cy="1143000"/>
          </a:xfrm>
          <a:prstGeom prst="roundRect">
            <a:avLst>
              <a:gd name="adj" fmla="val 10000"/>
            </a:avLst>
          </a:prstGeom>
          <a:solidFill>
            <a:srgbClr val="8D99AE">
              <a:alpha val="25000"/>
            </a:srgbClr>
          </a:solidFill>
          <a:ln w="25400">
            <a:solidFill>
              <a:srgbClr val="8D99AE"/>
            </a:solidFill>
          </a:ln>
        </p:spPr>
        <p:txBody>
          <a:bodyPr wrap="square" lIns="36000" tIns="36000" rIns="36000" bIns="36000" anchor="ctr" anchorCtr="0"/>
          <a:lstStyle/>
          <a:p>
            <a:pPr algn="ctr">
              <a:buNone/>
            </a:pPr>
            <a:r>
              <a:rPr lang="pt-BR" sz="2000" b="1" dirty="0"/>
              <a:t>Filtro</a:t>
            </a:r>
          </a:p>
        </p:txBody>
      </p:sp>
      <p:sp>
        <p:nvSpPr>
          <p:cNvPr id="20" name="Sub3"/>
          <p:cNvSpPr/>
          <p:nvPr/>
        </p:nvSpPr>
        <p:spPr>
          <a:xfrm>
            <a:off x="6223000" y="3530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pt-BR" sz="2000" dirty="0"/>
              <a:t>Anti-aliasing</a:t>
            </a:r>
          </a:p>
        </p:txBody>
      </p:sp>
      <p:sp>
        <p:nvSpPr>
          <p:cNvPr id="21" name="Arrow3"/>
          <p:cNvSpPr/>
          <p:nvPr/>
        </p:nvSpPr>
        <p:spPr>
          <a:xfrm>
            <a:off x="7747000" y="2730500"/>
            <a:ext cx="381000" cy="254000"/>
          </a:xfrm>
          <a:prstGeom prst="rightArrow">
            <a:avLst/>
          </a:prstGeom>
          <a:solidFill>
            <a:srgbClr val="E07A2F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22" name="Block4"/>
          <p:cNvSpPr/>
          <p:nvPr/>
        </p:nvSpPr>
        <p:spPr>
          <a:xfrm>
            <a:off x="8128000" y="2286000"/>
            <a:ext cx="1524000" cy="1143000"/>
          </a:xfrm>
          <a:prstGeom prst="roundRect">
            <a:avLst>
              <a:gd name="adj" fmla="val 10000"/>
            </a:avLst>
          </a:prstGeom>
          <a:solidFill>
            <a:srgbClr val="F4D03F">
              <a:alpha val="25000"/>
            </a:srgbClr>
          </a:solidFill>
          <a:ln w="25400">
            <a:solidFill>
              <a:srgbClr val="F4D03F"/>
            </a:solidFill>
          </a:ln>
        </p:spPr>
        <p:txBody>
          <a:bodyPr wrap="square" lIns="36000" tIns="36000" rIns="36000" bIns="36000" anchor="ctr" anchorCtr="0"/>
          <a:lstStyle/>
          <a:p>
            <a:pPr algn="ctr">
              <a:buNone/>
            </a:pPr>
            <a:r>
              <a:rPr lang="pt-BR" sz="2000" b="1" dirty="0"/>
              <a:t>ADC</a:t>
            </a:r>
          </a:p>
        </p:txBody>
      </p:sp>
      <p:sp>
        <p:nvSpPr>
          <p:cNvPr id="23" name="Sub4"/>
          <p:cNvSpPr/>
          <p:nvPr/>
        </p:nvSpPr>
        <p:spPr>
          <a:xfrm>
            <a:off x="8128000" y="3530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pt-BR" sz="2000" dirty="0"/>
              <a:t>Digitalização</a:t>
            </a:r>
          </a:p>
        </p:txBody>
      </p:sp>
      <p:sp>
        <p:nvSpPr>
          <p:cNvPr id="24" name="Arrow4"/>
          <p:cNvSpPr/>
          <p:nvPr/>
        </p:nvSpPr>
        <p:spPr>
          <a:xfrm>
            <a:off x="9652000" y="2730500"/>
            <a:ext cx="381000" cy="254000"/>
          </a:xfrm>
          <a:prstGeom prst="rightArrow">
            <a:avLst/>
          </a:prstGeom>
          <a:solidFill>
            <a:srgbClr val="E07A2F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25" name="Block5"/>
          <p:cNvSpPr/>
          <p:nvPr/>
        </p:nvSpPr>
        <p:spPr>
          <a:xfrm>
            <a:off x="10033000" y="2286000"/>
            <a:ext cx="1524000" cy="1143000"/>
          </a:xfrm>
          <a:prstGeom prst="roundRect">
            <a:avLst>
              <a:gd name="adj" fmla="val 10000"/>
            </a:avLst>
          </a:prstGeom>
          <a:solidFill>
            <a:srgbClr val="E74C3C">
              <a:alpha val="25000"/>
            </a:srgbClr>
          </a:solidFill>
          <a:ln w="25400">
            <a:solidFill>
              <a:srgbClr val="E74C3C"/>
            </a:solidFill>
          </a:ln>
        </p:spPr>
        <p:txBody>
          <a:bodyPr wrap="square" lIns="36000" tIns="36000" rIns="36000" bIns="36000" anchor="ctr" anchorCtr="0"/>
          <a:lstStyle/>
          <a:p>
            <a:pPr algn="ctr">
              <a:buNone/>
            </a:pPr>
            <a:r>
              <a:rPr lang="pt-BR" sz="2000" b="1" dirty="0"/>
              <a:t>MCU</a:t>
            </a:r>
          </a:p>
        </p:txBody>
      </p:sp>
      <p:sp>
        <p:nvSpPr>
          <p:cNvPr id="26" name="Sub5"/>
          <p:cNvSpPr/>
          <p:nvPr/>
        </p:nvSpPr>
        <p:spPr>
          <a:xfrm>
            <a:off x="10033000" y="35306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pt-BR" sz="2000" dirty="0"/>
              <a:t>Processamento</a:t>
            </a:r>
          </a:p>
        </p:txBody>
      </p:sp>
      <p:sp>
        <p:nvSpPr>
          <p:cNvPr id="27" name="BracketLabel"/>
          <p:cNvSpPr/>
          <p:nvPr/>
        </p:nvSpPr>
        <p:spPr>
          <a:xfrm>
            <a:off x="1651000" y="4064000"/>
            <a:ext cx="6985000" cy="635000"/>
          </a:xfrm>
          <a:prstGeom prst="bracketPair">
            <a:avLst/>
          </a:prstGeom>
          <a:noFill/>
          <a:ln w="19050">
            <a:solidFill>
              <a:srgbClr val="E07A2F"/>
            </a:solidFill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pt-BR" sz="3200" b="1" dirty="0"/>
              <a:t>CONDICIONAMENTO DE SINAIS</a:t>
            </a:r>
          </a:p>
        </p:txBody>
      </p:sp>
      <p:sp>
        <p:nvSpPr>
          <p:cNvPr id="28" name="Inf0"/>
          <p:cNvSpPr/>
          <p:nvPr/>
        </p:nvSpPr>
        <p:spPr>
          <a:xfrm>
            <a:off x="3175000" y="5016500"/>
            <a:ext cx="1651000" cy="355600"/>
          </a:xfrm>
          <a:prstGeom prst="roundRect">
            <a:avLst>
              <a:gd name="adj" fmla="val 25000"/>
            </a:avLst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dash"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pt-BR" sz="1600" b="1" dirty="0"/>
              <a:t>Temperatura</a:t>
            </a:r>
          </a:p>
        </p:txBody>
      </p:sp>
      <p:sp>
        <p:nvSpPr>
          <p:cNvPr id="29" name="Inf1"/>
          <p:cNvSpPr/>
          <p:nvPr/>
        </p:nvSpPr>
        <p:spPr>
          <a:xfrm>
            <a:off x="5334000" y="5016500"/>
            <a:ext cx="1651000" cy="355600"/>
          </a:xfrm>
          <a:prstGeom prst="roundRect">
            <a:avLst>
              <a:gd name="adj" fmla="val 25000"/>
            </a:avLst>
          </a:prstGeom>
          <a:solidFill>
            <a:srgbClr val="F4D03F">
              <a:alpha val="20000"/>
            </a:srgbClr>
          </a:solidFill>
          <a:ln w="12700">
            <a:solidFill>
              <a:srgbClr val="F4D03F"/>
            </a:solidFill>
            <a:prstDash val="dash"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pt-BR" sz="1600" b="1" dirty="0"/>
              <a:t>Frequência</a:t>
            </a:r>
          </a:p>
        </p:txBody>
      </p:sp>
      <p:sp>
        <p:nvSpPr>
          <p:cNvPr id="30" name="Inf2"/>
          <p:cNvSpPr/>
          <p:nvPr/>
        </p:nvSpPr>
        <p:spPr>
          <a:xfrm>
            <a:off x="7493000" y="5016500"/>
            <a:ext cx="1651000" cy="355600"/>
          </a:xfrm>
          <a:prstGeom prst="roundRect">
            <a:avLst>
              <a:gd name="adj" fmla="val 25000"/>
            </a:avLst>
          </a:prstGeom>
          <a:solidFill>
            <a:srgbClr val="3A86C8">
              <a:alpha val="20000"/>
            </a:srgbClr>
          </a:solidFill>
          <a:ln w="12700">
            <a:solidFill>
              <a:srgbClr val="3A86C8"/>
            </a:solidFill>
            <a:prstDash val="dash"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pt-BR" sz="1600" b="1" dirty="0"/>
              <a:t>Impedância</a:t>
            </a:r>
          </a:p>
        </p:txBody>
      </p:sp>
      <p:sp>
        <p:nvSpPr>
          <p:cNvPr id="31" name="BottomLabel"/>
          <p:cNvSpPr/>
          <p:nvPr/>
        </p:nvSpPr>
        <p:spPr>
          <a:xfrm>
            <a:off x="2286000" y="5588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600" dirty="0"/>
              <a:t>▲ Grandezas de Influência que distorcem a medição</a:t>
            </a:r>
          </a:p>
        </p:txBody>
      </p:sp>
    </p:spTree>
    <p:extLst>
      <p:ext uri="{BB962C8B-B14F-4D97-AF65-F5344CB8AC3E}">
        <p14:creationId xmlns:p14="http://schemas.microsoft.com/office/powerpoint/2010/main" val="3429786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0BAE5-8B32-6BFF-8E84-7BAFE98A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chemeClr val="tx1"/>
                </a:solidFill>
              </a:rPr>
              <a:t>Erro de Carga vs. Razão de Impedâncias</a:t>
            </a:r>
          </a:p>
        </p:txBody>
      </p:sp>
      <p:sp>
        <p:nvSpPr>
          <p:cNvPr id="10" name="Bar0"/>
          <p:cNvSpPr/>
          <p:nvPr/>
        </p:nvSpPr>
        <p:spPr>
          <a:xfrm>
            <a:off x="1016000" y="2794000"/>
            <a:ext cx="1270000" cy="2540000"/>
          </a:xfrm>
          <a:prstGeom prst="roundRect">
            <a:avLst>
              <a:gd name="adj" fmla="val 8000"/>
            </a:avLst>
          </a:prstGeom>
          <a:solidFill>
            <a:srgbClr val="E07A2F">
              <a:alpha val="60000"/>
            </a:srgbClr>
          </a:solidFill>
          <a:ln w="19050">
            <a:solidFill>
              <a:srgbClr val="E07A2F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1" name="Lbl0"/>
          <p:cNvSpPr/>
          <p:nvPr/>
        </p:nvSpPr>
        <p:spPr>
          <a:xfrm>
            <a:off x="1016000" y="53975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pt-BR" sz="1400" b="1" dirty="0">
                <a:solidFill>
                  <a:srgbClr val="E07A2F"/>
                </a:solidFill>
              </a:rPr>
              <a:t>1:1</a:t>
            </a:r>
          </a:p>
          <a:p>
            <a:pPr algn="ctr">
              <a:buNone/>
            </a:pPr>
            <a:r>
              <a:rPr lang="pt-BR" sz="1400" dirty="0">
                <a:solidFill>
                  <a:srgbClr val="8D99AE"/>
                </a:solidFill>
              </a:rPr>
              <a:t>R_carga/R_fonte</a:t>
            </a:r>
          </a:p>
        </p:txBody>
      </p:sp>
      <p:sp>
        <p:nvSpPr>
          <p:cNvPr id="12" name="Bar1"/>
          <p:cNvSpPr/>
          <p:nvPr/>
        </p:nvSpPr>
        <p:spPr>
          <a:xfrm>
            <a:off x="2921000" y="4871720"/>
            <a:ext cx="1270000" cy="462280"/>
          </a:xfrm>
          <a:prstGeom prst="roundRect">
            <a:avLst>
              <a:gd name="adj" fmla="val 8000"/>
            </a:avLst>
          </a:prstGeom>
          <a:solidFill>
            <a:srgbClr val="E74C3C">
              <a:alpha val="60000"/>
            </a:srgbClr>
          </a:solidFill>
          <a:ln w="19050">
            <a:solidFill>
              <a:srgbClr val="E74C3C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9.1%</a:t>
            </a:r>
          </a:p>
        </p:txBody>
      </p:sp>
      <p:sp>
        <p:nvSpPr>
          <p:cNvPr id="13" name="Lbl1"/>
          <p:cNvSpPr/>
          <p:nvPr/>
        </p:nvSpPr>
        <p:spPr>
          <a:xfrm>
            <a:off x="2921000" y="53975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pt-BR" sz="1400" b="1" dirty="0">
                <a:solidFill>
                  <a:srgbClr val="E74C3C"/>
                </a:solidFill>
              </a:rPr>
              <a:t>10:1</a:t>
            </a:r>
          </a:p>
          <a:p>
            <a:pPr algn="ctr">
              <a:buNone/>
            </a:pPr>
            <a:r>
              <a:rPr lang="pt-BR" sz="1400" dirty="0">
                <a:solidFill>
                  <a:srgbClr val="8D99AE"/>
                </a:solidFill>
              </a:rPr>
              <a:t>R_carga/R_fonte</a:t>
            </a:r>
          </a:p>
        </p:txBody>
      </p:sp>
      <p:sp>
        <p:nvSpPr>
          <p:cNvPr id="14" name="Bar2"/>
          <p:cNvSpPr/>
          <p:nvPr/>
        </p:nvSpPr>
        <p:spPr>
          <a:xfrm>
            <a:off x="4826000" y="5232400"/>
            <a:ext cx="1270000" cy="101600"/>
          </a:xfrm>
          <a:prstGeom prst="roundRect">
            <a:avLst>
              <a:gd name="adj" fmla="val 8000"/>
            </a:avLst>
          </a:prstGeom>
          <a:solidFill>
            <a:srgbClr val="F4D03F">
              <a:alpha val="60000"/>
            </a:srgbClr>
          </a:solidFill>
          <a:ln w="19050">
            <a:solidFill>
              <a:srgbClr val="F4D03F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pt-BR" sz="1400" b="1" dirty="0"/>
              <a:t>1%</a:t>
            </a:r>
          </a:p>
        </p:txBody>
      </p:sp>
      <p:sp>
        <p:nvSpPr>
          <p:cNvPr id="15" name="Lbl2"/>
          <p:cNvSpPr/>
          <p:nvPr/>
        </p:nvSpPr>
        <p:spPr>
          <a:xfrm>
            <a:off x="4826000" y="53975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pt-BR" sz="1400" b="1" dirty="0">
                <a:solidFill>
                  <a:srgbClr val="F4D03F"/>
                </a:solidFill>
              </a:rPr>
              <a:t>100:1</a:t>
            </a:r>
          </a:p>
          <a:p>
            <a:pPr algn="ctr">
              <a:buNone/>
            </a:pPr>
            <a:r>
              <a:rPr lang="pt-BR" sz="1400" dirty="0">
                <a:solidFill>
                  <a:srgbClr val="8D99AE"/>
                </a:solidFill>
              </a:rPr>
              <a:t>R_carga/R_fonte</a:t>
            </a:r>
          </a:p>
        </p:txBody>
      </p:sp>
      <p:sp>
        <p:nvSpPr>
          <p:cNvPr id="16" name="Bar3"/>
          <p:cNvSpPr/>
          <p:nvPr/>
        </p:nvSpPr>
        <p:spPr>
          <a:xfrm>
            <a:off x="6731000" y="5232400"/>
            <a:ext cx="1270000" cy="101600"/>
          </a:xfrm>
          <a:prstGeom prst="roundRect">
            <a:avLst>
              <a:gd name="adj" fmla="val 8000"/>
            </a:avLst>
          </a:prstGeom>
          <a:solidFill>
            <a:srgbClr val="2ECC71">
              <a:alpha val="60000"/>
            </a:srgbClr>
          </a:solidFill>
          <a:ln w="19050">
            <a:solidFill>
              <a:srgbClr val="2ECC71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0.1%</a:t>
            </a:r>
          </a:p>
        </p:txBody>
      </p:sp>
      <p:sp>
        <p:nvSpPr>
          <p:cNvPr id="17" name="Lbl3"/>
          <p:cNvSpPr/>
          <p:nvPr/>
        </p:nvSpPr>
        <p:spPr>
          <a:xfrm>
            <a:off x="6731000" y="53975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pt-BR" sz="1400" b="1" dirty="0">
                <a:solidFill>
                  <a:srgbClr val="2ECC71"/>
                </a:solidFill>
              </a:rPr>
              <a:t>1k:1</a:t>
            </a:r>
          </a:p>
          <a:p>
            <a:pPr algn="ctr">
              <a:buNone/>
            </a:pPr>
            <a:r>
              <a:rPr lang="pt-BR" sz="1400" dirty="0">
                <a:solidFill>
                  <a:srgbClr val="8D99AE"/>
                </a:solidFill>
              </a:rPr>
              <a:t>R_carga/R_fonte</a:t>
            </a:r>
          </a:p>
        </p:txBody>
      </p:sp>
      <p:sp>
        <p:nvSpPr>
          <p:cNvPr id="18" name="Bar4"/>
          <p:cNvSpPr/>
          <p:nvPr/>
        </p:nvSpPr>
        <p:spPr>
          <a:xfrm>
            <a:off x="8636000" y="5232400"/>
            <a:ext cx="1270000" cy="101600"/>
          </a:xfrm>
          <a:prstGeom prst="roundRect">
            <a:avLst>
              <a:gd name="adj" fmla="val 8000"/>
            </a:avLst>
          </a:prstGeom>
          <a:solidFill>
            <a:srgbClr val="2ECC71">
              <a:alpha val="60000"/>
            </a:srgbClr>
          </a:solidFill>
          <a:ln w="19050">
            <a:solidFill>
              <a:srgbClr val="2ECC71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0.01%</a:t>
            </a:r>
          </a:p>
        </p:txBody>
      </p:sp>
      <p:sp>
        <p:nvSpPr>
          <p:cNvPr id="19" name="Lbl4"/>
          <p:cNvSpPr/>
          <p:nvPr/>
        </p:nvSpPr>
        <p:spPr>
          <a:xfrm>
            <a:off x="8636000" y="53975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pt-BR" sz="1400" b="1" dirty="0">
                <a:solidFill>
                  <a:srgbClr val="2ECC71"/>
                </a:solidFill>
              </a:rPr>
              <a:t>10k:1</a:t>
            </a:r>
          </a:p>
          <a:p>
            <a:pPr algn="ctr">
              <a:buNone/>
            </a:pPr>
            <a:r>
              <a:rPr lang="pt-BR" sz="1400" dirty="0">
                <a:solidFill>
                  <a:srgbClr val="8D99AE"/>
                </a:solidFill>
              </a:rPr>
              <a:t>R_carga/R_fonte</a:t>
            </a:r>
          </a:p>
        </p:txBody>
      </p:sp>
      <p:sp>
        <p:nvSpPr>
          <p:cNvPr id="20" name="Insight"/>
          <p:cNvSpPr/>
          <p:nvPr/>
        </p:nvSpPr>
        <p:spPr>
          <a:xfrm>
            <a:off x="1016000" y="6032500"/>
            <a:ext cx="10160000" cy="444500"/>
          </a:xfrm>
          <a:prstGeom prst="roundRect">
            <a:avLst>
              <a:gd name="adj" fmla="val 25000"/>
            </a:avLst>
          </a:prstGeom>
          <a:solidFill>
            <a:srgbClr val="E07A2F">
              <a:alpha val="15000"/>
            </a:srgbClr>
          </a:solidFill>
          <a:ln w="12700">
            <a:solidFill>
              <a:srgbClr val="E07A2F"/>
            </a:solidFill>
          </a:ln>
        </p:spPr>
        <p:txBody>
          <a:bodyPr lIns="72000" tIns="0" rIns="72000" bIns="0" anchor="ctr"/>
          <a:lstStyle/>
          <a:p>
            <a:pPr algn="ctr">
              <a:buNone/>
            </a:pPr>
            <a:r>
              <a:rPr lang="pt-BR" sz="1400" b="1" dirty="0"/>
              <a:t>Regra prática: R</a:t>
            </a:r>
            <a:r>
              <a:rPr lang="pt-BR" sz="1400" b="1" baseline="-25000" dirty="0"/>
              <a:t>carga</a:t>
            </a:r>
            <a:r>
              <a:rPr lang="pt-BR" sz="1400" b="1" dirty="0"/>
              <a:t> ≥ 100 × R</a:t>
            </a:r>
            <a:r>
              <a:rPr lang="pt-BR" sz="1400" b="1" baseline="-25000" dirty="0"/>
              <a:t>fonte</a:t>
            </a:r>
            <a:r>
              <a:rPr lang="pt-BR" sz="1400" b="1" dirty="0"/>
              <a:t>  para erro &lt; 1%</a:t>
            </a:r>
          </a:p>
        </p:txBody>
      </p:sp>
    </p:spTree>
    <p:extLst>
      <p:ext uri="{BB962C8B-B14F-4D97-AF65-F5344CB8AC3E}">
        <p14:creationId xmlns:p14="http://schemas.microsoft.com/office/powerpoint/2010/main" val="3740894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10,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9,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"&lt;p&gt;Considere um divisor de tensão com R₁ = 2 kΩ e um sensor R₂ com resistência variando de 1 kΩ a 4 kΩ. A tensão de entrada é Vin = 10 V. Qual é a tensão de saída Vout quando R₂ = 2 kΩ?&lt;/p&gt;",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"q_slide:10_answer",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"seq-10",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"&lt;p&gt;5,00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"&lt;p&gt;4,00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"&lt;p&gt;5,00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"&lt;p&gt;6,00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"&lt;p&gt;7,50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"&lt;p&gt;8,00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7333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606C9705-A24B-48A4-A266-A3792C2F14FC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F06C96C-730F-4C3E-A5E2-3698D75462E7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B1360DE-2C87-4D01-970D-3B6AF873F3BE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600" b="1">
                <a:solidFill>
                  <a:srgbClr val="1B3A5C"/>
                </a:solidFill>
              </a:rPr>
              <a:t>Cálculo  ›  Divisor de Tensão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1A54E81B-7AEB-47CD-A8C8-83A9CDCDFEF2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Vin = 10 V,  R₁ = 2 k</a:t>
            </a:r>
            <a:r>
              <a:rPr lang="el-GR" sz="1600">
                <a:solidFill>
                  <a:srgbClr val="6B7F99"/>
                </a:solidFill>
              </a:rPr>
              <a:t>Ω,  </a:t>
            </a:r>
            <a:r>
              <a:rPr lang="pt-BR" sz="1600">
                <a:solidFill>
                  <a:srgbClr val="6B7F99"/>
                </a:solidFill>
              </a:rPr>
              <a:t>R₂ = 2 k</a:t>
            </a:r>
            <a:r>
              <a:rPr lang="el-GR" sz="1600">
                <a:solidFill>
                  <a:srgbClr val="6B7F99"/>
                </a:solidFill>
              </a:rPr>
              <a:t>Ω</a:t>
            </a:r>
            <a:endParaRPr lang="pt-BR" sz="1600">
              <a:solidFill>
                <a:srgbClr val="6B7F99"/>
              </a:solidFill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3551AA24-94F0-4277-AEA2-E2903E28B6B1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9CA3BAB5-6647-46B0-8461-BC8A4025CDC9}"/>
              </a:ext>
            </a:extLst>
          </p:cNvPr>
          <p:cNvSpPr txBox="1"/>
          <p:nvPr/>
        </p:nvSpPr>
        <p:spPr>
          <a:xfrm>
            <a:off x="762000" y="1524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Circuito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2D98288-A55C-4D40-8716-5872DB4983E3}"/>
              </a:ext>
            </a:extLst>
          </p:cNvPr>
          <p:cNvSpPr txBox="1"/>
          <p:nvPr/>
        </p:nvSpPr>
        <p:spPr>
          <a:xfrm>
            <a:off x="762000" y="2413000"/>
            <a:ext cx="76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E272CB9-D1A9-46C7-B85B-617C8859182E}"/>
              </a:ext>
            </a:extLst>
          </p:cNvPr>
          <p:cNvSpPr txBox="1"/>
          <p:nvPr/>
        </p:nvSpPr>
        <p:spPr>
          <a:xfrm>
            <a:off x="7620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7DAF"/>
                </a:solidFill>
              </a:rPr>
              <a:t>10 V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121485B8-5379-49A5-8AEC-2BF6F5E24E9A}"/>
              </a:ext>
            </a:extLst>
          </p:cNvPr>
          <p:cNvSpPr/>
          <p:nvPr/>
        </p:nvSpPr>
        <p:spPr>
          <a:xfrm>
            <a:off x="1524000" y="2768600"/>
            <a:ext cx="635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7CDD3146-52E3-44F3-921F-9934413E16FA}"/>
              </a:ext>
            </a:extLst>
          </p:cNvPr>
          <p:cNvSpPr/>
          <p:nvPr/>
        </p:nvSpPr>
        <p:spPr>
          <a:xfrm>
            <a:off x="2159000" y="2590800"/>
            <a:ext cx="762000" cy="406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94F7C06B-92FA-4D71-9870-AA126F5F0A7D}"/>
              </a:ext>
            </a:extLst>
          </p:cNvPr>
          <p:cNvSpPr txBox="1"/>
          <p:nvPr/>
        </p:nvSpPr>
        <p:spPr>
          <a:xfrm>
            <a:off x="2159000" y="2590800"/>
            <a:ext cx="76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B3A5C"/>
                </a:solidFill>
              </a:rPr>
              <a:t>R₁ = 2k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050784B7-ACE4-4E3D-8443-50C70A11BD4E}"/>
              </a:ext>
            </a:extLst>
          </p:cNvPr>
          <p:cNvSpPr/>
          <p:nvPr/>
        </p:nvSpPr>
        <p:spPr>
          <a:xfrm>
            <a:off x="2921000" y="2768600"/>
            <a:ext cx="508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97C48C79-7FD3-478C-91D4-4114AC8B1E99}"/>
              </a:ext>
            </a:extLst>
          </p:cNvPr>
          <p:cNvSpPr/>
          <p:nvPr/>
        </p:nvSpPr>
        <p:spPr>
          <a:xfrm>
            <a:off x="3378200" y="2717800"/>
            <a:ext cx="152400" cy="152400"/>
          </a:xfrm>
          <a:prstGeom prst="ellipse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9E557BEC-E06F-4957-9027-FA58A05BC46A}"/>
              </a:ext>
            </a:extLst>
          </p:cNvPr>
          <p:cNvSpPr txBox="1"/>
          <p:nvPr/>
        </p:nvSpPr>
        <p:spPr>
          <a:xfrm>
            <a:off x="3619500" y="26416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Vout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66DEC51-1FDD-4ABF-8805-0DD26EA01ABF}"/>
              </a:ext>
            </a:extLst>
          </p:cNvPr>
          <p:cNvSpPr txBox="1"/>
          <p:nvPr/>
        </p:nvSpPr>
        <p:spPr>
          <a:xfrm>
            <a:off x="3619500" y="29464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C8C5F"/>
                </a:solidFill>
              </a:rPr>
              <a:t>= ?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5F11D8B0-69DB-484F-94A4-01FD0A23D2EF}"/>
              </a:ext>
            </a:extLst>
          </p:cNvPr>
          <p:cNvSpPr/>
          <p:nvPr/>
        </p:nvSpPr>
        <p:spPr>
          <a:xfrm>
            <a:off x="3429000" y="2842344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D1BA4D49-7B09-40E1-A98D-BA6C235E22BD}"/>
              </a:ext>
            </a:extLst>
          </p:cNvPr>
          <p:cNvSpPr/>
          <p:nvPr/>
        </p:nvSpPr>
        <p:spPr>
          <a:xfrm>
            <a:off x="3022600" y="3223344"/>
            <a:ext cx="762000" cy="4064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E80BEF02-6511-4855-952E-93DF18A500A0}"/>
              </a:ext>
            </a:extLst>
          </p:cNvPr>
          <p:cNvSpPr txBox="1"/>
          <p:nvPr/>
        </p:nvSpPr>
        <p:spPr>
          <a:xfrm>
            <a:off x="3022600" y="3223344"/>
            <a:ext cx="76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89B2E"/>
                </a:solidFill>
              </a:rPr>
              <a:t>R₂ = 2k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C78274D3-20DD-4505-BC44-0F0EBB4FFE85}"/>
              </a:ext>
            </a:extLst>
          </p:cNvPr>
          <p:cNvSpPr/>
          <p:nvPr/>
        </p:nvSpPr>
        <p:spPr>
          <a:xfrm>
            <a:off x="3429000" y="3629744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BF79C30-F949-4AD7-B704-C582A8CF4B1D}"/>
              </a:ext>
            </a:extLst>
          </p:cNvPr>
          <p:cNvSpPr txBox="1"/>
          <p:nvPr/>
        </p:nvSpPr>
        <p:spPr>
          <a:xfrm>
            <a:off x="5969000" y="1524000"/>
            <a:ext cx="584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Solução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4B0578F7-2635-4CD3-BF72-D9D85C77427C}"/>
              </a:ext>
            </a:extLst>
          </p:cNvPr>
          <p:cNvSpPr/>
          <p:nvPr/>
        </p:nvSpPr>
        <p:spPr>
          <a:xfrm>
            <a:off x="5969000" y="2032000"/>
            <a:ext cx="5842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D7ED215-F3A9-445B-AA7C-049E3D304711}"/>
              </a:ext>
            </a:extLst>
          </p:cNvPr>
          <p:cNvSpPr txBox="1"/>
          <p:nvPr/>
        </p:nvSpPr>
        <p:spPr>
          <a:xfrm>
            <a:off x="6146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A78E1276-430F-4E8A-9EA9-EFF8D52DB185}"/>
              </a:ext>
            </a:extLst>
          </p:cNvPr>
          <p:cNvSpPr txBox="1"/>
          <p:nvPr/>
        </p:nvSpPr>
        <p:spPr>
          <a:xfrm>
            <a:off x="6705600" y="2032000"/>
            <a:ext cx="4953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Vout = Vin · R₂ / (R₁ + R₂)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D194BD01-1CA5-439E-96FF-6D8AA60F6372}"/>
              </a:ext>
            </a:extLst>
          </p:cNvPr>
          <p:cNvSpPr/>
          <p:nvPr/>
        </p:nvSpPr>
        <p:spPr>
          <a:xfrm>
            <a:off x="5969000" y="2870200"/>
            <a:ext cx="5842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CF0A5DC-E7BC-47E3-ABC9-503FED418FB0}"/>
              </a:ext>
            </a:extLst>
          </p:cNvPr>
          <p:cNvSpPr txBox="1"/>
          <p:nvPr/>
        </p:nvSpPr>
        <p:spPr>
          <a:xfrm>
            <a:off x="6146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D88C4A8-8F94-49D8-9A9B-D142F1E9A703}"/>
              </a:ext>
            </a:extLst>
          </p:cNvPr>
          <p:cNvSpPr txBox="1"/>
          <p:nvPr/>
        </p:nvSpPr>
        <p:spPr>
          <a:xfrm>
            <a:off x="6705600" y="2870200"/>
            <a:ext cx="4953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1B3A5C"/>
                </a:solidFill>
              </a:rPr>
              <a:t>Vout = 10 · 2000 / (2000 + 2000)</a:t>
            </a:r>
            <a:endParaRPr lang="pt-BR" sz="2000" b="1">
              <a:solidFill>
                <a:srgbClr val="1B3A5C"/>
              </a:solidFill>
            </a:endParaRP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8ECE2F98-744D-43F2-A806-42B0EDC7486E}"/>
              </a:ext>
            </a:extLst>
          </p:cNvPr>
          <p:cNvSpPr/>
          <p:nvPr/>
        </p:nvSpPr>
        <p:spPr>
          <a:xfrm>
            <a:off x="5969000" y="3708400"/>
            <a:ext cx="5842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B0C9CEB8-0474-4825-A2D6-A95216DEFA54}"/>
              </a:ext>
            </a:extLst>
          </p:cNvPr>
          <p:cNvSpPr txBox="1"/>
          <p:nvPr/>
        </p:nvSpPr>
        <p:spPr>
          <a:xfrm>
            <a:off x="6146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CF5DEBD9-E429-430B-A9B4-C86958FE666F}"/>
              </a:ext>
            </a:extLst>
          </p:cNvPr>
          <p:cNvSpPr txBox="1"/>
          <p:nvPr/>
        </p:nvSpPr>
        <p:spPr>
          <a:xfrm>
            <a:off x="6705600" y="3708400"/>
            <a:ext cx="4953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1B3A5C"/>
                </a:solidFill>
              </a:rPr>
              <a:t>Vout = 20000 / 4000 = 5,00 V</a:t>
            </a:r>
            <a:endParaRPr lang="pt-BR" sz="2000" b="1">
              <a:solidFill>
                <a:srgbClr val="1B3A5C"/>
              </a:solidFill>
            </a:endParaRP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FC6F521E-3149-4500-AD1D-6701E5EA7309}"/>
              </a:ext>
            </a:extLst>
          </p:cNvPr>
          <p:cNvSpPr/>
          <p:nvPr/>
        </p:nvSpPr>
        <p:spPr>
          <a:xfrm>
            <a:off x="5969000" y="4546600"/>
            <a:ext cx="5842000" cy="7874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5ED38E65-AFD5-4C42-B4DA-4B2CD9E71395}"/>
              </a:ext>
            </a:extLst>
          </p:cNvPr>
          <p:cNvSpPr txBox="1"/>
          <p:nvPr/>
        </p:nvSpPr>
        <p:spPr>
          <a:xfrm>
            <a:off x="6146800" y="4546600"/>
            <a:ext cx="56642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3000" b="1">
                <a:solidFill>
                  <a:srgbClr val="FFFFFF"/>
                </a:solidFill>
              </a:rPr>
              <a:t>Vout = 5,00 V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F027D2EF-7BEA-4854-A0B7-748CE9425C1D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B24B571E-F162-4CD5-B36A-6DC8F99C2BF4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B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CFE6C59-C832-44E9-8D05-9E876010F930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Vout = 5,00 V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A2871AD8-EDC7-5926-8EF5-DDBBB9C797C4}"/>
              </a:ext>
            </a:extLst>
          </p:cNvPr>
          <p:cNvSpPr/>
          <p:nvPr/>
        </p:nvSpPr>
        <p:spPr>
          <a:xfrm rot="16200000">
            <a:off x="3445385" y="3793204"/>
            <a:ext cx="50800" cy="381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99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11,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10,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"&lt;p&gt;Considere uma ponte com R₁ = R₂ = R₃ = 100 Ω e R₄ um sensor PT100 com resistência variando de 100 Ω a 120 Ω. A tensão de entrada é Vin = 5 V. Qual é a tensão Vout para R₄ = 108 Ω?&lt;/p&gt;",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"q_slide:11_answer",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"seq-11",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"&lt;p&gt;0,12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"&lt;p&gt;0,12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"&lt;p&gt;0,25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"&lt;p&gt;0,50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"&lt;p&gt;1,00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"&lt;p&gt;1,25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8555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2C37B13-F1AE-4190-8E41-1506C3E5CC5A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366D508-55BB-4836-B728-7BAED5A757F0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A263BA6-ED52-4835-95EC-3976B77B1830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Cálculo  ›  Ponte de Wheatstone (PT100)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45719EC-C45E-4749-A88B-0AAA434E0A89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Vin = 5 V,  R₁ = R₂ = R₃ = 100 </a:t>
            </a:r>
            <a:r>
              <a:rPr lang="el-GR" sz="1600">
                <a:solidFill>
                  <a:srgbClr val="6B7F99"/>
                </a:solidFill>
              </a:rPr>
              <a:t>Ω,  </a:t>
            </a:r>
            <a:r>
              <a:rPr lang="pt-BR" sz="1600">
                <a:solidFill>
                  <a:srgbClr val="6B7F99"/>
                </a:solidFill>
              </a:rPr>
              <a:t>R₄ = 108 </a:t>
            </a:r>
            <a:r>
              <a:rPr lang="el-GR" sz="1600">
                <a:solidFill>
                  <a:srgbClr val="6B7F99"/>
                </a:solidFill>
              </a:rPr>
              <a:t>Ω</a:t>
            </a:r>
            <a:endParaRPr lang="pt-BR" sz="1600">
              <a:solidFill>
                <a:srgbClr val="6B7F99"/>
              </a:solidFill>
            </a:endParaRP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76566A5-D464-4B57-8BAA-5641B611F777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C8CFEEE-9E4D-4789-9056-B0BF6A4574AB}"/>
              </a:ext>
            </a:extLst>
          </p:cNvPr>
          <p:cNvSpPr txBox="1"/>
          <p:nvPr/>
        </p:nvSpPr>
        <p:spPr>
          <a:xfrm>
            <a:off x="762000" y="1524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Dados do problema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C833FD5B-010A-4E7B-8711-AB293443468C}"/>
              </a:ext>
            </a:extLst>
          </p:cNvPr>
          <p:cNvSpPr/>
          <p:nvPr/>
        </p:nvSpPr>
        <p:spPr>
          <a:xfrm>
            <a:off x="762000" y="2032000"/>
            <a:ext cx="1016000" cy="889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3D5A48F-308F-4088-B639-D2F8160035B0}"/>
              </a:ext>
            </a:extLst>
          </p:cNvPr>
          <p:cNvSpPr txBox="1"/>
          <p:nvPr/>
        </p:nvSpPr>
        <p:spPr>
          <a:xfrm>
            <a:off x="762000" y="20955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0FB4C53-28CF-4B2B-8C10-F8F5EC976E69}"/>
              </a:ext>
            </a:extLst>
          </p:cNvPr>
          <p:cNvSpPr txBox="1"/>
          <p:nvPr/>
        </p:nvSpPr>
        <p:spPr>
          <a:xfrm>
            <a:off x="762000" y="2413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0F1B2D"/>
                </a:solidFill>
              </a:rPr>
              <a:t>5 V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92A98621-EAB3-486E-B6CC-2007ECCA1C56}"/>
              </a:ext>
            </a:extLst>
          </p:cNvPr>
          <p:cNvSpPr/>
          <p:nvPr/>
        </p:nvSpPr>
        <p:spPr>
          <a:xfrm>
            <a:off x="2032000" y="2032000"/>
            <a:ext cx="1016000" cy="889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53AD1BD0-DDE1-4CD3-9DC7-E2361A4F004D}"/>
              </a:ext>
            </a:extLst>
          </p:cNvPr>
          <p:cNvSpPr txBox="1"/>
          <p:nvPr/>
        </p:nvSpPr>
        <p:spPr>
          <a:xfrm>
            <a:off x="2032000" y="20955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R₁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D673C953-13EF-42A7-8B3C-DAF5380E173B}"/>
              </a:ext>
            </a:extLst>
          </p:cNvPr>
          <p:cNvSpPr txBox="1"/>
          <p:nvPr/>
        </p:nvSpPr>
        <p:spPr>
          <a:xfrm>
            <a:off x="2032000" y="2413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b="1">
                <a:solidFill>
                  <a:srgbClr val="0F1B2D"/>
                </a:solidFill>
              </a:rPr>
              <a:t>100 Ω</a:t>
            </a:r>
            <a:endParaRPr lang="pt-BR" b="1">
              <a:solidFill>
                <a:srgbClr val="0F1B2D"/>
              </a:solidFill>
            </a:endParaRP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A2FF2525-D3A2-4C8F-AE29-1CDA4A8E3D83}"/>
              </a:ext>
            </a:extLst>
          </p:cNvPr>
          <p:cNvSpPr/>
          <p:nvPr/>
        </p:nvSpPr>
        <p:spPr>
          <a:xfrm>
            <a:off x="3302000" y="2032000"/>
            <a:ext cx="1016000" cy="889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F3440AE-5C6A-45BE-8015-B811347084B7}"/>
              </a:ext>
            </a:extLst>
          </p:cNvPr>
          <p:cNvSpPr txBox="1"/>
          <p:nvPr/>
        </p:nvSpPr>
        <p:spPr>
          <a:xfrm>
            <a:off x="3302000" y="20955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R₂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33D9795-52D3-4EDB-B35C-76CDE2264A21}"/>
              </a:ext>
            </a:extLst>
          </p:cNvPr>
          <p:cNvSpPr txBox="1"/>
          <p:nvPr/>
        </p:nvSpPr>
        <p:spPr>
          <a:xfrm>
            <a:off x="3302000" y="2413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b="1">
                <a:solidFill>
                  <a:srgbClr val="0F1B2D"/>
                </a:solidFill>
              </a:rPr>
              <a:t>100 Ω</a:t>
            </a:r>
            <a:endParaRPr lang="pt-BR" b="1">
              <a:solidFill>
                <a:srgbClr val="0F1B2D"/>
              </a:solidFill>
            </a:endParaRPr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8658E888-D9D3-41C7-84B1-1592F802A63E}"/>
              </a:ext>
            </a:extLst>
          </p:cNvPr>
          <p:cNvSpPr/>
          <p:nvPr/>
        </p:nvSpPr>
        <p:spPr>
          <a:xfrm>
            <a:off x="4572000" y="2032000"/>
            <a:ext cx="1016000" cy="889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05FD53E-91E5-4C75-B137-9DBF01FC99C0}"/>
              </a:ext>
            </a:extLst>
          </p:cNvPr>
          <p:cNvSpPr txBox="1"/>
          <p:nvPr/>
        </p:nvSpPr>
        <p:spPr>
          <a:xfrm>
            <a:off x="4572000" y="20955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R₃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5DE4641-8A11-4B14-9491-2EC52ADFED0F}"/>
              </a:ext>
            </a:extLst>
          </p:cNvPr>
          <p:cNvSpPr txBox="1"/>
          <p:nvPr/>
        </p:nvSpPr>
        <p:spPr>
          <a:xfrm>
            <a:off x="4572000" y="2413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b="1">
                <a:solidFill>
                  <a:srgbClr val="0F1B2D"/>
                </a:solidFill>
              </a:rPr>
              <a:t>100 Ω</a:t>
            </a:r>
            <a:endParaRPr lang="pt-BR" b="1">
              <a:solidFill>
                <a:srgbClr val="0F1B2D"/>
              </a:solidFill>
            </a:endParaRP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BA07D696-C19E-430E-8D5B-C4BCB860A427}"/>
              </a:ext>
            </a:extLst>
          </p:cNvPr>
          <p:cNvSpPr/>
          <p:nvPr/>
        </p:nvSpPr>
        <p:spPr>
          <a:xfrm>
            <a:off x="762000" y="3111500"/>
            <a:ext cx="2540000" cy="8890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BB9718D-1E8F-4D53-AF7C-9CB14361CD1C}"/>
              </a:ext>
            </a:extLst>
          </p:cNvPr>
          <p:cNvSpPr txBox="1"/>
          <p:nvPr/>
        </p:nvSpPr>
        <p:spPr>
          <a:xfrm>
            <a:off x="762000" y="31750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R₄ (PT100)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55419401-F412-49E2-9662-17CFED9AAF86}"/>
              </a:ext>
            </a:extLst>
          </p:cNvPr>
          <p:cNvSpPr txBox="1"/>
          <p:nvPr/>
        </p:nvSpPr>
        <p:spPr>
          <a:xfrm>
            <a:off x="762000" y="35306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2200" b="1">
                <a:solidFill>
                  <a:srgbClr val="E89B2E"/>
                </a:solidFill>
              </a:rPr>
              <a:t>108 Ω</a:t>
            </a:r>
            <a:endParaRPr lang="pt-BR" sz="2200" b="1">
              <a:solidFill>
                <a:srgbClr val="E89B2E"/>
              </a:solidFill>
            </a:endParaRP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E19649CD-184A-4A35-8AF2-4BDCE402BB63}"/>
              </a:ext>
            </a:extLst>
          </p:cNvPr>
          <p:cNvSpPr/>
          <p:nvPr/>
        </p:nvSpPr>
        <p:spPr>
          <a:xfrm>
            <a:off x="3556000" y="3111500"/>
            <a:ext cx="2286000" cy="889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70BE3103-49D4-4905-A6C7-05C2B9EF449F}"/>
              </a:ext>
            </a:extLst>
          </p:cNvPr>
          <p:cNvSpPr txBox="1"/>
          <p:nvPr/>
        </p:nvSpPr>
        <p:spPr>
          <a:xfrm>
            <a:off x="3556000" y="31750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600" b="1">
                <a:solidFill>
                  <a:srgbClr val="1B3A5C"/>
                </a:solidFill>
              </a:rPr>
              <a:t>Δ</a:t>
            </a:r>
            <a:r>
              <a:rPr lang="pt-BR" sz="1600" b="1">
                <a:solidFill>
                  <a:srgbClr val="1B3A5C"/>
                </a:solidFill>
              </a:rPr>
              <a:t>R = R₄ − R₃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DEFBA83A-BE8F-4C1A-9062-FEB5DFEEC2FE}"/>
              </a:ext>
            </a:extLst>
          </p:cNvPr>
          <p:cNvSpPr txBox="1"/>
          <p:nvPr/>
        </p:nvSpPr>
        <p:spPr>
          <a:xfrm>
            <a:off x="3556000" y="3530600"/>
            <a:ext cx="228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2200" b="1">
                <a:solidFill>
                  <a:srgbClr val="2C8C5F"/>
                </a:solidFill>
              </a:rPr>
              <a:t>= 8 Ω</a:t>
            </a:r>
            <a:endParaRPr lang="pt-BR" sz="2200" b="1">
              <a:solidFill>
                <a:srgbClr val="2C8C5F"/>
              </a:solidFill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DF331A9D-DF84-4F0D-8789-AB6F5E1DAF00}"/>
              </a:ext>
            </a:extLst>
          </p:cNvPr>
          <p:cNvSpPr txBox="1"/>
          <p:nvPr/>
        </p:nvSpPr>
        <p:spPr>
          <a:xfrm>
            <a:off x="6096000" y="1524000"/>
            <a:ext cx="584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Solução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D9AF8B77-8A1C-49D2-A33F-B747E5B83641}"/>
              </a:ext>
            </a:extLst>
          </p:cNvPr>
          <p:cNvSpPr/>
          <p:nvPr/>
        </p:nvSpPr>
        <p:spPr>
          <a:xfrm>
            <a:off x="6096000" y="2032000"/>
            <a:ext cx="5842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5FDF593-3896-4FA3-9731-8E19B98BBD3A}"/>
              </a:ext>
            </a:extLst>
          </p:cNvPr>
          <p:cNvSpPr txBox="1"/>
          <p:nvPr/>
        </p:nvSpPr>
        <p:spPr>
          <a:xfrm>
            <a:off x="6273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42FF69F-E138-44DD-91C8-89F7CEEFFE1E}"/>
              </a:ext>
            </a:extLst>
          </p:cNvPr>
          <p:cNvSpPr txBox="1"/>
          <p:nvPr/>
        </p:nvSpPr>
        <p:spPr>
          <a:xfrm>
            <a:off x="6832600" y="2032000"/>
            <a:ext cx="4953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Vout ≈ Vin·(R₄ − R₃) / (4·Req)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DFA1CE7C-7A3E-41D9-884C-18FC6FA92DD1}"/>
              </a:ext>
            </a:extLst>
          </p:cNvPr>
          <p:cNvSpPr/>
          <p:nvPr/>
        </p:nvSpPr>
        <p:spPr>
          <a:xfrm>
            <a:off x="6096000" y="2870200"/>
            <a:ext cx="5842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37007B6-F1E6-47B2-9B9E-56F3260A5464}"/>
              </a:ext>
            </a:extLst>
          </p:cNvPr>
          <p:cNvSpPr txBox="1"/>
          <p:nvPr/>
        </p:nvSpPr>
        <p:spPr>
          <a:xfrm>
            <a:off x="6273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AE538D81-5A92-4F27-884C-557837D621C3}"/>
              </a:ext>
            </a:extLst>
          </p:cNvPr>
          <p:cNvSpPr txBox="1"/>
          <p:nvPr/>
        </p:nvSpPr>
        <p:spPr>
          <a:xfrm>
            <a:off x="6832600" y="2870200"/>
            <a:ext cx="4953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1B3A5C"/>
                </a:solidFill>
              </a:rPr>
              <a:t>Vout = 5·(108 − 100) / (4·100)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66418296-6ABE-42AB-923E-34397648BDFC}"/>
              </a:ext>
            </a:extLst>
          </p:cNvPr>
          <p:cNvSpPr/>
          <p:nvPr/>
        </p:nvSpPr>
        <p:spPr>
          <a:xfrm>
            <a:off x="6096000" y="3708400"/>
            <a:ext cx="5842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96383382-A1AF-4C8D-8065-86AE402299C2}"/>
              </a:ext>
            </a:extLst>
          </p:cNvPr>
          <p:cNvSpPr txBox="1"/>
          <p:nvPr/>
        </p:nvSpPr>
        <p:spPr>
          <a:xfrm>
            <a:off x="6273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993FE2D7-1C34-4303-AACF-189995CD30A5}"/>
              </a:ext>
            </a:extLst>
          </p:cNvPr>
          <p:cNvSpPr txBox="1"/>
          <p:nvPr/>
        </p:nvSpPr>
        <p:spPr>
          <a:xfrm>
            <a:off x="6832600" y="3708400"/>
            <a:ext cx="4953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1B3A5C"/>
                </a:solidFill>
              </a:rPr>
              <a:t>Vout = 40 / 400 = 0,10 V</a:t>
            </a:r>
            <a:endParaRPr lang="pt-BR" sz="2000" b="1">
              <a:solidFill>
                <a:srgbClr val="1B3A5C"/>
              </a:solidFill>
            </a:endParaRP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7EC1879-EB61-4F02-BDF4-41DECD0C06ED}"/>
              </a:ext>
            </a:extLst>
          </p:cNvPr>
          <p:cNvSpPr/>
          <p:nvPr/>
        </p:nvSpPr>
        <p:spPr>
          <a:xfrm>
            <a:off x="6096000" y="4546600"/>
            <a:ext cx="5842000" cy="7874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ACA01DEB-D243-4424-BEBA-869A7BB64FA1}"/>
              </a:ext>
            </a:extLst>
          </p:cNvPr>
          <p:cNvSpPr txBox="1"/>
          <p:nvPr/>
        </p:nvSpPr>
        <p:spPr>
          <a:xfrm>
            <a:off x="6273800" y="4546600"/>
            <a:ext cx="56642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3000" b="1">
                <a:solidFill>
                  <a:srgbClr val="FFFFFF"/>
                </a:solidFill>
              </a:rPr>
              <a:t>Vout = 0,10 V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D2579470-6DA3-40B9-952C-50432DA22A3A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EBAF367F-2FFF-4AFD-A7AB-976CD6A73A04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A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C475D8A-C5E7-4B28-BFC8-B39AA615FE8E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Vout = 0,10 V</a:t>
            </a:r>
          </a:p>
        </p:txBody>
      </p:sp>
    </p:spTree>
    <p:extLst>
      <p:ext uri="{BB962C8B-B14F-4D97-AF65-F5344CB8AC3E}">
        <p14:creationId xmlns:p14="http://schemas.microsoft.com/office/powerpoint/2010/main" val="4183926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12,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11,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"&lt;p&gt;Considere um amplificador de instrumentação com resistor de ganho Rg = 2 kΩ e R₁ = R₂ = 9 kΩ. O sinal diferencial de entrada é Vin = 0,002 V. Qual é o ganho total e a tensão de saída Vout?&lt;/p&gt;",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"q_slide:12_answer",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"seq-12",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"&lt;p&gt;10 V/V; 0,02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"&lt;p&gt;10 V/V; 0,02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"&lt;p&gt;50 V/V; 0,1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"&lt;p&gt;100 V/V; 0,2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"&lt;p&gt;200 V/V; 0,4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"&lt;p&gt;500 V/V; 1,0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3068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6DF6AD5-DCD7-4308-8693-0C34EB4D6E79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2D667BA-E4B1-4F60-AA64-43A40FBA7521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7D720A6-E008-4376-93ED-7495C4930C45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Cálculo  ›  Amplificador de Instrumentação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FBF8BD1-0F62-4369-9D33-50F868FA2A09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Rg = 2 k</a:t>
            </a:r>
            <a:r>
              <a:rPr lang="el-GR" sz="1600">
                <a:solidFill>
                  <a:srgbClr val="6B7F99"/>
                </a:solidFill>
              </a:rPr>
              <a:t>Ω,  </a:t>
            </a:r>
            <a:r>
              <a:rPr lang="pt-BR" sz="1600">
                <a:solidFill>
                  <a:srgbClr val="6B7F99"/>
                </a:solidFill>
              </a:rPr>
              <a:t>R₁ = R₂ = 9 k</a:t>
            </a:r>
            <a:r>
              <a:rPr lang="el-GR" sz="1600">
                <a:solidFill>
                  <a:srgbClr val="6B7F99"/>
                </a:solidFill>
              </a:rPr>
              <a:t>Ω,  </a:t>
            </a:r>
            <a:r>
              <a:rPr lang="pt-BR" sz="1600">
                <a:solidFill>
                  <a:srgbClr val="6B7F99"/>
                </a:solidFill>
              </a:rPr>
              <a:t>Vin = 0,002 V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54FD0A13-DE18-4DED-98E8-FB41CDF2DD58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EC5BD3D-1F33-42AB-9706-FC2D7A8C9A8F}"/>
              </a:ext>
            </a:extLst>
          </p:cNvPr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Dados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C32533A-9E8E-4D40-BE10-BC5CA481EB59}"/>
              </a:ext>
            </a:extLst>
          </p:cNvPr>
          <p:cNvSpPr/>
          <p:nvPr/>
        </p:nvSpPr>
        <p:spPr>
          <a:xfrm>
            <a:off x="762000" y="2032000"/>
            <a:ext cx="1524000" cy="1016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8AF91DC-E171-4FAE-B62E-86BAEAC420E4}"/>
              </a:ext>
            </a:extLst>
          </p:cNvPr>
          <p:cNvSpPr txBox="1"/>
          <p:nvPr/>
        </p:nvSpPr>
        <p:spPr>
          <a:xfrm>
            <a:off x="762000" y="2095500"/>
            <a:ext cx="1524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R₁ = R₂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CA3677C-6A8E-40BF-A2F8-9705A249C8B7}"/>
              </a:ext>
            </a:extLst>
          </p:cNvPr>
          <p:cNvSpPr txBox="1"/>
          <p:nvPr/>
        </p:nvSpPr>
        <p:spPr>
          <a:xfrm>
            <a:off x="762000" y="2476500"/>
            <a:ext cx="152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B3A5C"/>
                </a:solidFill>
              </a:rPr>
              <a:t>9 k</a:t>
            </a:r>
            <a:r>
              <a:rPr lang="el-GR" sz="2200" b="1">
                <a:solidFill>
                  <a:srgbClr val="1B3A5C"/>
                </a:solidFill>
              </a:rPr>
              <a:t>Ω</a:t>
            </a:r>
            <a:endParaRPr lang="pt-BR" sz="2200" b="1">
              <a:solidFill>
                <a:srgbClr val="1B3A5C"/>
              </a:solidFill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254656C-3C12-4BD0-A467-DD3C75ED965D}"/>
              </a:ext>
            </a:extLst>
          </p:cNvPr>
          <p:cNvSpPr/>
          <p:nvPr/>
        </p:nvSpPr>
        <p:spPr>
          <a:xfrm>
            <a:off x="2489200" y="2032000"/>
            <a:ext cx="1524000" cy="10160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774E00E-63B9-49C1-BAF6-9520752FCBC0}"/>
              </a:ext>
            </a:extLst>
          </p:cNvPr>
          <p:cNvSpPr txBox="1"/>
          <p:nvPr/>
        </p:nvSpPr>
        <p:spPr>
          <a:xfrm>
            <a:off x="2489200" y="2095500"/>
            <a:ext cx="1524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E89B2E"/>
                </a:solidFill>
              </a:rPr>
              <a:t>Rg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943F6EF-9074-4819-8FE2-2C5C746BC14B}"/>
              </a:ext>
            </a:extLst>
          </p:cNvPr>
          <p:cNvSpPr txBox="1"/>
          <p:nvPr/>
        </p:nvSpPr>
        <p:spPr>
          <a:xfrm>
            <a:off x="2489200" y="2476500"/>
            <a:ext cx="152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 k</a:t>
            </a:r>
            <a:r>
              <a:rPr lang="el-GR" sz="2200" b="1">
                <a:solidFill>
                  <a:srgbClr val="E89B2E"/>
                </a:solidFill>
              </a:rPr>
              <a:t>Ω</a:t>
            </a:r>
            <a:endParaRPr lang="pt-BR" sz="2200" b="1">
              <a:solidFill>
                <a:srgbClr val="E89B2E"/>
              </a:solidFill>
            </a:endParaRP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EA43C0A3-BCE4-41ED-BE14-8871F5671F79}"/>
              </a:ext>
            </a:extLst>
          </p:cNvPr>
          <p:cNvSpPr/>
          <p:nvPr/>
        </p:nvSpPr>
        <p:spPr>
          <a:xfrm>
            <a:off x="4216400" y="2032000"/>
            <a:ext cx="1524000" cy="1016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34A7278-70BF-4DC7-B2AA-57658B31C7FA}"/>
              </a:ext>
            </a:extLst>
          </p:cNvPr>
          <p:cNvSpPr txBox="1"/>
          <p:nvPr/>
        </p:nvSpPr>
        <p:spPr>
          <a:xfrm>
            <a:off x="4216400" y="2095500"/>
            <a:ext cx="1524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DB70E3E-D788-45DE-9EC2-439D82DC39E0}"/>
              </a:ext>
            </a:extLst>
          </p:cNvPr>
          <p:cNvSpPr txBox="1"/>
          <p:nvPr/>
        </p:nvSpPr>
        <p:spPr>
          <a:xfrm>
            <a:off x="4216400" y="2476500"/>
            <a:ext cx="152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2E7DAF"/>
                </a:solidFill>
              </a:rPr>
              <a:t>0,002 V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3E4C4CD9-F4AC-4493-8F61-9846EDFB32A1}"/>
              </a:ext>
            </a:extLst>
          </p:cNvPr>
          <p:cNvSpPr txBox="1"/>
          <p:nvPr/>
        </p:nvSpPr>
        <p:spPr>
          <a:xfrm>
            <a:off x="762000" y="3429000"/>
            <a:ext cx="520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Fórmula do ganho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43B0C39-FCB2-48CD-AE51-8E3EDF4F92B7}"/>
              </a:ext>
            </a:extLst>
          </p:cNvPr>
          <p:cNvSpPr/>
          <p:nvPr/>
        </p:nvSpPr>
        <p:spPr>
          <a:xfrm>
            <a:off x="762000" y="3810000"/>
            <a:ext cx="5207000" cy="762000"/>
          </a:xfrm>
          <a:prstGeom prst="round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5B075D6-956B-4124-88A7-C634FA63A910}"/>
              </a:ext>
            </a:extLst>
          </p:cNvPr>
          <p:cNvSpPr txBox="1"/>
          <p:nvPr/>
        </p:nvSpPr>
        <p:spPr>
          <a:xfrm>
            <a:off x="762000" y="3810000"/>
            <a:ext cx="5207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FFFFFF"/>
                </a:solidFill>
              </a:rPr>
              <a:t>G = 1 + 2·R₁ / Rg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7F03E5C-7B85-4982-A739-FB2329614FE5}"/>
              </a:ext>
            </a:extLst>
          </p:cNvPr>
          <p:cNvSpPr txBox="1"/>
          <p:nvPr/>
        </p:nvSpPr>
        <p:spPr>
          <a:xfrm>
            <a:off x="6477000" y="1524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Solução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7939496-5015-44CA-84AA-08E25CBB2318}"/>
              </a:ext>
            </a:extLst>
          </p:cNvPr>
          <p:cNvSpPr/>
          <p:nvPr/>
        </p:nvSpPr>
        <p:spPr>
          <a:xfrm>
            <a:off x="6477000" y="20320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70E33E5-8226-4998-8553-7BC8A4344D4E}"/>
              </a:ext>
            </a:extLst>
          </p:cNvPr>
          <p:cNvSpPr txBox="1"/>
          <p:nvPr/>
        </p:nvSpPr>
        <p:spPr>
          <a:xfrm>
            <a:off x="6654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5134DD5-E71F-4428-84E9-FC301B8719D2}"/>
              </a:ext>
            </a:extLst>
          </p:cNvPr>
          <p:cNvSpPr txBox="1"/>
          <p:nvPr/>
        </p:nvSpPr>
        <p:spPr>
          <a:xfrm>
            <a:off x="7213600" y="20320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G = 1 + 2·9000/2000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4069771E-2051-4A94-A043-47B2D9120B58}"/>
              </a:ext>
            </a:extLst>
          </p:cNvPr>
          <p:cNvSpPr/>
          <p:nvPr/>
        </p:nvSpPr>
        <p:spPr>
          <a:xfrm>
            <a:off x="6477000" y="28702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4CA79D1-A186-4DBF-89EE-03D4CC790440}"/>
              </a:ext>
            </a:extLst>
          </p:cNvPr>
          <p:cNvSpPr txBox="1"/>
          <p:nvPr/>
        </p:nvSpPr>
        <p:spPr>
          <a:xfrm>
            <a:off x="6654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63F5C7-1915-4316-8F8B-7EA37466678B}"/>
              </a:ext>
            </a:extLst>
          </p:cNvPr>
          <p:cNvSpPr txBox="1"/>
          <p:nvPr/>
        </p:nvSpPr>
        <p:spPr>
          <a:xfrm>
            <a:off x="7213600" y="28702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nn-NO" b="1">
                <a:solidFill>
                  <a:srgbClr val="1B3A5C"/>
                </a:solidFill>
              </a:rPr>
              <a:t>G = 1 + 9 = 10 V/V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4F00AE7F-278D-4F4E-84E6-A682871437B4}"/>
              </a:ext>
            </a:extLst>
          </p:cNvPr>
          <p:cNvSpPr/>
          <p:nvPr/>
        </p:nvSpPr>
        <p:spPr>
          <a:xfrm>
            <a:off x="6477000" y="37084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8BE80A6-FD6D-41FF-8ED5-4551E7119FA0}"/>
              </a:ext>
            </a:extLst>
          </p:cNvPr>
          <p:cNvSpPr txBox="1"/>
          <p:nvPr/>
        </p:nvSpPr>
        <p:spPr>
          <a:xfrm>
            <a:off x="6654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E7E6975F-CA11-42DF-A54A-4BC00D654CF1}"/>
              </a:ext>
            </a:extLst>
          </p:cNvPr>
          <p:cNvSpPr txBox="1"/>
          <p:nvPr/>
        </p:nvSpPr>
        <p:spPr>
          <a:xfrm>
            <a:off x="7213600" y="37084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1B3A5C"/>
                </a:solidFill>
              </a:rPr>
              <a:t>Vout = G·Vin = 10·0,002 = 0,02 V</a:t>
            </a:r>
            <a:endParaRPr lang="pt-BR" sz="1600" b="1">
              <a:solidFill>
                <a:srgbClr val="1B3A5C"/>
              </a:solidFill>
            </a:endParaRP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2F8E8E09-DA33-41C7-8FF9-0E45E9A2F7E4}"/>
              </a:ext>
            </a:extLst>
          </p:cNvPr>
          <p:cNvSpPr/>
          <p:nvPr/>
        </p:nvSpPr>
        <p:spPr>
          <a:xfrm>
            <a:off x="6477000" y="4546600"/>
            <a:ext cx="5334000" cy="7874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11B57B7B-A815-4411-9E9D-0E3E7EF93B3C}"/>
              </a:ext>
            </a:extLst>
          </p:cNvPr>
          <p:cNvSpPr txBox="1"/>
          <p:nvPr/>
        </p:nvSpPr>
        <p:spPr>
          <a:xfrm>
            <a:off x="6654800" y="4546600"/>
            <a:ext cx="51562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G = 10 ;  Vout = 0,02 V</a:t>
            </a:r>
            <a:endParaRPr lang="pt-BR" sz="2200" b="1">
              <a:solidFill>
                <a:srgbClr val="FFFFFF"/>
              </a:solidFill>
            </a:endParaRP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9B965694-04B7-4AB3-9642-846812E84F1E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F41B46B-84FF-4DE7-B23E-F1B7F0D3B747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C26F9C62-D6A1-49CB-9F2E-E8B1F9E826B4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G = 10 V/V ;  Vout = 0,02 V</a:t>
            </a:r>
            <a:endParaRPr lang="pt-BR" sz="22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910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12,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"&lt;p&gt;Considere um circuito onde a frequência f varia com a capacitância C segundo f = 1 / (2π√(LC)) , com L = 1 mH. Qual será a frequência para C = 100 nF 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"q_slide:13_answer",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"seq-13",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"&lt;p&gt;15,9 kHz.&lt;/p&gt;",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 kHz.&lt;/p&gt;",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"&lt;p&gt;5 kHz.&lt;/p&gt;",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"&lt;p&gt;15,9 kHz.&lt;/p&gt;",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"&lt;p&gt;31,8 kHz.&lt;/p&gt;",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"&lt;p&gt;63,6 kHz.&lt;/p&gt;",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3366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BF7E9CE-9392-448A-BB6F-C2A9C6083831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5EF663B-F8DF-436A-9DC7-BDD8570C8AEF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Q13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2E93236-00DE-49A2-B178-D0D654FF5491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Cálculo  ›  Frequência de Oscilação LC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D08DD74-0ECC-4FF3-8A65-6669FC6004B0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6B7F99"/>
                </a:solidFill>
              </a:rPr>
              <a:t>L = 1 mH,  C = 100 nF</a:t>
            </a:r>
            <a:endParaRPr lang="pt-BR" sz="1600">
              <a:solidFill>
                <a:srgbClr val="6B7F99"/>
              </a:solidFill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06B8BC9-55F2-4D8D-A0A7-0931F212D34D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C3F5EA3-1E1F-4615-994B-C603CF04170B}"/>
              </a:ext>
            </a:extLst>
          </p:cNvPr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Dados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DC88999-9D9E-41E9-B07F-F2B99827FFEE}"/>
              </a:ext>
            </a:extLst>
          </p:cNvPr>
          <p:cNvSpPr/>
          <p:nvPr/>
        </p:nvSpPr>
        <p:spPr>
          <a:xfrm>
            <a:off x="762000" y="2032000"/>
            <a:ext cx="2286000" cy="10160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8D0A4B4-A9FC-4297-9109-0666CDB38B67}"/>
              </a:ext>
            </a:extLst>
          </p:cNvPr>
          <p:cNvSpPr txBox="1"/>
          <p:nvPr/>
        </p:nvSpPr>
        <p:spPr>
          <a:xfrm>
            <a:off x="762000" y="20955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L (indutor)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36EBCFE-95A9-4F9F-BF77-C3E2783B9C90}"/>
              </a:ext>
            </a:extLst>
          </p:cNvPr>
          <p:cNvSpPr txBox="1"/>
          <p:nvPr/>
        </p:nvSpPr>
        <p:spPr>
          <a:xfrm>
            <a:off x="762000" y="2476500"/>
            <a:ext cx="228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1 mH = 10⁻³ H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1CBE660-9CC0-44A4-8E8B-3E648D6D59F6}"/>
              </a:ext>
            </a:extLst>
          </p:cNvPr>
          <p:cNvSpPr/>
          <p:nvPr/>
        </p:nvSpPr>
        <p:spPr>
          <a:xfrm>
            <a:off x="3302000" y="2032000"/>
            <a:ext cx="2540000" cy="10160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03EE728-3D78-49A3-91E8-BA3C9B1D6278}"/>
              </a:ext>
            </a:extLst>
          </p:cNvPr>
          <p:cNvSpPr txBox="1"/>
          <p:nvPr/>
        </p:nvSpPr>
        <p:spPr>
          <a:xfrm>
            <a:off x="3302000" y="2095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C (sensor)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60E34D1-9F69-4302-AAB9-C252495A535C}"/>
              </a:ext>
            </a:extLst>
          </p:cNvPr>
          <p:cNvSpPr txBox="1"/>
          <p:nvPr/>
        </p:nvSpPr>
        <p:spPr>
          <a:xfrm>
            <a:off x="3302000" y="2476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100 nF = 10⁻⁷ F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C9724BA-9660-4376-9480-E76F47A26FF6}"/>
              </a:ext>
            </a:extLst>
          </p:cNvPr>
          <p:cNvSpPr txBox="1"/>
          <p:nvPr/>
        </p:nvSpPr>
        <p:spPr>
          <a:xfrm>
            <a:off x="762000" y="3429000"/>
            <a:ext cx="520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Fórmula da frequência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2C1557FA-A8E4-4FDB-8269-1869EA1E5DF5}"/>
              </a:ext>
            </a:extLst>
          </p:cNvPr>
          <p:cNvSpPr/>
          <p:nvPr/>
        </p:nvSpPr>
        <p:spPr>
          <a:xfrm>
            <a:off x="762000" y="3810000"/>
            <a:ext cx="5207000" cy="762000"/>
          </a:xfrm>
          <a:prstGeom prst="round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FE7B45C-1D9D-404B-AF4F-7DB3E844C6F0}"/>
              </a:ext>
            </a:extLst>
          </p:cNvPr>
          <p:cNvSpPr txBox="1"/>
          <p:nvPr/>
        </p:nvSpPr>
        <p:spPr>
          <a:xfrm>
            <a:off x="762000" y="3810000"/>
            <a:ext cx="5207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2400" b="1" dirty="0">
                <a:solidFill>
                  <a:srgbClr val="FFFFFF"/>
                </a:solidFill>
              </a:rPr>
              <a:t>f = 1 / (2π·√(L·C))</a:t>
            </a:r>
            <a:endParaRPr lang="pt-BR" sz="2400" b="1" dirty="0">
              <a:solidFill>
                <a:srgbClr val="FFFFFF"/>
              </a:solidFill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67DDD4C8-5672-4B7D-A7AC-C900F06FF4BC}"/>
              </a:ext>
            </a:extLst>
          </p:cNvPr>
          <p:cNvSpPr txBox="1"/>
          <p:nvPr/>
        </p:nvSpPr>
        <p:spPr>
          <a:xfrm>
            <a:off x="6477000" y="1524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Solução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BF811891-FD83-4E6B-9673-C2FD10B2E337}"/>
              </a:ext>
            </a:extLst>
          </p:cNvPr>
          <p:cNvSpPr/>
          <p:nvPr/>
        </p:nvSpPr>
        <p:spPr>
          <a:xfrm>
            <a:off x="6477000" y="20320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83B3E6B-4878-4B76-8026-13768E8917D3}"/>
              </a:ext>
            </a:extLst>
          </p:cNvPr>
          <p:cNvSpPr txBox="1"/>
          <p:nvPr/>
        </p:nvSpPr>
        <p:spPr>
          <a:xfrm>
            <a:off x="6654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33406271-8797-4A11-B36F-15D01CB22D5F}"/>
              </a:ext>
            </a:extLst>
          </p:cNvPr>
          <p:cNvSpPr txBox="1"/>
          <p:nvPr/>
        </p:nvSpPr>
        <p:spPr>
          <a:xfrm>
            <a:off x="7213600" y="20320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L·C = 10⁻³ · 10⁻⁷ = 10⁻¹⁰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3FE4DE3E-71D3-451E-B7CC-9102E6B83AC8}"/>
              </a:ext>
            </a:extLst>
          </p:cNvPr>
          <p:cNvSpPr/>
          <p:nvPr/>
        </p:nvSpPr>
        <p:spPr>
          <a:xfrm>
            <a:off x="6477000" y="28702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2E4A2DD4-1A54-465B-BBF5-F8AD4D4D27A8}"/>
              </a:ext>
            </a:extLst>
          </p:cNvPr>
          <p:cNvSpPr txBox="1"/>
          <p:nvPr/>
        </p:nvSpPr>
        <p:spPr>
          <a:xfrm>
            <a:off x="6654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0F4F1A0-4DD3-4683-B92F-4F9B8D021C7E}"/>
              </a:ext>
            </a:extLst>
          </p:cNvPr>
          <p:cNvSpPr txBox="1"/>
          <p:nvPr/>
        </p:nvSpPr>
        <p:spPr>
          <a:xfrm>
            <a:off x="7213600" y="28702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√(L·C) = 10⁻⁵ 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4969CF9F-7872-4E0F-B4F9-42E217CE1FAD}"/>
              </a:ext>
            </a:extLst>
          </p:cNvPr>
          <p:cNvSpPr/>
          <p:nvPr/>
        </p:nvSpPr>
        <p:spPr>
          <a:xfrm>
            <a:off x="6477000" y="37084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85D9BEB-79BC-41E9-A218-F4BE5D530005}"/>
              </a:ext>
            </a:extLst>
          </p:cNvPr>
          <p:cNvSpPr txBox="1"/>
          <p:nvPr/>
        </p:nvSpPr>
        <p:spPr>
          <a:xfrm>
            <a:off x="6654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AD96E3C-E862-4D0A-9AEE-8631270897CA}"/>
              </a:ext>
            </a:extLst>
          </p:cNvPr>
          <p:cNvSpPr txBox="1"/>
          <p:nvPr/>
        </p:nvSpPr>
        <p:spPr>
          <a:xfrm>
            <a:off x="7213600" y="37084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f = 1 / (2</a:t>
            </a:r>
            <a:r>
              <a:rPr lang="el-GR" b="1">
                <a:solidFill>
                  <a:srgbClr val="1B3A5C"/>
                </a:solidFill>
              </a:rPr>
              <a:t>π·10⁻⁵) ≈ 15 915 </a:t>
            </a:r>
            <a:r>
              <a:rPr lang="pt-BR" b="1">
                <a:solidFill>
                  <a:srgbClr val="1B3A5C"/>
                </a:solidFill>
              </a:rPr>
              <a:t>Hz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05D5B95D-E3E8-40C4-A8AF-72055D2F04A2}"/>
              </a:ext>
            </a:extLst>
          </p:cNvPr>
          <p:cNvSpPr/>
          <p:nvPr/>
        </p:nvSpPr>
        <p:spPr>
          <a:xfrm>
            <a:off x="6477000" y="4546600"/>
            <a:ext cx="5334000" cy="7874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6657FB7-D1E1-4CAA-8772-007A371868F3}"/>
              </a:ext>
            </a:extLst>
          </p:cNvPr>
          <p:cNvSpPr txBox="1"/>
          <p:nvPr/>
        </p:nvSpPr>
        <p:spPr>
          <a:xfrm>
            <a:off x="6654800" y="4546600"/>
            <a:ext cx="51562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f ≈ 15,9 kHz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C7E081A1-38F9-4E72-9D5B-A1A0FF215AEA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84FED71-CCC8-4545-A64D-103106892087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8825A6E6-BA60-4B9E-B04B-6573A3A5C9A4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f ≈ 15,9 kHz</a:t>
            </a:r>
          </a:p>
        </p:txBody>
      </p:sp>
    </p:spTree>
    <p:extLst>
      <p:ext uri="{BB962C8B-B14F-4D97-AF65-F5344CB8AC3E}">
        <p14:creationId xmlns:p14="http://schemas.microsoft.com/office/powerpoint/2010/main" val="906563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14,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"&lt;p&gt;Sensores remotos sofrem alterações de resistência nos cabos. Um circuito com montagem de três fios compensa isso usando as equações da ponte de Wheatstone. Considere Rcabos = 4 Ω, Vin = 5 V, R₁ = 1000 Ω. Qual será o erro em Vout sem a compensação?&lt;/p&gt;",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"q_slide:14_answer",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"seq-14",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"&lt;p&gt;0,02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"&lt;p&gt;0,005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"&lt;p&gt;0,01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"&lt;p&gt;0,02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"&lt;p&gt;0,05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"&lt;p&gt;0,1 V.&lt;/p&gt;",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2721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C70F6B1-C7CA-4618-8871-FE3E48BF5283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ACBCCC4-B870-46C5-95C4-2E95C93EC102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Q14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23DD163-77B7-4ED5-82E5-3A09B4EEFE70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Cálculo  ›  Erro por Resistência dos Cabos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3A2817E-C3CB-46A8-A01F-F609DB986AA2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Vin = 5 V,  R₁ = 1000 </a:t>
            </a:r>
            <a:r>
              <a:rPr lang="el-GR" sz="1600">
                <a:solidFill>
                  <a:srgbClr val="6B7F99"/>
                </a:solidFill>
              </a:rPr>
              <a:t>Ω (</a:t>
            </a:r>
            <a:r>
              <a:rPr lang="pt-BR" sz="1600">
                <a:solidFill>
                  <a:srgbClr val="6B7F99"/>
                </a:solidFill>
              </a:rPr>
              <a:t>sensor),  Rcabos = 4 </a:t>
            </a:r>
            <a:r>
              <a:rPr lang="el-GR" sz="1600">
                <a:solidFill>
                  <a:srgbClr val="6B7F99"/>
                </a:solidFill>
              </a:rPr>
              <a:t>Ω</a:t>
            </a:r>
            <a:endParaRPr lang="pt-BR" sz="1600">
              <a:solidFill>
                <a:srgbClr val="6B7F99"/>
              </a:solidFill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7240A02B-E7E9-402A-988D-DD60C2C04CAA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78D8150-8D35-4487-BBF6-8945627FA4F5}"/>
              </a:ext>
            </a:extLst>
          </p:cNvPr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Cenário do erro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06A857E-5E24-4788-98C3-448FD329CE66}"/>
              </a:ext>
            </a:extLst>
          </p:cNvPr>
          <p:cNvSpPr txBox="1"/>
          <p:nvPr/>
        </p:nvSpPr>
        <p:spPr>
          <a:xfrm>
            <a:off x="762000" y="2222500"/>
            <a:ext cx="76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5E87EAE-249A-431D-9293-33379C7C37CE}"/>
              </a:ext>
            </a:extLst>
          </p:cNvPr>
          <p:cNvSpPr txBox="1"/>
          <p:nvPr/>
        </p:nvSpPr>
        <p:spPr>
          <a:xfrm>
            <a:off x="762000" y="2540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7DAF"/>
                </a:solidFill>
              </a:rPr>
              <a:t>5 V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F8D5E5F0-9E1F-43CE-9658-DDF8AA95A445}"/>
              </a:ext>
            </a:extLst>
          </p:cNvPr>
          <p:cNvSpPr/>
          <p:nvPr/>
        </p:nvSpPr>
        <p:spPr>
          <a:xfrm>
            <a:off x="1524000" y="2387600"/>
            <a:ext cx="1016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FE8ACFB9-CDE1-4141-865D-B5BC87B0458C}"/>
              </a:ext>
            </a:extLst>
          </p:cNvPr>
          <p:cNvSpPr/>
          <p:nvPr/>
        </p:nvSpPr>
        <p:spPr>
          <a:xfrm>
            <a:off x="2540000" y="2209800"/>
            <a:ext cx="889000" cy="406400"/>
          </a:xfrm>
          <a:prstGeom prst="rect">
            <a:avLst/>
          </a:prstGeom>
          <a:solidFill>
            <a:srgbClr val="FFE6E6"/>
          </a:solidFill>
          <a:ln w="19050" cap="flat" cmpd="sng" algn="ctr">
            <a:solidFill>
              <a:srgbClr val="C048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77CEFE14-62FB-4933-9FA8-8AB3D68C8506}"/>
              </a:ext>
            </a:extLst>
          </p:cNvPr>
          <p:cNvSpPr txBox="1"/>
          <p:nvPr/>
        </p:nvSpPr>
        <p:spPr>
          <a:xfrm>
            <a:off x="2540000" y="2209800"/>
            <a:ext cx="889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C04848"/>
                </a:solidFill>
              </a:rPr>
              <a:t>Rcabos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7D18F718-B15E-44C5-844F-91F988F5348E}"/>
              </a:ext>
            </a:extLst>
          </p:cNvPr>
          <p:cNvSpPr txBox="1"/>
          <p:nvPr/>
        </p:nvSpPr>
        <p:spPr>
          <a:xfrm>
            <a:off x="2540000" y="26416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 b="1">
                <a:solidFill>
                  <a:srgbClr val="C04848"/>
                </a:solidFill>
              </a:rPr>
              <a:t>4 Ω</a:t>
            </a:r>
            <a:endParaRPr lang="pt-BR" sz="1400" b="1">
              <a:solidFill>
                <a:srgbClr val="C04848"/>
              </a:solidFill>
            </a:endParaRP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6B27FB17-C6AD-496C-9559-75DF6F4789FE}"/>
              </a:ext>
            </a:extLst>
          </p:cNvPr>
          <p:cNvSpPr/>
          <p:nvPr/>
        </p:nvSpPr>
        <p:spPr>
          <a:xfrm>
            <a:off x="3429000" y="2387600"/>
            <a:ext cx="635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F0293F4B-E257-4B2F-A1F0-9DD2A5477263}"/>
              </a:ext>
            </a:extLst>
          </p:cNvPr>
          <p:cNvSpPr/>
          <p:nvPr/>
        </p:nvSpPr>
        <p:spPr>
          <a:xfrm>
            <a:off x="4064000" y="2209800"/>
            <a:ext cx="1016000" cy="4064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F3F5A31-1FAD-49BA-93C9-048AC6DF4367}"/>
              </a:ext>
            </a:extLst>
          </p:cNvPr>
          <p:cNvSpPr txBox="1"/>
          <p:nvPr/>
        </p:nvSpPr>
        <p:spPr>
          <a:xfrm>
            <a:off x="4064000" y="22098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89B2E"/>
                </a:solidFill>
              </a:rPr>
              <a:t>R₁ (sensor)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2353C16-B376-4168-AAC2-29A863151A07}"/>
              </a:ext>
            </a:extLst>
          </p:cNvPr>
          <p:cNvSpPr txBox="1"/>
          <p:nvPr/>
        </p:nvSpPr>
        <p:spPr>
          <a:xfrm>
            <a:off x="4064000" y="2641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 b="1">
                <a:solidFill>
                  <a:srgbClr val="E89B2E"/>
                </a:solidFill>
              </a:rPr>
              <a:t>1000 Ω</a:t>
            </a:r>
            <a:endParaRPr lang="pt-BR" sz="1400" b="1">
              <a:solidFill>
                <a:srgbClr val="E89B2E"/>
              </a:solidFill>
            </a:endParaRP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A3C71710-B4FE-4F17-93D8-65FDD8FAF62B}"/>
              </a:ext>
            </a:extLst>
          </p:cNvPr>
          <p:cNvSpPr/>
          <p:nvPr/>
        </p:nvSpPr>
        <p:spPr>
          <a:xfrm>
            <a:off x="5080000" y="2387600"/>
            <a:ext cx="381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20DBB48-4AB1-477E-9145-680CC5A6651B}"/>
              </a:ext>
            </a:extLst>
          </p:cNvPr>
          <p:cNvSpPr txBox="1"/>
          <p:nvPr/>
        </p:nvSpPr>
        <p:spPr>
          <a:xfrm>
            <a:off x="5461000" y="2260600"/>
            <a:ext cx="38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⊥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6C82D792-F7E2-422F-B39A-5434D43E9FA7}"/>
              </a:ext>
            </a:extLst>
          </p:cNvPr>
          <p:cNvSpPr/>
          <p:nvPr/>
        </p:nvSpPr>
        <p:spPr>
          <a:xfrm>
            <a:off x="762000" y="3302000"/>
            <a:ext cx="5080000" cy="13970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EC10FEBF-AFD4-46B4-B050-C77A98EB2C44}"/>
              </a:ext>
            </a:extLst>
          </p:cNvPr>
          <p:cNvSpPr txBox="1"/>
          <p:nvPr/>
        </p:nvSpPr>
        <p:spPr>
          <a:xfrm>
            <a:off x="939800" y="3403600"/>
            <a:ext cx="47244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Por que ocorre erro?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D4220C14-9C10-4F4D-960F-8D27819B10DA}"/>
              </a:ext>
            </a:extLst>
          </p:cNvPr>
          <p:cNvSpPr txBox="1"/>
          <p:nvPr/>
        </p:nvSpPr>
        <p:spPr>
          <a:xfrm>
            <a:off x="939800" y="37592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A tensão de Rcabos soma-se à do sensor.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54A0B50-8B84-4246-B4C8-36003C884AF4}"/>
              </a:ext>
            </a:extLst>
          </p:cNvPr>
          <p:cNvSpPr txBox="1"/>
          <p:nvPr/>
        </p:nvSpPr>
        <p:spPr>
          <a:xfrm>
            <a:off x="939800" y="40640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O ADC mede (Rcabos + R₁), não só R₁.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54B6095E-9644-4AD7-9EB4-632A3FFCCFA4}"/>
              </a:ext>
            </a:extLst>
          </p:cNvPr>
          <p:cNvSpPr txBox="1"/>
          <p:nvPr/>
        </p:nvSpPr>
        <p:spPr>
          <a:xfrm>
            <a:off x="939800" y="43688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C04848"/>
                </a:solidFill>
              </a:rPr>
              <a:t>→ Erro proporcional a Rcabos / (R₁ + Rcabos).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6F15119C-E89D-413B-A360-F018B8215885}"/>
              </a:ext>
            </a:extLst>
          </p:cNvPr>
          <p:cNvSpPr txBox="1"/>
          <p:nvPr/>
        </p:nvSpPr>
        <p:spPr>
          <a:xfrm>
            <a:off x="6477000" y="1524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Solução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4A6B9D0D-23D1-4D2D-A10D-530A052C510F}"/>
              </a:ext>
            </a:extLst>
          </p:cNvPr>
          <p:cNvSpPr/>
          <p:nvPr/>
        </p:nvSpPr>
        <p:spPr>
          <a:xfrm>
            <a:off x="6477000" y="20320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863151F6-21FC-4429-8E76-A5421A0C26D9}"/>
              </a:ext>
            </a:extLst>
          </p:cNvPr>
          <p:cNvSpPr txBox="1"/>
          <p:nvPr/>
        </p:nvSpPr>
        <p:spPr>
          <a:xfrm>
            <a:off x="6654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37E1A43-6806-4D36-A9E6-626A392D5A34}"/>
              </a:ext>
            </a:extLst>
          </p:cNvPr>
          <p:cNvSpPr txBox="1"/>
          <p:nvPr/>
        </p:nvSpPr>
        <p:spPr>
          <a:xfrm>
            <a:off x="7213600" y="20320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Erro = Vin · Rcabos / (R₁ + Rcabos)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402493F2-E4CD-4C98-9B96-FFED00212C4E}"/>
              </a:ext>
            </a:extLst>
          </p:cNvPr>
          <p:cNvSpPr/>
          <p:nvPr/>
        </p:nvSpPr>
        <p:spPr>
          <a:xfrm>
            <a:off x="6477000" y="28702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D1EF03D-E05F-4982-9EBF-A70E2D5FB7F2}"/>
              </a:ext>
            </a:extLst>
          </p:cNvPr>
          <p:cNvSpPr txBox="1"/>
          <p:nvPr/>
        </p:nvSpPr>
        <p:spPr>
          <a:xfrm>
            <a:off x="6654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D0427D9B-5E70-42A1-8AC6-8709A2423EE9}"/>
              </a:ext>
            </a:extLst>
          </p:cNvPr>
          <p:cNvSpPr txBox="1"/>
          <p:nvPr/>
        </p:nvSpPr>
        <p:spPr>
          <a:xfrm>
            <a:off x="7213600" y="28702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Erro = 5 · 4 / (1000 + 4)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71F79367-6A5C-47E5-8494-3582E8C252FF}"/>
              </a:ext>
            </a:extLst>
          </p:cNvPr>
          <p:cNvSpPr/>
          <p:nvPr/>
        </p:nvSpPr>
        <p:spPr>
          <a:xfrm>
            <a:off x="6477000" y="37084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4E6AC41A-8158-43A9-B4DD-4EE8CBED442B}"/>
              </a:ext>
            </a:extLst>
          </p:cNvPr>
          <p:cNvSpPr txBox="1"/>
          <p:nvPr/>
        </p:nvSpPr>
        <p:spPr>
          <a:xfrm>
            <a:off x="6654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6EBD9496-5095-4AF1-8E89-F6E25E45BBCE}"/>
              </a:ext>
            </a:extLst>
          </p:cNvPr>
          <p:cNvSpPr txBox="1"/>
          <p:nvPr/>
        </p:nvSpPr>
        <p:spPr>
          <a:xfrm>
            <a:off x="7213600" y="37084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Erro = 20 / 1004 ≈ 0,02 V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AA4A3644-1878-4628-A1DB-62A8F1CCAB30}"/>
              </a:ext>
            </a:extLst>
          </p:cNvPr>
          <p:cNvSpPr/>
          <p:nvPr/>
        </p:nvSpPr>
        <p:spPr>
          <a:xfrm>
            <a:off x="6477000" y="4546600"/>
            <a:ext cx="5334000" cy="7874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F90F198D-95C9-4D04-B371-F02FB1AA41B0}"/>
              </a:ext>
            </a:extLst>
          </p:cNvPr>
          <p:cNvSpPr txBox="1"/>
          <p:nvPr/>
        </p:nvSpPr>
        <p:spPr>
          <a:xfrm>
            <a:off x="6654800" y="4546600"/>
            <a:ext cx="51562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Erro ≈ 0,02 V</a:t>
            </a: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EC106FB5-D2A0-4E53-A7F9-CA056C63BA3D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4E24CF54-DAC9-4AFE-8C38-D335C220EC61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13CC840E-BFFF-45F4-807E-585003CE8E41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Erro ≈ 0,02 V</a:t>
            </a:r>
          </a:p>
        </p:txBody>
      </p:sp>
    </p:spTree>
    <p:extLst>
      <p:ext uri="{BB962C8B-B14F-4D97-AF65-F5344CB8AC3E}">
        <p14:creationId xmlns:p14="http://schemas.microsoft.com/office/powerpoint/2010/main" val="16759193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15,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14,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"&lt;p&gt;Considere um divisor resistivo com R₁ = 100 Ω e R₂ variando de 100 Ω a 102 Ω. Qual é a variação percentual do ganho em relação a Gmin 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"q_slide:15_answer",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"seq-15",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"&lt;p&gt;1,0 %.&lt;/p&gt;",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"&lt;p&gt;0,5 %.&lt;/p&gt;",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"&lt;p&gt;1,0 %.&lt;/p&gt;",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"&lt;p&gt;1,5 %.&lt;/p&gt;",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"&lt;p&gt;2,0 %.&lt;/p&gt;",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"&lt;p&gt;2,5 %.&lt;/p&gt;",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9316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60A63E0-3630-4CEF-B49B-BECCF03F713D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649A983-50E2-4D4D-A41C-A1755D6E4085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Q15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79E5326-990E-4583-9305-1DA53D8E6A59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Cálculo  ›  Variação do Ganho com Sensor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633F9A9-1260-499D-9692-6D3F18AB53E2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R₁ = 100 Ω,  R₂ varia de 100 a 102 Ω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05925FE-ED03-4F10-AC70-49C0DCB55CB9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405C07D1-6FB3-4BFA-90B1-CCFD641E8084}"/>
              </a:ext>
            </a:extLst>
          </p:cNvPr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Casos extremos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B13A98D0-A913-4524-A53D-29CA891F2CF0}"/>
              </a:ext>
            </a:extLst>
          </p:cNvPr>
          <p:cNvSpPr/>
          <p:nvPr/>
        </p:nvSpPr>
        <p:spPr>
          <a:xfrm>
            <a:off x="762000" y="2032000"/>
            <a:ext cx="2476500" cy="2540000"/>
          </a:xfrm>
          <a:prstGeom prst="roundRect">
            <a:avLst/>
          </a:prstGeom>
          <a:solidFill>
            <a:srgbClr val="E8F4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D3D568A-81CA-4F95-98C1-D2108413437E}"/>
              </a:ext>
            </a:extLst>
          </p:cNvPr>
          <p:cNvSpPr txBox="1"/>
          <p:nvPr/>
        </p:nvSpPr>
        <p:spPr>
          <a:xfrm>
            <a:off x="762000" y="2159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E7DAF"/>
                </a:solidFill>
              </a:rPr>
              <a:t>MÍNIMO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F048846C-7192-4607-B269-09853AC155D0}"/>
              </a:ext>
            </a:extLst>
          </p:cNvPr>
          <p:cNvSpPr/>
          <p:nvPr/>
        </p:nvSpPr>
        <p:spPr>
          <a:xfrm>
            <a:off x="1016000" y="2603500"/>
            <a:ext cx="1968500" cy="25400"/>
          </a:xfrm>
          <a:prstGeom prst="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707BDAB9-092F-4483-B889-74FD1585067D}"/>
              </a:ext>
            </a:extLst>
          </p:cNvPr>
          <p:cNvSpPr txBox="1"/>
          <p:nvPr/>
        </p:nvSpPr>
        <p:spPr>
          <a:xfrm>
            <a:off x="762000" y="2730500"/>
            <a:ext cx="24765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R₂ = 100 </a:t>
            </a:r>
            <a:r>
              <a:rPr lang="el-GR" b="1">
                <a:solidFill>
                  <a:srgbClr val="1B3A5C"/>
                </a:solidFill>
              </a:rPr>
              <a:t>Ω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1F689E19-80AA-4DD0-AD04-A8A39D9ABD6E}"/>
              </a:ext>
            </a:extLst>
          </p:cNvPr>
          <p:cNvSpPr txBox="1"/>
          <p:nvPr/>
        </p:nvSpPr>
        <p:spPr>
          <a:xfrm>
            <a:off x="762000" y="3111500"/>
            <a:ext cx="24765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6B7F99"/>
                </a:solidFill>
              </a:rPr>
              <a:t>G = R₂/(R₁+R₂)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928DE9A-BBE7-4073-8A72-492BBCD40CFB}"/>
              </a:ext>
            </a:extLst>
          </p:cNvPr>
          <p:cNvSpPr txBox="1"/>
          <p:nvPr/>
        </p:nvSpPr>
        <p:spPr>
          <a:xfrm>
            <a:off x="762000" y="3429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G = 100/200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78066628-3B08-458C-ACFF-1E6A9E5C4E48}"/>
              </a:ext>
            </a:extLst>
          </p:cNvPr>
          <p:cNvSpPr/>
          <p:nvPr/>
        </p:nvSpPr>
        <p:spPr>
          <a:xfrm>
            <a:off x="889000" y="3937000"/>
            <a:ext cx="2222500" cy="508000"/>
          </a:xfrm>
          <a:prstGeom prst="roundRect">
            <a:avLst/>
          </a:prstGeom>
          <a:solidFill>
            <a:srgbClr val="2E7D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F88692C-C3D0-4976-B6AD-517A510FFE3B}"/>
              </a:ext>
            </a:extLst>
          </p:cNvPr>
          <p:cNvSpPr txBox="1"/>
          <p:nvPr/>
        </p:nvSpPr>
        <p:spPr>
          <a:xfrm>
            <a:off x="889000" y="39370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Gmin = 0,5000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0849C25D-797B-4ED7-AE5A-D304D53327A4}"/>
              </a:ext>
            </a:extLst>
          </p:cNvPr>
          <p:cNvSpPr/>
          <p:nvPr/>
        </p:nvSpPr>
        <p:spPr>
          <a:xfrm>
            <a:off x="3492500" y="2032000"/>
            <a:ext cx="2476500" cy="25400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DBC6B52-06C6-4EDE-B4FC-4E5008DB3746}"/>
              </a:ext>
            </a:extLst>
          </p:cNvPr>
          <p:cNvSpPr txBox="1"/>
          <p:nvPr/>
        </p:nvSpPr>
        <p:spPr>
          <a:xfrm>
            <a:off x="3492500" y="2159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E89B2E"/>
                </a:solidFill>
              </a:rPr>
              <a:t>MÁXIMO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4AB17581-A098-40F4-A16C-FF9437483576}"/>
              </a:ext>
            </a:extLst>
          </p:cNvPr>
          <p:cNvSpPr/>
          <p:nvPr/>
        </p:nvSpPr>
        <p:spPr>
          <a:xfrm>
            <a:off x="3746500" y="2603500"/>
            <a:ext cx="1968500" cy="25400"/>
          </a:xfrm>
          <a:prstGeom prst="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1BEEA1C-B8B3-4513-94E2-DD3A5F040736}"/>
              </a:ext>
            </a:extLst>
          </p:cNvPr>
          <p:cNvSpPr txBox="1"/>
          <p:nvPr/>
        </p:nvSpPr>
        <p:spPr>
          <a:xfrm>
            <a:off x="3492500" y="2730500"/>
            <a:ext cx="24765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R₂ = 102 </a:t>
            </a:r>
            <a:r>
              <a:rPr lang="el-GR" b="1">
                <a:solidFill>
                  <a:srgbClr val="1B3A5C"/>
                </a:solidFill>
              </a:rPr>
              <a:t>Ω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75A1100C-1C64-48FC-826F-3D6D3A3E5EDE}"/>
              </a:ext>
            </a:extLst>
          </p:cNvPr>
          <p:cNvSpPr txBox="1"/>
          <p:nvPr/>
        </p:nvSpPr>
        <p:spPr>
          <a:xfrm>
            <a:off x="3492500" y="3111500"/>
            <a:ext cx="24765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6B7F99"/>
                </a:solidFill>
              </a:rPr>
              <a:t>G = R₂/(R₁+R₂)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219F43DC-F9FB-4971-A0DE-930BB3A0593B}"/>
              </a:ext>
            </a:extLst>
          </p:cNvPr>
          <p:cNvSpPr txBox="1"/>
          <p:nvPr/>
        </p:nvSpPr>
        <p:spPr>
          <a:xfrm>
            <a:off x="3492500" y="3429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G = 102/202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825BACCC-BF76-4884-8872-5B5E16AFA806}"/>
              </a:ext>
            </a:extLst>
          </p:cNvPr>
          <p:cNvSpPr/>
          <p:nvPr/>
        </p:nvSpPr>
        <p:spPr>
          <a:xfrm>
            <a:off x="3619500" y="3937000"/>
            <a:ext cx="2222500" cy="508000"/>
          </a:xfrm>
          <a:prstGeom prst="roundRect">
            <a:avLst/>
          </a:prstGeom>
          <a:solidFill>
            <a:srgbClr val="E89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07A93CC-E288-4545-A051-F7D51F539495}"/>
              </a:ext>
            </a:extLst>
          </p:cNvPr>
          <p:cNvSpPr txBox="1"/>
          <p:nvPr/>
        </p:nvSpPr>
        <p:spPr>
          <a:xfrm>
            <a:off x="3619500" y="39370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Gmax = 0,5050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FF1ECEE-A94D-4CA7-9726-D5D2CB1BF615}"/>
              </a:ext>
            </a:extLst>
          </p:cNvPr>
          <p:cNvSpPr txBox="1"/>
          <p:nvPr/>
        </p:nvSpPr>
        <p:spPr>
          <a:xfrm>
            <a:off x="6477000" y="1524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Variação relativa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E82E1F15-F4B4-4159-A652-FF45B4BC4FF6}"/>
              </a:ext>
            </a:extLst>
          </p:cNvPr>
          <p:cNvSpPr/>
          <p:nvPr/>
        </p:nvSpPr>
        <p:spPr>
          <a:xfrm>
            <a:off x="6477000" y="20320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5E6BA993-6B38-478E-9A6D-29F9AD3E1E8B}"/>
              </a:ext>
            </a:extLst>
          </p:cNvPr>
          <p:cNvSpPr txBox="1"/>
          <p:nvPr/>
        </p:nvSpPr>
        <p:spPr>
          <a:xfrm>
            <a:off x="6654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5D7700B-8016-418F-82E8-D381EA9E160C}"/>
              </a:ext>
            </a:extLst>
          </p:cNvPr>
          <p:cNvSpPr txBox="1"/>
          <p:nvPr/>
        </p:nvSpPr>
        <p:spPr>
          <a:xfrm>
            <a:off x="7213600" y="20320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b="1">
                <a:solidFill>
                  <a:srgbClr val="1B3A5C"/>
                </a:solidFill>
              </a:rPr>
              <a:t>Δ</a:t>
            </a:r>
            <a:r>
              <a:rPr lang="pt-BR" b="1">
                <a:solidFill>
                  <a:srgbClr val="1B3A5C"/>
                </a:solidFill>
              </a:rPr>
              <a:t>G = Gmax − Gmin</a:t>
            </a: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0973070F-DE6C-4A3D-9215-E152895B6984}"/>
              </a:ext>
            </a:extLst>
          </p:cNvPr>
          <p:cNvSpPr/>
          <p:nvPr/>
        </p:nvSpPr>
        <p:spPr>
          <a:xfrm>
            <a:off x="6477000" y="28702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17D3D81-25DA-41C0-B3B2-2275A71D7371}"/>
              </a:ext>
            </a:extLst>
          </p:cNvPr>
          <p:cNvSpPr txBox="1"/>
          <p:nvPr/>
        </p:nvSpPr>
        <p:spPr>
          <a:xfrm>
            <a:off x="6654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65020704-AC4E-472F-8DE3-F76E5286655D}"/>
              </a:ext>
            </a:extLst>
          </p:cNvPr>
          <p:cNvSpPr txBox="1"/>
          <p:nvPr/>
        </p:nvSpPr>
        <p:spPr>
          <a:xfrm>
            <a:off x="7213600" y="28702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600" b="1">
                <a:solidFill>
                  <a:srgbClr val="1B3A5C"/>
                </a:solidFill>
              </a:rPr>
              <a:t>Δ</a:t>
            </a:r>
            <a:r>
              <a:rPr lang="pt-BR" sz="1600" b="1">
                <a:solidFill>
                  <a:srgbClr val="1B3A5C"/>
                </a:solidFill>
              </a:rPr>
              <a:t>G = 0,5050 − 0,5000 = 0,0050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A852952B-E39B-4D51-AB20-304258FA39A2}"/>
              </a:ext>
            </a:extLst>
          </p:cNvPr>
          <p:cNvSpPr/>
          <p:nvPr/>
        </p:nvSpPr>
        <p:spPr>
          <a:xfrm>
            <a:off x="6477000" y="37084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695DC0D6-9843-4A80-8C92-F37D08D881F6}"/>
              </a:ext>
            </a:extLst>
          </p:cNvPr>
          <p:cNvSpPr txBox="1"/>
          <p:nvPr/>
        </p:nvSpPr>
        <p:spPr>
          <a:xfrm>
            <a:off x="6654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8B3259D2-646D-4D7E-853A-70A315E7E155}"/>
              </a:ext>
            </a:extLst>
          </p:cNvPr>
          <p:cNvSpPr txBox="1"/>
          <p:nvPr/>
        </p:nvSpPr>
        <p:spPr>
          <a:xfrm>
            <a:off x="7213600" y="37084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b="1">
                <a:solidFill>
                  <a:srgbClr val="1B3A5C"/>
                </a:solidFill>
              </a:rPr>
              <a:t>Δ</a:t>
            </a:r>
            <a:r>
              <a:rPr lang="pt-BR" b="1">
                <a:solidFill>
                  <a:srgbClr val="1B3A5C"/>
                </a:solidFill>
              </a:rPr>
              <a:t>G/Gmin · 100 = 1,0 %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A57A46BB-0888-4BD7-BF8C-71A1903CF620}"/>
              </a:ext>
            </a:extLst>
          </p:cNvPr>
          <p:cNvSpPr/>
          <p:nvPr/>
        </p:nvSpPr>
        <p:spPr>
          <a:xfrm>
            <a:off x="6477000" y="4546600"/>
            <a:ext cx="5334000" cy="7874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61ECA047-E2F2-4FF1-B8E7-A0CDF5ADCA1B}"/>
              </a:ext>
            </a:extLst>
          </p:cNvPr>
          <p:cNvSpPr txBox="1"/>
          <p:nvPr/>
        </p:nvSpPr>
        <p:spPr>
          <a:xfrm>
            <a:off x="6654800" y="4546600"/>
            <a:ext cx="51562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Variação = 1,0 %</a:t>
            </a:r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1144254D-8593-45AF-A087-2852713DEBE2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CFA3235D-3A7E-4B9D-846C-B3C54876C6B7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B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DAB68B13-DBE9-49B5-AC56-4281EE2D44D4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Variação do ganho = 1,0 %</a:t>
            </a:r>
          </a:p>
        </p:txBody>
      </p:sp>
    </p:spTree>
    <p:extLst>
      <p:ext uri="{BB962C8B-B14F-4D97-AF65-F5344CB8AC3E}">
        <p14:creationId xmlns:p14="http://schemas.microsoft.com/office/powerpoint/2010/main" val="755243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QuestionJSON" descr="{QUIZ}"/>
          <p:cNvSpPr txBox="1"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</p:spPr>
        <p:txBody>
          <a:bodyPr wrap="square" lIns="45720" tIns="45720" rIns="45720" bIns="45720">
            <a:noAutofit/>
          </a:bodyPr>
          <a:lstStyle/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"v": 3,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"slot": 16,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"page": 15,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"type": "multichoice",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"html": "&lt;p&gt;Em sistemas biomédicos, o ganho do sinal precisa ser ajustado de 0,1 V para 1 V. Considere R₁ = 10 kΩ. Qual deve ser o valor de Rf para atingir esse ganho ?&lt;/p&gt;",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"input": "q_slide:16_answer",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"seq": "seq-16",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"answer_html": "&lt;p&gt;90 kΩ.&lt;/p&gt;",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"choices": [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"a",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"&lt;p&gt;10 kΩ.&lt;/p&gt;",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"b",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"&lt;p&gt;50 kΩ.&lt;/p&gt;",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"c",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"&lt;p&gt;90 kΩ.&lt;/p&gt;",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true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"d",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"&lt;p&gt;100 kΩ.&lt;/p&gt;",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{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"v": "e",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"h": "&lt;p&gt;110 kΩ.&lt;/p&gt;",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  "ok": false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  }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  ]</a:t>
            </a:r>
          </a:p>
          <a:p>
            <a:pPr algn="l"/>
            <a:r>
              <a:rPr lang="pt-BR" sz="800" dirty="0">
                <a:solidFill>
                  <a:srgbClr val="0F1B2D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33609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4583DB5-72D5-41CC-A7DE-FACB267FC853}"/>
              </a:ext>
            </a:extLst>
          </p:cNvPr>
          <p:cNvSpPr/>
          <p:nvPr/>
        </p:nvSpPr>
        <p:spPr>
          <a:xfrm>
            <a:off x="381000" y="381000"/>
            <a:ext cx="1016000" cy="508000"/>
          </a:xfrm>
          <a:prstGeom prst="round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9A4D4-FC1C-4D42-AF32-EBD6EECB0947}"/>
              </a:ext>
            </a:extLst>
          </p:cNvPr>
          <p:cNvSpPr txBox="1"/>
          <p:nvPr/>
        </p:nvSpPr>
        <p:spPr>
          <a:xfrm>
            <a:off x="381000" y="3810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Q16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0AD88E8-1189-4326-A1DE-2C8ED520DDC5}"/>
              </a:ext>
            </a:extLst>
          </p:cNvPr>
          <p:cNvSpPr txBox="1"/>
          <p:nvPr/>
        </p:nvSpPr>
        <p:spPr>
          <a:xfrm>
            <a:off x="1524000" y="3302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1B3A5C"/>
                </a:solidFill>
              </a:rPr>
              <a:t>Cálculo  ›  Amplificador Não-Inversor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C3FF95-3A6A-4949-A84C-928EC0FF0A43}"/>
              </a:ext>
            </a:extLst>
          </p:cNvPr>
          <p:cNvSpPr txBox="1"/>
          <p:nvPr/>
        </p:nvSpPr>
        <p:spPr>
          <a:xfrm>
            <a:off x="1524000" y="711200"/>
            <a:ext cx="1028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>
                <a:solidFill>
                  <a:srgbClr val="6B7F99"/>
                </a:solidFill>
              </a:rPr>
              <a:t>Vin = 0,1 V,  Vout = 1 V,  R₁ = 10 k</a:t>
            </a:r>
            <a:r>
              <a:rPr lang="el-GR" sz="1600">
                <a:solidFill>
                  <a:srgbClr val="6B7F99"/>
                </a:solidFill>
              </a:rPr>
              <a:t>Ω — </a:t>
            </a:r>
            <a:r>
              <a:rPr lang="pt-BR" sz="1600">
                <a:solidFill>
                  <a:srgbClr val="6B7F99"/>
                </a:solidFill>
              </a:rPr>
              <a:t>encontrar Rf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1283F80-0D79-47F1-9D14-32163BABD143}"/>
              </a:ext>
            </a:extLst>
          </p:cNvPr>
          <p:cNvSpPr/>
          <p:nvPr/>
        </p:nvSpPr>
        <p:spPr>
          <a:xfrm>
            <a:off x="381000" y="1168400"/>
            <a:ext cx="11430000" cy="254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5E970C-AF7D-45C7-8DF0-7E6055B7752B}"/>
              </a:ext>
            </a:extLst>
          </p:cNvPr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Circuito não-inversor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A96CC7-5923-4170-8B54-2E0C6485A23B}"/>
              </a:ext>
            </a:extLst>
          </p:cNvPr>
          <p:cNvSpPr txBox="1"/>
          <p:nvPr/>
        </p:nvSpPr>
        <p:spPr>
          <a:xfrm>
            <a:off x="1016000" y="2222500"/>
            <a:ext cx="76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E7DAF"/>
                </a:solidFill>
              </a:rPr>
              <a:t>Vin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1722D89-2BC6-4DE3-A878-F73F99C006E9}"/>
              </a:ext>
            </a:extLst>
          </p:cNvPr>
          <p:cNvSpPr txBox="1"/>
          <p:nvPr/>
        </p:nvSpPr>
        <p:spPr>
          <a:xfrm>
            <a:off x="1016000" y="2540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7DAF"/>
                </a:solidFill>
              </a:rPr>
              <a:t>0,1 V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D7BC620-A85F-4DC6-AC4B-94E7BB8EE581}"/>
              </a:ext>
            </a:extLst>
          </p:cNvPr>
          <p:cNvSpPr/>
          <p:nvPr/>
        </p:nvSpPr>
        <p:spPr>
          <a:xfrm>
            <a:off x="1778000" y="2387600"/>
            <a:ext cx="508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Triângulo Retângulo 10">
            <a:extLst>
              <a:ext uri="{FF2B5EF4-FFF2-40B4-BE49-F238E27FC236}">
                <a16:creationId xmlns:a16="http://schemas.microsoft.com/office/drawing/2014/main" id="{B474F0D1-C577-442C-8FF7-79032F14415C}"/>
              </a:ext>
            </a:extLst>
          </p:cNvPr>
          <p:cNvSpPr/>
          <p:nvPr/>
        </p:nvSpPr>
        <p:spPr>
          <a:xfrm>
            <a:off x="2286000" y="1968500"/>
            <a:ext cx="1143000" cy="952500"/>
          </a:xfrm>
          <a:prstGeom prst="rtTriangle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92FB86-368F-423F-A807-51E3EFA003F9}"/>
              </a:ext>
            </a:extLst>
          </p:cNvPr>
          <p:cNvSpPr txBox="1"/>
          <p:nvPr/>
        </p:nvSpPr>
        <p:spPr>
          <a:xfrm>
            <a:off x="2286000" y="22225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2E7DAF"/>
                </a:solidFill>
              </a:rPr>
              <a:t>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8F1F48-76AE-4259-A58F-B06DE5E3387C}"/>
              </a:ext>
            </a:extLst>
          </p:cNvPr>
          <p:cNvSpPr txBox="1"/>
          <p:nvPr/>
        </p:nvSpPr>
        <p:spPr>
          <a:xfrm>
            <a:off x="2286000" y="24765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C04848"/>
                </a:solidFill>
              </a:rPr>
              <a:t>−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A0A9236-745C-4368-8453-D030CD6A8ECA}"/>
              </a:ext>
            </a:extLst>
          </p:cNvPr>
          <p:cNvSpPr/>
          <p:nvPr/>
        </p:nvSpPr>
        <p:spPr>
          <a:xfrm>
            <a:off x="3429000" y="2387600"/>
            <a:ext cx="5080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A52EF8B-B294-4B51-BA32-A3B5337AF569}"/>
              </a:ext>
            </a:extLst>
          </p:cNvPr>
          <p:cNvSpPr txBox="1"/>
          <p:nvPr/>
        </p:nvSpPr>
        <p:spPr>
          <a:xfrm>
            <a:off x="3937000" y="2222500"/>
            <a:ext cx="88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2C8C5F"/>
                </a:solidFill>
              </a:rPr>
              <a:t>Vout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49CF21-23C2-4524-9768-7B201253675B}"/>
              </a:ext>
            </a:extLst>
          </p:cNvPr>
          <p:cNvSpPr txBox="1"/>
          <p:nvPr/>
        </p:nvSpPr>
        <p:spPr>
          <a:xfrm>
            <a:off x="3937000" y="2540000"/>
            <a:ext cx="889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C8C5F"/>
                </a:solidFill>
              </a:rPr>
              <a:t>1 V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7D33D56-9DB2-4BA2-911C-15A2FD2D57EC}"/>
              </a:ext>
            </a:extLst>
          </p:cNvPr>
          <p:cNvSpPr/>
          <p:nvPr/>
        </p:nvSpPr>
        <p:spPr>
          <a:xfrm>
            <a:off x="3175000" y="2921000"/>
            <a:ext cx="50800" cy="635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8862E47-A02B-4B53-B7A6-1E510355C566}"/>
              </a:ext>
            </a:extLst>
          </p:cNvPr>
          <p:cNvSpPr/>
          <p:nvPr/>
        </p:nvSpPr>
        <p:spPr>
          <a:xfrm>
            <a:off x="2540000" y="3556000"/>
            <a:ext cx="685800" cy="508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0B3D756-D1B8-45B3-B734-0DFA87E01B24}"/>
              </a:ext>
            </a:extLst>
          </p:cNvPr>
          <p:cNvSpPr/>
          <p:nvPr/>
        </p:nvSpPr>
        <p:spPr>
          <a:xfrm>
            <a:off x="2540000" y="3556000"/>
            <a:ext cx="50800" cy="635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39D8053-65FE-4EC5-AEF9-71E6F073F798}"/>
              </a:ext>
            </a:extLst>
          </p:cNvPr>
          <p:cNvSpPr/>
          <p:nvPr/>
        </p:nvSpPr>
        <p:spPr>
          <a:xfrm>
            <a:off x="2603500" y="3048000"/>
            <a:ext cx="635000" cy="381000"/>
          </a:xfrm>
          <a:prstGeom prst="rect">
            <a:avLst/>
          </a:prstGeom>
          <a:solidFill>
            <a:srgbClr val="FFF3E0"/>
          </a:solidFill>
          <a:ln w="19050" cap="flat" cmpd="sng" algn="ctr">
            <a:solidFill>
              <a:srgbClr val="E89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A7B7BB4-D9A8-423D-85C4-F151D8A24C82}"/>
              </a:ext>
            </a:extLst>
          </p:cNvPr>
          <p:cNvSpPr txBox="1"/>
          <p:nvPr/>
        </p:nvSpPr>
        <p:spPr>
          <a:xfrm>
            <a:off x="2603500" y="3048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89B2E"/>
                </a:solidFill>
              </a:rPr>
              <a:t>Rf = ?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F036A27-0B7C-40E6-BDE5-6F275918DC40}"/>
              </a:ext>
            </a:extLst>
          </p:cNvPr>
          <p:cNvSpPr/>
          <p:nvPr/>
        </p:nvSpPr>
        <p:spPr>
          <a:xfrm>
            <a:off x="2286000" y="2603500"/>
            <a:ext cx="50800" cy="10160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15AAC55-2DBD-46FA-A6DF-94C2A32F7393}"/>
              </a:ext>
            </a:extLst>
          </p:cNvPr>
          <p:cNvSpPr/>
          <p:nvPr/>
        </p:nvSpPr>
        <p:spPr>
          <a:xfrm>
            <a:off x="762000" y="4635500"/>
            <a:ext cx="5207000" cy="698500"/>
          </a:xfrm>
          <a:prstGeom prst="round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8E17F68-D6B1-41A7-9B57-7896F3391B88}"/>
              </a:ext>
            </a:extLst>
          </p:cNvPr>
          <p:cNvSpPr txBox="1"/>
          <p:nvPr/>
        </p:nvSpPr>
        <p:spPr>
          <a:xfrm>
            <a:off x="762000" y="4635500"/>
            <a:ext cx="52070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FFFFFF"/>
                </a:solidFill>
              </a:rPr>
              <a:t>G = 1 + Rf / R₁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11026E3-75C7-4C86-A3C4-9B5DF3EE84F8}"/>
              </a:ext>
            </a:extLst>
          </p:cNvPr>
          <p:cNvSpPr txBox="1"/>
          <p:nvPr/>
        </p:nvSpPr>
        <p:spPr>
          <a:xfrm>
            <a:off x="6477000" y="1524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rgbClr val="1B3A5C"/>
                </a:solidFill>
              </a:rPr>
              <a:t>Solução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C624696-C840-45F3-8EAA-130B1E6E46C7}"/>
              </a:ext>
            </a:extLst>
          </p:cNvPr>
          <p:cNvSpPr/>
          <p:nvPr/>
        </p:nvSpPr>
        <p:spPr>
          <a:xfrm>
            <a:off x="6477000" y="20320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176A592-F5FC-460A-A0B0-0BAAD0628124}"/>
              </a:ext>
            </a:extLst>
          </p:cNvPr>
          <p:cNvSpPr txBox="1"/>
          <p:nvPr/>
        </p:nvSpPr>
        <p:spPr>
          <a:xfrm>
            <a:off x="6654800" y="20574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7276A5C-D1F4-4383-8E3C-49A09B13DA98}"/>
              </a:ext>
            </a:extLst>
          </p:cNvPr>
          <p:cNvSpPr txBox="1"/>
          <p:nvPr/>
        </p:nvSpPr>
        <p:spPr>
          <a:xfrm>
            <a:off x="7213600" y="20320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1B3A5C"/>
                </a:solidFill>
              </a:rPr>
              <a:t>G = Vout / Vin = 1 / 0,1 = 10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5C94CB7-0ED1-4F3B-B341-2138A6F1F2D2}"/>
              </a:ext>
            </a:extLst>
          </p:cNvPr>
          <p:cNvSpPr/>
          <p:nvPr/>
        </p:nvSpPr>
        <p:spPr>
          <a:xfrm>
            <a:off x="6477000" y="28702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873E173-19F5-4625-9FFB-6B429D53F045}"/>
              </a:ext>
            </a:extLst>
          </p:cNvPr>
          <p:cNvSpPr txBox="1"/>
          <p:nvPr/>
        </p:nvSpPr>
        <p:spPr>
          <a:xfrm>
            <a:off x="6654800" y="28956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2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AC9521B-FB58-4026-8D46-18C067D97094}"/>
              </a:ext>
            </a:extLst>
          </p:cNvPr>
          <p:cNvSpPr txBox="1"/>
          <p:nvPr/>
        </p:nvSpPr>
        <p:spPr>
          <a:xfrm>
            <a:off x="7213600" y="28702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10 = 1 + Rf / 10 k</a:t>
            </a:r>
            <a:r>
              <a:rPr lang="el-GR" b="1">
                <a:solidFill>
                  <a:srgbClr val="1B3A5C"/>
                </a:solidFill>
              </a:rPr>
              <a:t>Ω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E987609-90A5-4F87-8DB7-B45CD7BD8974}"/>
              </a:ext>
            </a:extLst>
          </p:cNvPr>
          <p:cNvSpPr/>
          <p:nvPr/>
        </p:nvSpPr>
        <p:spPr>
          <a:xfrm>
            <a:off x="6477000" y="3708400"/>
            <a:ext cx="5334000" cy="711200"/>
          </a:xfrm>
          <a:prstGeom prst="roundRect">
            <a:avLst/>
          </a:prstGeom>
          <a:solidFill>
            <a:srgbClr val="E8EE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E3E79BA-B7A4-466C-AF19-BDC86C0FC18C}"/>
              </a:ext>
            </a:extLst>
          </p:cNvPr>
          <p:cNvSpPr txBox="1"/>
          <p:nvPr/>
        </p:nvSpPr>
        <p:spPr>
          <a:xfrm>
            <a:off x="6654800" y="3733800"/>
            <a:ext cx="482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89B2E"/>
                </a:solidFill>
              </a:rPr>
              <a:t>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7D709FA-83B1-4711-B7EF-0A3A36295DFA}"/>
              </a:ext>
            </a:extLst>
          </p:cNvPr>
          <p:cNvSpPr txBox="1"/>
          <p:nvPr/>
        </p:nvSpPr>
        <p:spPr>
          <a:xfrm>
            <a:off x="7213600" y="37084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B3A5C"/>
                </a:solidFill>
              </a:rPr>
              <a:t>Rf = 10 k</a:t>
            </a:r>
            <a:r>
              <a:rPr lang="el-GR" b="1">
                <a:solidFill>
                  <a:srgbClr val="1B3A5C"/>
                </a:solidFill>
              </a:rPr>
              <a:t>Ω · 9 = 90 </a:t>
            </a:r>
            <a:r>
              <a:rPr lang="pt-BR" b="1">
                <a:solidFill>
                  <a:srgbClr val="1B3A5C"/>
                </a:solidFill>
              </a:rPr>
              <a:t>k</a:t>
            </a:r>
            <a:r>
              <a:rPr lang="el-GR" b="1">
                <a:solidFill>
                  <a:srgbClr val="1B3A5C"/>
                </a:solidFill>
              </a:rPr>
              <a:t>Ω</a:t>
            </a:r>
            <a:endParaRPr lang="pt-BR" b="1">
              <a:solidFill>
                <a:srgbClr val="1B3A5C"/>
              </a:solidFill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2279658-55C1-44BA-998F-B78CEDA9388B}"/>
              </a:ext>
            </a:extLst>
          </p:cNvPr>
          <p:cNvSpPr/>
          <p:nvPr/>
        </p:nvSpPr>
        <p:spPr>
          <a:xfrm>
            <a:off x="6477000" y="4546600"/>
            <a:ext cx="5334000" cy="889000"/>
          </a:xfrm>
          <a:prstGeom prst="roundRect">
            <a:avLst/>
          </a:prstGeom>
          <a:solidFill>
            <a:srgbClr val="E6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BA90261-FCAB-494A-99EA-EEF5B48CB0A0}"/>
              </a:ext>
            </a:extLst>
          </p:cNvPr>
          <p:cNvSpPr txBox="1"/>
          <p:nvPr/>
        </p:nvSpPr>
        <p:spPr>
          <a:xfrm>
            <a:off x="6654800" y="4572000"/>
            <a:ext cx="5156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2C8C5F"/>
                </a:solidFill>
              </a:rPr>
              <a:t>✓ Cálculo confere com o gabarito.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B1236F8-DF62-4566-B325-747F107CFFB9}"/>
              </a:ext>
            </a:extLst>
          </p:cNvPr>
          <p:cNvSpPr txBox="1"/>
          <p:nvPr/>
        </p:nvSpPr>
        <p:spPr>
          <a:xfrm>
            <a:off x="6654800" y="4876800"/>
            <a:ext cx="5156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Para G=10, é necessário Rf = 90 kΩ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1C6B7EF-8902-4D86-8D15-E896D85C5C79}"/>
              </a:ext>
            </a:extLst>
          </p:cNvPr>
          <p:cNvSpPr txBox="1"/>
          <p:nvPr/>
        </p:nvSpPr>
        <p:spPr>
          <a:xfrm>
            <a:off x="6654800" y="5156200"/>
            <a:ext cx="5156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0F1B2D"/>
                </a:solidFill>
              </a:rPr>
              <a:t>com R₁ = 10 k</a:t>
            </a:r>
            <a:r>
              <a:rPr lang="el-GR" sz="1400">
                <a:solidFill>
                  <a:srgbClr val="0F1B2D"/>
                </a:solidFill>
              </a:rPr>
              <a:t>Ω.</a:t>
            </a:r>
            <a:endParaRPr lang="pt-BR" sz="1400">
              <a:solidFill>
                <a:srgbClr val="0F1B2D"/>
              </a:solidFill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8FF459A-B020-4B2A-930A-DEA2784AE51A}"/>
              </a:ext>
            </a:extLst>
          </p:cNvPr>
          <p:cNvSpPr/>
          <p:nvPr/>
        </p:nvSpPr>
        <p:spPr>
          <a:xfrm>
            <a:off x="381000" y="5588000"/>
            <a:ext cx="11430000" cy="889000"/>
          </a:xfrm>
          <a:prstGeom prst="rect">
            <a:avLst/>
          </a:prstGeom>
          <a:solidFill>
            <a:srgbClr val="2C8C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479124F-3C01-4418-AAF0-5E3F31BAC1D5}"/>
              </a:ext>
            </a:extLst>
          </p:cNvPr>
          <p:cNvSpPr txBox="1"/>
          <p:nvPr/>
        </p:nvSpPr>
        <p:spPr>
          <a:xfrm>
            <a:off x="635000" y="56388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RESPOSTA CORRETA  ›  ALTERNATIVA C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7DB0E63-1F23-49E5-9403-737DED008638}"/>
              </a:ext>
            </a:extLst>
          </p:cNvPr>
          <p:cNvSpPr txBox="1"/>
          <p:nvPr/>
        </p:nvSpPr>
        <p:spPr>
          <a:xfrm>
            <a:off x="635000" y="59944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</a:rPr>
              <a:t>Rf = 90 k</a:t>
            </a:r>
            <a:r>
              <a:rPr lang="el-GR" sz="2200" b="1">
                <a:solidFill>
                  <a:srgbClr val="FFFFFF"/>
                </a:solidFill>
              </a:rPr>
              <a:t>Ω</a:t>
            </a:r>
            <a:endParaRPr lang="pt-BR" sz="2200" b="1">
              <a:solidFill>
                <a:srgbClr val="FFFFFF"/>
              </a:solidFill>
            </a:endParaRP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5FA0E1A-E1E4-4749-938C-D478C550AAA0}"/>
              </a:ext>
            </a:extLst>
          </p:cNvPr>
          <p:cNvSpPr/>
          <p:nvPr/>
        </p:nvSpPr>
        <p:spPr>
          <a:xfrm>
            <a:off x="1778000" y="3619500"/>
            <a:ext cx="10160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B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24B1593-C235-4513-8350-6CCEA0FF061A}"/>
              </a:ext>
            </a:extLst>
          </p:cNvPr>
          <p:cNvSpPr txBox="1"/>
          <p:nvPr/>
        </p:nvSpPr>
        <p:spPr>
          <a:xfrm>
            <a:off x="1778000" y="3619500"/>
            <a:ext cx="101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B3A5C"/>
                </a:solidFill>
              </a:rPr>
              <a:t>R₁ = 10 k</a:t>
            </a:r>
            <a:r>
              <a:rPr lang="el-GR" sz="1300" b="1">
                <a:solidFill>
                  <a:srgbClr val="1B3A5C"/>
                </a:solidFill>
              </a:rPr>
              <a:t>Ω</a:t>
            </a:r>
            <a:endParaRPr lang="pt-BR" sz="1300" b="1">
              <a:solidFill>
                <a:srgbClr val="1B3A5C"/>
              </a:solidFill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D1C8FD90-CC23-4750-92F9-04267F0FE251}"/>
              </a:ext>
            </a:extLst>
          </p:cNvPr>
          <p:cNvSpPr/>
          <p:nvPr/>
        </p:nvSpPr>
        <p:spPr>
          <a:xfrm>
            <a:off x="2260600" y="3975100"/>
            <a:ext cx="50800" cy="228600"/>
          </a:xfrm>
          <a:prstGeom prst="rect">
            <a:avLst/>
          </a:prstGeom>
          <a:solidFill>
            <a:srgbClr val="1B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DDF67BCF-31DD-4C8D-8D48-E56F6BDA2AB2}"/>
              </a:ext>
            </a:extLst>
          </p:cNvPr>
          <p:cNvSpPr txBox="1"/>
          <p:nvPr/>
        </p:nvSpPr>
        <p:spPr>
          <a:xfrm>
            <a:off x="2133600" y="4152900"/>
            <a:ext cx="304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B3A5C"/>
                </a:solidFill>
              </a:rPr>
              <a:t>⊥</a:t>
            </a:r>
          </a:p>
        </p:txBody>
      </p:sp>
    </p:spTree>
    <p:extLst>
      <p:ext uri="{BB962C8B-B14F-4D97-AF65-F5344CB8AC3E}">
        <p14:creationId xmlns:p14="http://schemas.microsoft.com/office/powerpoint/2010/main" val="3509262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9846065617]">
  <a:themeElements>
    <a:clrScheme name="Office">
      <a:dk1>
        <a:srgbClr val="0F1B2D"/>
      </a:dk1>
      <a:lt1>
        <a:srgbClr val="FFFFFF"/>
      </a:lt1>
      <a:dk2>
        <a:srgbClr val="1B3A5C"/>
      </a:dk2>
      <a:lt2>
        <a:srgbClr val="E8EEF5"/>
      </a:lt2>
      <a:accent1>
        <a:srgbClr val="1B3A5C"/>
      </a:accent1>
      <a:accent2>
        <a:srgbClr val="2E7DAF"/>
      </a:accent2>
      <a:accent3>
        <a:srgbClr val="E89B2E"/>
      </a:accent3>
      <a:accent4>
        <a:srgbClr val="2C8C5F"/>
      </a:accent4>
      <a:accent5>
        <a:srgbClr val="C04848"/>
      </a:accent5>
      <a:accent6>
        <a:srgbClr val="6B7F99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B30D154-1C18-48E5-99CC-46E6ED3B225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983ff27-b89e-48c2-b73a-59ef9fa3e69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8EF4316-8202-474E-823A-4D5E22F8979C}">
  <we:reference id="wa200010725" version="1.0.0.1" store="pt-BR" storeType="OMEX"/>
  <we:alternateReferences>
    <we:reference id="WA200010725" version="1.0.0.1" store="" storeType="OMEX"/>
  </we:alternateReferences>
  <we:properties>
    <we:property name="claude.fileId" value="&quot;20828661-d540-44ab-9400-d47f9c8bb24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7070</Words>
  <Application>Microsoft Office PowerPoint</Application>
  <PresentationFormat>Widescreen</PresentationFormat>
  <Paragraphs>1111</Paragraphs>
  <Slides>42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 Math</vt:lpstr>
      <vt:lpstr>Consolas</vt:lpstr>
      <vt:lpstr>Montserrat</vt:lpstr>
      <vt:lpstr>Tema do Office [1779846065617]</vt:lpstr>
      <vt:lpstr>Condicionadores de Sinais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1º Caso: 1 Elemento Ativo</vt:lpstr>
      <vt:lpstr>2º Caso : 2 Elementos Ativos</vt:lpstr>
      <vt:lpstr>3º Caso : 1 Ativos + 1 Compensação  (Compensando a grandeza de influência)</vt:lpstr>
      <vt:lpstr>4º Caso : 2 Ativos + 2 Compensação  (Compensando a grandeza de influência)</vt:lpstr>
      <vt:lpstr>5º Caso : 2 Ativos + 2 Compensação  (Compensando a grandeza de influência)</vt:lpstr>
      <vt:lpstr>Configurações: 1, 2 e 4 Elementos Ativos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Cadeia Completa de Aquisição de Dados</vt:lpstr>
      <vt:lpstr>Erro de Carga vs. Razão de Impedâncias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Silva de Morais</cp:lastModifiedBy>
  <cp:revision>3</cp:revision>
  <dcterms:created xsi:type="dcterms:W3CDTF">2026-05-27T01:37:53Z</dcterms:created>
  <dcterms:modified xsi:type="dcterms:W3CDTF">2026-05-30T14:45:43Z</dcterms:modified>
</cp:coreProperties>
</file>