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5F6E3D-742F-4026-A6D5-9F0A17BCDC32}" v="35" dt="2026-05-11T16:34:54.0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ué Silva de Morais" userId="f406c2cd-edfc-4057-be10-75858098c663" providerId="ADAL" clId="{A1824FC7-00A9-4708-B7FB-71BF84356830}"/>
    <pc:docChg chg="undo custSel addSld delSld modSld addMainMaster delMainMaster">
      <pc:chgData name="Josué Silva de Morais" userId="f406c2cd-edfc-4057-be10-75858098c663" providerId="ADAL" clId="{A1824FC7-00A9-4708-B7FB-71BF84356830}" dt="2026-05-11T16:35:27.482" v="11518" actId="962"/>
      <pc:docMkLst>
        <pc:docMk/>
      </pc:docMkLst>
      <pc:sldChg chg="del">
        <pc:chgData name="Josué Silva de Morais" userId="f406c2cd-edfc-4057-be10-75858098c663" providerId="ADAL" clId="{A1824FC7-00A9-4708-B7FB-71BF84356830}" dt="2026-05-11T12:12:45.556" v="1"/>
        <pc:sldMkLst>
          <pc:docMk/>
          <pc:sldMk cId="2092796888" sldId="257"/>
        </pc:sldMkLst>
      </pc:sldChg>
      <pc:sldChg chg="addSp delSp modSp add mod modClrScheme chgLayout">
        <pc:chgData name="Josué Silva de Morais" userId="f406c2cd-edfc-4057-be10-75858098c663" providerId="ADAL" clId="{A1824FC7-00A9-4708-B7FB-71BF84356830}" dt="2026-05-11T15:29:28.465" v="2286" actId="1076"/>
        <pc:sldMkLst>
          <pc:docMk/>
          <pc:sldMk cId="2526246590" sldId="258"/>
        </pc:sldMkLst>
        <pc:spChg chg="del mod ord">
          <ac:chgData name="Josué Silva de Morais" userId="f406c2cd-edfc-4057-be10-75858098c663" providerId="ADAL" clId="{A1824FC7-00A9-4708-B7FB-71BF84356830}" dt="2026-05-11T12:13:27.580" v="3"/>
          <ac:spMkLst>
            <pc:docMk/>
            <pc:sldMk cId="2526246590" sldId="258"/>
            <ac:spMk id="2" creationId="{298112E0-537B-A9E2-A116-B030BEF7AAC0}"/>
          </ac:spMkLst>
        </pc:spChg>
        <pc:spChg chg="del mod ord">
          <ac:chgData name="Josué Silva de Morais" userId="f406c2cd-edfc-4057-be10-75858098c663" providerId="ADAL" clId="{A1824FC7-00A9-4708-B7FB-71BF84356830}" dt="2026-05-11T12:13:27.583" v="4"/>
          <ac:spMkLst>
            <pc:docMk/>
            <pc:sldMk cId="2526246590" sldId="258"/>
            <ac:spMk id="3" creationId="{B16FE7CA-CE01-D930-96FA-0BD8AB3FD9EE}"/>
          </ac:spMkLst>
        </pc:spChg>
        <pc:spChg chg="add mod">
          <ac:chgData name="Josué Silva de Morais" userId="f406c2cd-edfc-4057-be10-75858098c663" providerId="ADAL" clId="{A1824FC7-00A9-4708-B7FB-71BF84356830}" dt="2026-05-11T15:29:09.589" v="2284" actId="14100"/>
          <ac:spMkLst>
            <pc:docMk/>
            <pc:sldMk cId="2526246590" sldId="258"/>
            <ac:spMk id="4" creationId="{B33921CE-447A-4CCE-AAC9-39CD32ADF9A9}"/>
          </ac:spMkLst>
        </pc:spChg>
        <pc:spChg chg="add mod">
          <ac:chgData name="Josué Silva de Morais" userId="f406c2cd-edfc-4057-be10-75858098c663" providerId="ADAL" clId="{A1824FC7-00A9-4708-B7FB-71BF84356830}" dt="2026-05-11T15:29:11.871" v="2285" actId="1076"/>
          <ac:spMkLst>
            <pc:docMk/>
            <pc:sldMk cId="2526246590" sldId="258"/>
            <ac:spMk id="5" creationId="{F54F1335-3435-463A-98E3-6476D449E8E0}"/>
          </ac:spMkLst>
        </pc:spChg>
        <pc:spChg chg="add mod">
          <ac:chgData name="Josué Silva de Morais" userId="f406c2cd-edfc-4057-be10-75858098c663" providerId="ADAL" clId="{A1824FC7-00A9-4708-B7FB-71BF84356830}" dt="2026-05-11T12:13:40.684" v="13"/>
          <ac:spMkLst>
            <pc:docMk/>
            <pc:sldMk cId="2526246590" sldId="258"/>
            <ac:spMk id="6" creationId="{FDFEB7B8-C467-42D0-8E2C-87A521BF287A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7" creationId="{5442D992-0421-4CE0-8648-680DDDC4A534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8" creationId="{2BD535E9-1BA7-4D66-A523-AA456D39EC1C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9" creationId="{2D888599-4F81-418E-B9AB-E7335C011419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10" creationId="{A4ECFC5B-7B41-41FA-ABC2-30A3915EBF64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11" creationId="{62AAB80A-402B-4450-B089-62C2FEE90FD5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12" creationId="{832F827E-9FF5-4E06-AF5E-83DF338AF94C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13" creationId="{E5B04C0D-838F-4879-9AEF-1A162F8A555D}"/>
          </ac:spMkLst>
        </pc:spChg>
        <pc:spChg chg="add mod">
          <ac:chgData name="Josué Silva de Morais" userId="f406c2cd-edfc-4057-be10-75858098c663" providerId="ADAL" clId="{A1824FC7-00A9-4708-B7FB-71BF84356830}" dt="2026-05-11T15:29:28.465" v="2286" actId="1076"/>
          <ac:spMkLst>
            <pc:docMk/>
            <pc:sldMk cId="2526246590" sldId="258"/>
            <ac:spMk id="14" creationId="{5B3D90A5-9D47-4E99-90D3-33704B116FA5}"/>
          </ac:spMkLst>
        </pc:spChg>
      </pc:sldChg>
      <pc:sldChg chg="addSp modSp new mod modAnim">
        <pc:chgData name="Josué Silva de Morais" userId="f406c2cd-edfc-4057-be10-75858098c663" providerId="ADAL" clId="{A1824FC7-00A9-4708-B7FB-71BF84356830}" dt="2026-05-11T16:29:11.578" v="11477"/>
        <pc:sldMkLst>
          <pc:docMk/>
          <pc:sldMk cId="162698637" sldId="259"/>
        </pc:sldMkLst>
        <pc:spChg chg="add mod">
          <ac:chgData name="Josué Silva de Morais" userId="f406c2cd-edfc-4057-be10-75858098c663" providerId="ADAL" clId="{A1824FC7-00A9-4708-B7FB-71BF84356830}" dt="2026-05-11T12:14:06.694" v="77"/>
          <ac:spMkLst>
            <pc:docMk/>
            <pc:sldMk cId="162698637" sldId="259"/>
            <ac:spMk id="2" creationId="{44DB05F8-4811-4F67-83F3-B71C06753660}"/>
          </ac:spMkLst>
        </pc:spChg>
        <pc:spChg chg="add mod">
          <ac:chgData name="Josué Silva de Morais" userId="f406c2cd-edfc-4057-be10-75858098c663" providerId="ADAL" clId="{A1824FC7-00A9-4708-B7FB-71BF84356830}" dt="2026-05-11T12:14:06.699" v="83"/>
          <ac:spMkLst>
            <pc:docMk/>
            <pc:sldMk cId="162698637" sldId="259"/>
            <ac:spMk id="3" creationId="{B3EB3626-D615-4BC3-988C-FF8C34198EBD}"/>
          </ac:spMkLst>
        </pc:spChg>
        <pc:spChg chg="add mod">
          <ac:chgData name="Josué Silva de Morais" userId="f406c2cd-edfc-4057-be10-75858098c663" providerId="ADAL" clId="{A1824FC7-00A9-4708-B7FB-71BF84356830}" dt="2026-05-11T12:14:06.707" v="88"/>
          <ac:spMkLst>
            <pc:docMk/>
            <pc:sldMk cId="162698637" sldId="259"/>
            <ac:spMk id="4" creationId="{8F842AFD-F7D8-4878-B31F-7E459290DF93}"/>
          </ac:spMkLst>
        </pc:spChg>
        <pc:spChg chg="add mod">
          <ac:chgData name="Josué Silva de Morais" userId="f406c2cd-edfc-4057-be10-75858098c663" providerId="ADAL" clId="{A1824FC7-00A9-4708-B7FB-71BF84356830}" dt="2026-05-11T16:28:37.208" v="11470" actId="164"/>
          <ac:spMkLst>
            <pc:docMk/>
            <pc:sldMk cId="162698637" sldId="259"/>
            <ac:spMk id="5" creationId="{C2A824F2-80EA-4BC2-A673-A7F345C8D742}"/>
          </ac:spMkLst>
        </pc:spChg>
        <pc:spChg chg="add mod">
          <ac:chgData name="Josué Silva de Morais" userId="f406c2cd-edfc-4057-be10-75858098c663" providerId="ADAL" clId="{A1824FC7-00A9-4708-B7FB-71BF84356830}" dt="2026-05-11T16:28:37.208" v="11470" actId="164"/>
          <ac:spMkLst>
            <pc:docMk/>
            <pc:sldMk cId="162698637" sldId="259"/>
            <ac:spMk id="6" creationId="{F1CCEBD6-3670-4C05-8AE7-F89B9EF7E1CD}"/>
          </ac:spMkLst>
        </pc:spChg>
        <pc:spChg chg="add mod">
          <ac:chgData name="Josué Silva de Morais" userId="f406c2cd-edfc-4057-be10-75858098c663" providerId="ADAL" clId="{A1824FC7-00A9-4708-B7FB-71BF84356830}" dt="2026-05-11T16:28:37.208" v="11470" actId="164"/>
          <ac:spMkLst>
            <pc:docMk/>
            <pc:sldMk cId="162698637" sldId="259"/>
            <ac:spMk id="7" creationId="{5C7AB249-DA3F-462D-A9D1-9593669F5443}"/>
          </ac:spMkLst>
        </pc:spChg>
        <pc:spChg chg="add mod">
          <ac:chgData name="Josué Silva de Morais" userId="f406c2cd-edfc-4057-be10-75858098c663" providerId="ADAL" clId="{A1824FC7-00A9-4708-B7FB-71BF84356830}" dt="2026-05-11T16:28:37.208" v="11470" actId="164"/>
          <ac:spMkLst>
            <pc:docMk/>
            <pc:sldMk cId="162698637" sldId="259"/>
            <ac:spMk id="8" creationId="{B9D3555B-8375-4546-81A5-AFE2ED4FF505}"/>
          </ac:spMkLst>
        </pc:spChg>
        <pc:spChg chg="add mod">
          <ac:chgData name="Josué Silva de Morais" userId="f406c2cd-edfc-4057-be10-75858098c663" providerId="ADAL" clId="{A1824FC7-00A9-4708-B7FB-71BF84356830}" dt="2026-05-11T16:28:37.208" v="11470" actId="164"/>
          <ac:spMkLst>
            <pc:docMk/>
            <pc:sldMk cId="162698637" sldId="259"/>
            <ac:spMk id="9" creationId="{BFBC2423-38D7-4D5A-A921-B9808E64AFCB}"/>
          </ac:spMkLst>
        </pc:spChg>
        <pc:spChg chg="add mod">
          <ac:chgData name="Josué Silva de Morais" userId="f406c2cd-edfc-4057-be10-75858098c663" providerId="ADAL" clId="{A1824FC7-00A9-4708-B7FB-71BF84356830}" dt="2026-05-11T16:28:44.788" v="11471" actId="164"/>
          <ac:spMkLst>
            <pc:docMk/>
            <pc:sldMk cId="162698637" sldId="259"/>
            <ac:spMk id="10" creationId="{815551C7-0000-41C1-AC88-5996557E460E}"/>
          </ac:spMkLst>
        </pc:spChg>
        <pc:spChg chg="add mod">
          <ac:chgData name="Josué Silva de Morais" userId="f406c2cd-edfc-4057-be10-75858098c663" providerId="ADAL" clId="{A1824FC7-00A9-4708-B7FB-71BF84356830}" dt="2026-05-11T16:28:44.788" v="11471" actId="164"/>
          <ac:spMkLst>
            <pc:docMk/>
            <pc:sldMk cId="162698637" sldId="259"/>
            <ac:spMk id="11" creationId="{8AE3EACC-165F-45EF-ABDD-5851179BB552}"/>
          </ac:spMkLst>
        </pc:spChg>
        <pc:spChg chg="add mod">
          <ac:chgData name="Josué Silva de Morais" userId="f406c2cd-edfc-4057-be10-75858098c663" providerId="ADAL" clId="{A1824FC7-00A9-4708-B7FB-71BF84356830}" dt="2026-05-11T16:28:44.788" v="11471" actId="164"/>
          <ac:spMkLst>
            <pc:docMk/>
            <pc:sldMk cId="162698637" sldId="259"/>
            <ac:spMk id="12" creationId="{1D20EFB6-F8E9-44FA-94FC-4FFCC05975C6}"/>
          </ac:spMkLst>
        </pc:spChg>
        <pc:spChg chg="add mod">
          <ac:chgData name="Josué Silva de Morais" userId="f406c2cd-edfc-4057-be10-75858098c663" providerId="ADAL" clId="{A1824FC7-00A9-4708-B7FB-71BF84356830}" dt="2026-05-11T16:28:44.788" v="11471" actId="164"/>
          <ac:spMkLst>
            <pc:docMk/>
            <pc:sldMk cId="162698637" sldId="259"/>
            <ac:spMk id="13" creationId="{1F8965AB-9B1D-499F-846E-8B213970BC29}"/>
          </ac:spMkLst>
        </pc:spChg>
        <pc:spChg chg="add mod">
          <ac:chgData name="Josué Silva de Morais" userId="f406c2cd-edfc-4057-be10-75858098c663" providerId="ADAL" clId="{A1824FC7-00A9-4708-B7FB-71BF84356830}" dt="2026-05-11T16:28:44.788" v="11471" actId="164"/>
          <ac:spMkLst>
            <pc:docMk/>
            <pc:sldMk cId="162698637" sldId="259"/>
            <ac:spMk id="14" creationId="{6CD1C944-BAD3-44ED-B35D-B351E5244283}"/>
          </ac:spMkLst>
        </pc:spChg>
        <pc:spChg chg="add mod">
          <ac:chgData name="Josué Silva de Morais" userId="f406c2cd-edfc-4057-be10-75858098c663" providerId="ADAL" clId="{A1824FC7-00A9-4708-B7FB-71BF84356830}" dt="2026-05-11T16:28:57.742" v="11473" actId="164"/>
          <ac:spMkLst>
            <pc:docMk/>
            <pc:sldMk cId="162698637" sldId="259"/>
            <ac:spMk id="15" creationId="{246F4EC7-93AB-4A78-8428-7291A9D9469B}"/>
          </ac:spMkLst>
        </pc:spChg>
        <pc:spChg chg="add mod">
          <ac:chgData name="Josué Silva de Morais" userId="f406c2cd-edfc-4057-be10-75858098c663" providerId="ADAL" clId="{A1824FC7-00A9-4708-B7FB-71BF84356830}" dt="2026-05-11T16:28:57.742" v="11473" actId="164"/>
          <ac:spMkLst>
            <pc:docMk/>
            <pc:sldMk cId="162698637" sldId="259"/>
            <ac:spMk id="16" creationId="{346825CC-1B38-42ED-A44D-C274B9B6DB2D}"/>
          </ac:spMkLst>
        </pc:spChg>
        <pc:spChg chg="add mod">
          <ac:chgData name="Josué Silva de Morais" userId="f406c2cd-edfc-4057-be10-75858098c663" providerId="ADAL" clId="{A1824FC7-00A9-4708-B7FB-71BF84356830}" dt="2026-05-11T16:28:57.742" v="11473" actId="164"/>
          <ac:spMkLst>
            <pc:docMk/>
            <pc:sldMk cId="162698637" sldId="259"/>
            <ac:spMk id="17" creationId="{2BB92A69-9255-4BDB-BFB2-9C6598B7A192}"/>
          </ac:spMkLst>
        </pc:spChg>
        <pc:spChg chg="add mod">
          <ac:chgData name="Josué Silva de Morais" userId="f406c2cd-edfc-4057-be10-75858098c663" providerId="ADAL" clId="{A1824FC7-00A9-4708-B7FB-71BF84356830}" dt="2026-05-11T16:28:57.742" v="11473" actId="164"/>
          <ac:spMkLst>
            <pc:docMk/>
            <pc:sldMk cId="162698637" sldId="259"/>
            <ac:spMk id="18" creationId="{482047BF-7FF3-4822-8453-F649D269E684}"/>
          </ac:spMkLst>
        </pc:spChg>
        <pc:spChg chg="add mod">
          <ac:chgData name="Josué Silva de Morais" userId="f406c2cd-edfc-4057-be10-75858098c663" providerId="ADAL" clId="{A1824FC7-00A9-4708-B7FB-71BF84356830}" dt="2026-05-11T16:28:57.742" v="11473" actId="164"/>
          <ac:spMkLst>
            <pc:docMk/>
            <pc:sldMk cId="162698637" sldId="259"/>
            <ac:spMk id="19" creationId="{C9C9F622-B26E-49A7-B91C-D3585061DCE9}"/>
          </ac:spMkLst>
        </pc:spChg>
        <pc:spChg chg="add mod">
          <ac:chgData name="Josué Silva de Morais" userId="f406c2cd-edfc-4057-be10-75858098c663" providerId="ADAL" clId="{A1824FC7-00A9-4708-B7FB-71BF84356830}" dt="2026-05-11T16:28:51.203" v="11472" actId="164"/>
          <ac:spMkLst>
            <pc:docMk/>
            <pc:sldMk cId="162698637" sldId="259"/>
            <ac:spMk id="20" creationId="{7969C05C-FCA6-47B1-8AA0-D1E8E951CE38}"/>
          </ac:spMkLst>
        </pc:spChg>
        <pc:spChg chg="add mod">
          <ac:chgData name="Josué Silva de Morais" userId="f406c2cd-edfc-4057-be10-75858098c663" providerId="ADAL" clId="{A1824FC7-00A9-4708-B7FB-71BF84356830}" dt="2026-05-11T16:28:51.203" v="11472" actId="164"/>
          <ac:spMkLst>
            <pc:docMk/>
            <pc:sldMk cId="162698637" sldId="259"/>
            <ac:spMk id="21" creationId="{0FEF3BD9-B9E2-4EF2-8037-FBEE94CD18AF}"/>
          </ac:spMkLst>
        </pc:spChg>
        <pc:spChg chg="add mod">
          <ac:chgData name="Josué Silva de Morais" userId="f406c2cd-edfc-4057-be10-75858098c663" providerId="ADAL" clId="{A1824FC7-00A9-4708-B7FB-71BF84356830}" dt="2026-05-11T16:28:51.203" v="11472" actId="164"/>
          <ac:spMkLst>
            <pc:docMk/>
            <pc:sldMk cId="162698637" sldId="259"/>
            <ac:spMk id="22" creationId="{B7FEB40F-34C5-43A3-94AA-FCB6377E31BB}"/>
          </ac:spMkLst>
        </pc:spChg>
        <pc:spChg chg="add mod">
          <ac:chgData name="Josué Silva de Morais" userId="f406c2cd-edfc-4057-be10-75858098c663" providerId="ADAL" clId="{A1824FC7-00A9-4708-B7FB-71BF84356830}" dt="2026-05-11T16:28:51.203" v="11472" actId="164"/>
          <ac:spMkLst>
            <pc:docMk/>
            <pc:sldMk cId="162698637" sldId="259"/>
            <ac:spMk id="23" creationId="{6DDDBB29-9277-40DC-988E-51A9B4A5A3E6}"/>
          </ac:spMkLst>
        </pc:spChg>
        <pc:spChg chg="add mod">
          <ac:chgData name="Josué Silva de Morais" userId="f406c2cd-edfc-4057-be10-75858098c663" providerId="ADAL" clId="{A1824FC7-00A9-4708-B7FB-71BF84356830}" dt="2026-05-11T16:28:51.203" v="11472" actId="164"/>
          <ac:spMkLst>
            <pc:docMk/>
            <pc:sldMk cId="162698637" sldId="259"/>
            <ac:spMk id="24" creationId="{D210D5F0-16E6-4212-B2BF-B203ED089C3B}"/>
          </ac:spMkLst>
        </pc:spChg>
        <pc:grpChg chg="add mod">
          <ac:chgData name="Josué Silva de Morais" userId="f406c2cd-edfc-4057-be10-75858098c663" providerId="ADAL" clId="{A1824FC7-00A9-4708-B7FB-71BF84356830}" dt="2026-05-11T16:28:37.208" v="11470" actId="164"/>
          <ac:grpSpMkLst>
            <pc:docMk/>
            <pc:sldMk cId="162698637" sldId="259"/>
            <ac:grpSpMk id="25" creationId="{7067EAF4-2932-6CC1-5C8B-0346CF10B9BF}"/>
          </ac:grpSpMkLst>
        </pc:grpChg>
        <pc:grpChg chg="add mod">
          <ac:chgData name="Josué Silva de Morais" userId="f406c2cd-edfc-4057-be10-75858098c663" providerId="ADAL" clId="{A1824FC7-00A9-4708-B7FB-71BF84356830}" dt="2026-05-11T16:28:44.788" v="11471" actId="164"/>
          <ac:grpSpMkLst>
            <pc:docMk/>
            <pc:sldMk cId="162698637" sldId="259"/>
            <ac:grpSpMk id="26" creationId="{D5527577-E712-FD37-10B7-7D7027004168}"/>
          </ac:grpSpMkLst>
        </pc:grpChg>
        <pc:grpChg chg="add mod">
          <ac:chgData name="Josué Silva de Morais" userId="f406c2cd-edfc-4057-be10-75858098c663" providerId="ADAL" clId="{A1824FC7-00A9-4708-B7FB-71BF84356830}" dt="2026-05-11T16:28:51.203" v="11472" actId="164"/>
          <ac:grpSpMkLst>
            <pc:docMk/>
            <pc:sldMk cId="162698637" sldId="259"/>
            <ac:grpSpMk id="27" creationId="{C572482F-DB42-7550-1265-02B638A526B3}"/>
          </ac:grpSpMkLst>
        </pc:grpChg>
        <pc:grpChg chg="add mod">
          <ac:chgData name="Josué Silva de Morais" userId="f406c2cd-edfc-4057-be10-75858098c663" providerId="ADAL" clId="{A1824FC7-00A9-4708-B7FB-71BF84356830}" dt="2026-05-11T16:28:57.742" v="11473" actId="164"/>
          <ac:grpSpMkLst>
            <pc:docMk/>
            <pc:sldMk cId="162698637" sldId="259"/>
            <ac:grpSpMk id="28" creationId="{AD90FF63-7F82-F649-2B61-BDAB82F5020D}"/>
          </ac:grpSpMkLst>
        </pc:grpChg>
      </pc:sldChg>
      <pc:sldChg chg="addSp modSp new mod">
        <pc:chgData name="Josué Silva de Morais" userId="f406c2cd-edfc-4057-be10-75858098c663" providerId="ADAL" clId="{A1824FC7-00A9-4708-B7FB-71BF84356830}" dt="2026-05-11T12:14:23.591" v="339"/>
        <pc:sldMkLst>
          <pc:docMk/>
          <pc:sldMk cId="672579972" sldId="260"/>
        </pc:sldMkLst>
        <pc:spChg chg="add mod">
          <ac:chgData name="Josué Silva de Morais" userId="f406c2cd-edfc-4057-be10-75858098c663" providerId="ADAL" clId="{A1824FC7-00A9-4708-B7FB-71BF84356830}" dt="2026-05-11T12:14:23.461" v="204"/>
          <ac:spMkLst>
            <pc:docMk/>
            <pc:sldMk cId="672579972" sldId="260"/>
            <ac:spMk id="2" creationId="{2252C0FC-4044-4EDE-BC07-D0C748ECDE2E}"/>
          </ac:spMkLst>
        </pc:spChg>
        <pc:spChg chg="add mod">
          <ac:chgData name="Josué Silva de Morais" userId="f406c2cd-edfc-4057-be10-75858098c663" providerId="ADAL" clId="{A1824FC7-00A9-4708-B7FB-71BF84356830}" dt="2026-05-11T12:14:23.465" v="210"/>
          <ac:spMkLst>
            <pc:docMk/>
            <pc:sldMk cId="672579972" sldId="260"/>
            <ac:spMk id="3" creationId="{FC0F20ED-AF1E-4A93-8F05-6CAE1586538C}"/>
          </ac:spMkLst>
        </pc:spChg>
        <pc:spChg chg="add mod">
          <ac:chgData name="Josué Silva de Morais" userId="f406c2cd-edfc-4057-be10-75858098c663" providerId="ADAL" clId="{A1824FC7-00A9-4708-B7FB-71BF84356830}" dt="2026-05-11T12:14:23.473" v="216"/>
          <ac:spMkLst>
            <pc:docMk/>
            <pc:sldMk cId="672579972" sldId="260"/>
            <ac:spMk id="4" creationId="{2001C077-F7FD-4127-B7DC-8878864E613F}"/>
          </ac:spMkLst>
        </pc:spChg>
        <pc:spChg chg="add mod">
          <ac:chgData name="Josué Silva de Morais" userId="f406c2cd-edfc-4057-be10-75858098c663" providerId="ADAL" clId="{A1824FC7-00A9-4708-B7FB-71BF84356830}" dt="2026-05-11T12:14:23.476" v="219"/>
          <ac:spMkLst>
            <pc:docMk/>
            <pc:sldMk cId="672579972" sldId="260"/>
            <ac:spMk id="5" creationId="{755A589E-21CB-47C2-85C6-7A4773C021DC}"/>
          </ac:spMkLst>
        </pc:spChg>
        <pc:spChg chg="add mod">
          <ac:chgData name="Josué Silva de Morais" userId="f406c2cd-edfc-4057-be10-75858098c663" providerId="ADAL" clId="{A1824FC7-00A9-4708-B7FB-71BF84356830}" dt="2026-05-11T12:14:23.480" v="224"/>
          <ac:spMkLst>
            <pc:docMk/>
            <pc:sldMk cId="672579972" sldId="260"/>
            <ac:spMk id="6" creationId="{F2FF262D-FE91-44CD-938D-9FC5663FE7AC}"/>
          </ac:spMkLst>
        </pc:spChg>
        <pc:spChg chg="add mod">
          <ac:chgData name="Josué Silva de Morais" userId="f406c2cd-edfc-4057-be10-75858098c663" providerId="ADAL" clId="{A1824FC7-00A9-4708-B7FB-71BF84356830}" dt="2026-05-11T12:14:23.482" v="227"/>
          <ac:spMkLst>
            <pc:docMk/>
            <pc:sldMk cId="672579972" sldId="260"/>
            <ac:spMk id="7" creationId="{07C5F786-C3F5-4012-877F-469B9190E3D1}"/>
          </ac:spMkLst>
        </pc:spChg>
        <pc:spChg chg="add mod">
          <ac:chgData name="Josué Silva de Morais" userId="f406c2cd-edfc-4057-be10-75858098c663" providerId="ADAL" clId="{A1824FC7-00A9-4708-B7FB-71BF84356830}" dt="2026-05-11T12:14:23.489" v="232"/>
          <ac:spMkLst>
            <pc:docMk/>
            <pc:sldMk cId="672579972" sldId="260"/>
            <ac:spMk id="8" creationId="{AA5E9B39-2CB4-4254-97A8-CC8CD663535C}"/>
          </ac:spMkLst>
        </pc:spChg>
        <pc:spChg chg="add mod">
          <ac:chgData name="Josué Silva de Morais" userId="f406c2cd-edfc-4057-be10-75858098c663" providerId="ADAL" clId="{A1824FC7-00A9-4708-B7FB-71BF84356830}" dt="2026-05-11T12:14:23.491" v="235"/>
          <ac:spMkLst>
            <pc:docMk/>
            <pc:sldMk cId="672579972" sldId="260"/>
            <ac:spMk id="9" creationId="{E053DF21-911A-4496-AE22-92E5269F844A}"/>
          </ac:spMkLst>
        </pc:spChg>
        <pc:spChg chg="add mod">
          <ac:chgData name="Josué Silva de Morais" userId="f406c2cd-edfc-4057-be10-75858098c663" providerId="ADAL" clId="{A1824FC7-00A9-4708-B7FB-71BF84356830}" dt="2026-05-11T12:14:23.496" v="240"/>
          <ac:spMkLst>
            <pc:docMk/>
            <pc:sldMk cId="672579972" sldId="260"/>
            <ac:spMk id="10" creationId="{2A36EF55-0DFB-4150-B49D-2C5B740A4ABB}"/>
          </ac:spMkLst>
        </pc:spChg>
        <pc:spChg chg="add mod">
          <ac:chgData name="Josué Silva de Morais" userId="f406c2cd-edfc-4057-be10-75858098c663" providerId="ADAL" clId="{A1824FC7-00A9-4708-B7FB-71BF84356830}" dt="2026-05-11T12:14:23.498" v="243"/>
          <ac:spMkLst>
            <pc:docMk/>
            <pc:sldMk cId="672579972" sldId="260"/>
            <ac:spMk id="11" creationId="{7D22B4A7-EA16-4C96-B70A-F102C112B4DC}"/>
          </ac:spMkLst>
        </pc:spChg>
        <pc:spChg chg="add mod">
          <ac:chgData name="Josué Silva de Morais" userId="f406c2cd-edfc-4057-be10-75858098c663" providerId="ADAL" clId="{A1824FC7-00A9-4708-B7FB-71BF84356830}" dt="2026-05-11T12:14:23.506" v="248"/>
          <ac:spMkLst>
            <pc:docMk/>
            <pc:sldMk cId="672579972" sldId="260"/>
            <ac:spMk id="12" creationId="{DA1BD0B3-7238-4631-9F96-A4D7A985A8DD}"/>
          </ac:spMkLst>
        </pc:spChg>
        <pc:spChg chg="add mod">
          <ac:chgData name="Josué Silva de Morais" userId="f406c2cd-edfc-4057-be10-75858098c663" providerId="ADAL" clId="{A1824FC7-00A9-4708-B7FB-71BF84356830}" dt="2026-05-11T12:14:23.508" v="251"/>
          <ac:spMkLst>
            <pc:docMk/>
            <pc:sldMk cId="672579972" sldId="260"/>
            <ac:spMk id="13" creationId="{2EBBD4B3-1DC4-4851-BA7B-1CEC12FBB31A}"/>
          </ac:spMkLst>
        </pc:spChg>
        <pc:spChg chg="add mod">
          <ac:chgData name="Josué Silva de Morais" userId="f406c2cd-edfc-4057-be10-75858098c663" providerId="ADAL" clId="{A1824FC7-00A9-4708-B7FB-71BF84356830}" dt="2026-05-11T12:14:23.511" v="256"/>
          <ac:spMkLst>
            <pc:docMk/>
            <pc:sldMk cId="672579972" sldId="260"/>
            <ac:spMk id="14" creationId="{63331D04-DFC7-459C-8E0E-829908CD5D11}"/>
          </ac:spMkLst>
        </pc:spChg>
        <pc:spChg chg="add mod">
          <ac:chgData name="Josué Silva de Morais" userId="f406c2cd-edfc-4057-be10-75858098c663" providerId="ADAL" clId="{A1824FC7-00A9-4708-B7FB-71BF84356830}" dt="2026-05-11T12:14:23.513" v="259"/>
          <ac:spMkLst>
            <pc:docMk/>
            <pc:sldMk cId="672579972" sldId="260"/>
            <ac:spMk id="15" creationId="{DCC17BEE-1B79-45E9-8DF4-BE834309FC85}"/>
          </ac:spMkLst>
        </pc:spChg>
        <pc:spChg chg="add mod">
          <ac:chgData name="Josué Silva de Morais" userId="f406c2cd-edfc-4057-be10-75858098c663" providerId="ADAL" clId="{A1824FC7-00A9-4708-B7FB-71BF84356830}" dt="2026-05-11T12:14:23.517" v="264"/>
          <ac:spMkLst>
            <pc:docMk/>
            <pc:sldMk cId="672579972" sldId="260"/>
            <ac:spMk id="16" creationId="{A8A0028A-A37A-4920-8004-4C1A4FD18C4B}"/>
          </ac:spMkLst>
        </pc:spChg>
        <pc:spChg chg="add mod">
          <ac:chgData name="Josué Silva de Morais" userId="f406c2cd-edfc-4057-be10-75858098c663" providerId="ADAL" clId="{A1824FC7-00A9-4708-B7FB-71BF84356830}" dt="2026-05-11T12:14:23.523" v="267"/>
          <ac:spMkLst>
            <pc:docMk/>
            <pc:sldMk cId="672579972" sldId="260"/>
            <ac:spMk id="17" creationId="{0A388BE7-2585-4B31-9065-6901E0716ADB}"/>
          </ac:spMkLst>
        </pc:spChg>
        <pc:spChg chg="add mod">
          <ac:chgData name="Josué Silva de Morais" userId="f406c2cd-edfc-4057-be10-75858098c663" providerId="ADAL" clId="{A1824FC7-00A9-4708-B7FB-71BF84356830}" dt="2026-05-11T12:14:23.527" v="273"/>
          <ac:spMkLst>
            <pc:docMk/>
            <pc:sldMk cId="672579972" sldId="260"/>
            <ac:spMk id="18" creationId="{92850E42-4987-4184-AB9A-F64F80430E2D}"/>
          </ac:spMkLst>
        </pc:spChg>
        <pc:spChg chg="add mod">
          <ac:chgData name="Josué Silva de Morais" userId="f406c2cd-edfc-4057-be10-75858098c663" providerId="ADAL" clId="{A1824FC7-00A9-4708-B7FB-71BF84356830}" dt="2026-05-11T12:14:23.532" v="279"/>
          <ac:spMkLst>
            <pc:docMk/>
            <pc:sldMk cId="672579972" sldId="260"/>
            <ac:spMk id="19" creationId="{14CF16F4-AA7C-47E0-A560-FFC4EA050EFA}"/>
          </ac:spMkLst>
        </pc:spChg>
        <pc:spChg chg="add mod">
          <ac:chgData name="Josué Silva de Morais" userId="f406c2cd-edfc-4057-be10-75858098c663" providerId="ADAL" clId="{A1824FC7-00A9-4708-B7FB-71BF84356830}" dt="2026-05-11T12:14:23.539" v="284"/>
          <ac:spMkLst>
            <pc:docMk/>
            <pc:sldMk cId="672579972" sldId="260"/>
            <ac:spMk id="20" creationId="{9F31FADC-C30C-438D-802D-47E29942BE24}"/>
          </ac:spMkLst>
        </pc:spChg>
        <pc:spChg chg="add mod">
          <ac:chgData name="Josué Silva de Morais" userId="f406c2cd-edfc-4057-be10-75858098c663" providerId="ADAL" clId="{A1824FC7-00A9-4708-B7FB-71BF84356830}" dt="2026-05-11T12:14:23.544" v="290"/>
          <ac:spMkLst>
            <pc:docMk/>
            <pc:sldMk cId="672579972" sldId="260"/>
            <ac:spMk id="21" creationId="{70752285-A481-42F5-9E4A-6E71811971B6}"/>
          </ac:spMkLst>
        </pc:spChg>
        <pc:spChg chg="add mod">
          <ac:chgData name="Josué Silva de Morais" userId="f406c2cd-edfc-4057-be10-75858098c663" providerId="ADAL" clId="{A1824FC7-00A9-4708-B7FB-71BF84356830}" dt="2026-05-11T12:14:23.547" v="295"/>
          <ac:spMkLst>
            <pc:docMk/>
            <pc:sldMk cId="672579972" sldId="260"/>
            <ac:spMk id="22" creationId="{4B376803-DDA6-4C2E-92E7-A3D581BCB513}"/>
          </ac:spMkLst>
        </pc:spChg>
        <pc:spChg chg="add mod">
          <ac:chgData name="Josué Silva de Morais" userId="f406c2cd-edfc-4057-be10-75858098c663" providerId="ADAL" clId="{A1824FC7-00A9-4708-B7FB-71BF84356830}" dt="2026-05-11T12:14:23.555" v="301"/>
          <ac:spMkLst>
            <pc:docMk/>
            <pc:sldMk cId="672579972" sldId="260"/>
            <ac:spMk id="23" creationId="{AC800DE7-F940-4823-894A-6692CBBE5ED2}"/>
          </ac:spMkLst>
        </pc:spChg>
        <pc:spChg chg="add mod">
          <ac:chgData name="Josué Silva de Morais" userId="f406c2cd-edfc-4057-be10-75858098c663" providerId="ADAL" clId="{A1824FC7-00A9-4708-B7FB-71BF84356830}" dt="2026-05-11T12:14:23.559" v="306"/>
          <ac:spMkLst>
            <pc:docMk/>
            <pc:sldMk cId="672579972" sldId="260"/>
            <ac:spMk id="24" creationId="{7DC5AAAE-BF87-46C7-B3E1-CBB287D2489A}"/>
          </ac:spMkLst>
        </pc:spChg>
        <pc:spChg chg="add mod">
          <ac:chgData name="Josué Silva de Morais" userId="f406c2cd-edfc-4057-be10-75858098c663" providerId="ADAL" clId="{A1824FC7-00A9-4708-B7FB-71BF84356830}" dt="2026-05-11T12:14:23.564" v="312"/>
          <ac:spMkLst>
            <pc:docMk/>
            <pc:sldMk cId="672579972" sldId="260"/>
            <ac:spMk id="25" creationId="{C40F51C9-D946-4C36-8ABB-962D80D8FB68}"/>
          </ac:spMkLst>
        </pc:spChg>
        <pc:spChg chg="add mod">
          <ac:chgData name="Josué Silva de Morais" userId="f406c2cd-edfc-4057-be10-75858098c663" providerId="ADAL" clId="{A1824FC7-00A9-4708-B7FB-71BF84356830}" dt="2026-05-11T12:14:23.571" v="317"/>
          <ac:spMkLst>
            <pc:docMk/>
            <pc:sldMk cId="672579972" sldId="260"/>
            <ac:spMk id="26" creationId="{3DD46295-86CC-4045-A137-9A5798DD37F4}"/>
          </ac:spMkLst>
        </pc:spChg>
        <pc:spChg chg="add mod">
          <ac:chgData name="Josué Silva de Morais" userId="f406c2cd-edfc-4057-be10-75858098c663" providerId="ADAL" clId="{A1824FC7-00A9-4708-B7FB-71BF84356830}" dt="2026-05-11T12:14:23.576" v="323"/>
          <ac:spMkLst>
            <pc:docMk/>
            <pc:sldMk cId="672579972" sldId="260"/>
            <ac:spMk id="27" creationId="{7F877645-A57A-485E-9B8A-FABB7ED32A62}"/>
          </ac:spMkLst>
        </pc:spChg>
        <pc:spChg chg="add mod">
          <ac:chgData name="Josué Silva de Morais" userId="f406c2cd-edfc-4057-be10-75858098c663" providerId="ADAL" clId="{A1824FC7-00A9-4708-B7FB-71BF84356830}" dt="2026-05-11T12:14:23.580" v="328"/>
          <ac:spMkLst>
            <pc:docMk/>
            <pc:sldMk cId="672579972" sldId="260"/>
            <ac:spMk id="28" creationId="{F21EAC46-19FE-4F33-8A55-F60648BBE354}"/>
          </ac:spMkLst>
        </pc:spChg>
        <pc:spChg chg="add mod">
          <ac:chgData name="Josué Silva de Morais" userId="f406c2cd-edfc-4057-be10-75858098c663" providerId="ADAL" clId="{A1824FC7-00A9-4708-B7FB-71BF84356830}" dt="2026-05-11T12:14:23.588" v="334"/>
          <ac:spMkLst>
            <pc:docMk/>
            <pc:sldMk cId="672579972" sldId="260"/>
            <ac:spMk id="29" creationId="{654689CA-B431-4A22-8082-DCEA94CC028E}"/>
          </ac:spMkLst>
        </pc:spChg>
        <pc:spChg chg="add mod">
          <ac:chgData name="Josué Silva de Morais" userId="f406c2cd-edfc-4057-be10-75858098c663" providerId="ADAL" clId="{A1824FC7-00A9-4708-B7FB-71BF84356830}" dt="2026-05-11T12:14:23.591" v="339"/>
          <ac:spMkLst>
            <pc:docMk/>
            <pc:sldMk cId="672579972" sldId="260"/>
            <ac:spMk id="30" creationId="{2263E830-3D99-4D0C-85ED-45D415F1A4C3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2:15:03.155" v="516"/>
        <pc:sldMkLst>
          <pc:docMk/>
          <pc:sldMk cId="3327017300" sldId="261"/>
        </pc:sldMkLst>
        <pc:spChg chg="add mod">
          <ac:chgData name="Josué Silva de Morais" userId="f406c2cd-edfc-4057-be10-75858098c663" providerId="ADAL" clId="{A1824FC7-00A9-4708-B7FB-71BF84356830}" dt="2026-05-11T12:15:02.984" v="344"/>
          <ac:spMkLst>
            <pc:docMk/>
            <pc:sldMk cId="3327017300" sldId="261"/>
            <ac:spMk id="2" creationId="{5AAFD9A3-C1BB-4CD2-9CA7-1D7ED238475D}"/>
          </ac:spMkLst>
        </pc:spChg>
        <pc:spChg chg="add mod">
          <ac:chgData name="Josué Silva de Morais" userId="f406c2cd-edfc-4057-be10-75858098c663" providerId="ADAL" clId="{A1824FC7-00A9-4708-B7FB-71BF84356830}" dt="2026-05-11T12:15:02.988" v="350"/>
          <ac:spMkLst>
            <pc:docMk/>
            <pc:sldMk cId="3327017300" sldId="261"/>
            <ac:spMk id="3" creationId="{7B2E221A-D83E-4C21-A5B7-896E87D88798}"/>
          </ac:spMkLst>
        </pc:spChg>
        <pc:spChg chg="add mod">
          <ac:chgData name="Josué Silva de Morais" userId="f406c2cd-edfc-4057-be10-75858098c663" providerId="ADAL" clId="{A1824FC7-00A9-4708-B7FB-71BF84356830}" dt="2026-05-11T12:15:02.991" v="354"/>
          <ac:spMkLst>
            <pc:docMk/>
            <pc:sldMk cId="3327017300" sldId="261"/>
            <ac:spMk id="4" creationId="{2D831D3D-7DDF-4DFA-95D8-996EBC232613}"/>
          </ac:spMkLst>
        </pc:spChg>
        <pc:spChg chg="add mod">
          <ac:chgData name="Josué Silva de Morais" userId="f406c2cd-edfc-4057-be10-75858098c663" providerId="ADAL" clId="{A1824FC7-00A9-4708-B7FB-71BF84356830}" dt="2026-05-11T12:15:03" v="360"/>
          <ac:spMkLst>
            <pc:docMk/>
            <pc:sldMk cId="3327017300" sldId="261"/>
            <ac:spMk id="5" creationId="{09AB3CAA-645C-4EFD-A4DA-3C852C760AA8}"/>
          </ac:spMkLst>
        </pc:spChg>
        <pc:spChg chg="add mod">
          <ac:chgData name="Josué Silva de Morais" userId="f406c2cd-edfc-4057-be10-75858098c663" providerId="ADAL" clId="{A1824FC7-00A9-4708-B7FB-71BF84356830}" dt="2026-05-11T12:15:03.007" v="369"/>
          <ac:spMkLst>
            <pc:docMk/>
            <pc:sldMk cId="3327017300" sldId="261"/>
            <ac:spMk id="6" creationId="{3439DCCC-385F-441C-BA92-5E4D4412F814}"/>
          </ac:spMkLst>
        </pc:spChg>
        <pc:spChg chg="add mod">
          <ac:chgData name="Josué Silva de Morais" userId="f406c2cd-edfc-4057-be10-75858098c663" providerId="ADAL" clId="{A1824FC7-00A9-4708-B7FB-71BF84356830}" dt="2026-05-11T12:15:03.017" v="378"/>
          <ac:spMkLst>
            <pc:docMk/>
            <pc:sldMk cId="3327017300" sldId="261"/>
            <ac:spMk id="7" creationId="{8DAE7187-B65C-4568-B58E-CF6F5121755C}"/>
          </ac:spMkLst>
        </pc:spChg>
        <pc:spChg chg="add mod">
          <ac:chgData name="Josué Silva de Morais" userId="f406c2cd-edfc-4057-be10-75858098c663" providerId="ADAL" clId="{A1824FC7-00A9-4708-B7FB-71BF84356830}" dt="2026-05-11T12:15:03.019" v="381"/>
          <ac:spMkLst>
            <pc:docMk/>
            <pc:sldMk cId="3327017300" sldId="261"/>
            <ac:spMk id="8" creationId="{A6D420ED-821F-41D9-81D1-9841A9B8AD94}"/>
          </ac:spMkLst>
        </pc:spChg>
        <pc:spChg chg="add mod">
          <ac:chgData name="Josué Silva de Morais" userId="f406c2cd-edfc-4057-be10-75858098c663" providerId="ADAL" clId="{A1824FC7-00A9-4708-B7FB-71BF84356830}" dt="2026-05-11T12:15:03.021" v="384"/>
          <ac:spMkLst>
            <pc:docMk/>
            <pc:sldMk cId="3327017300" sldId="261"/>
            <ac:spMk id="9" creationId="{73DB87C5-38D2-4BD1-8534-C1471C0215B9}"/>
          </ac:spMkLst>
        </pc:spChg>
        <pc:spChg chg="add mod">
          <ac:chgData name="Josué Silva de Morais" userId="f406c2cd-edfc-4057-be10-75858098c663" providerId="ADAL" clId="{A1824FC7-00A9-4708-B7FB-71BF84356830}" dt="2026-05-11T12:15:03.024" v="387"/>
          <ac:spMkLst>
            <pc:docMk/>
            <pc:sldMk cId="3327017300" sldId="261"/>
            <ac:spMk id="10" creationId="{34CDAFD2-64A1-4F11-A9D5-28D2E2FEA716}"/>
          </ac:spMkLst>
        </pc:spChg>
        <pc:spChg chg="add mod">
          <ac:chgData name="Josué Silva de Morais" userId="f406c2cd-edfc-4057-be10-75858098c663" providerId="ADAL" clId="{A1824FC7-00A9-4708-B7FB-71BF84356830}" dt="2026-05-11T12:15:03.026" v="390"/>
          <ac:spMkLst>
            <pc:docMk/>
            <pc:sldMk cId="3327017300" sldId="261"/>
            <ac:spMk id="11" creationId="{5861AFBD-355B-4EB6-8828-A101EE0BF516}"/>
          </ac:spMkLst>
        </pc:spChg>
        <pc:spChg chg="add mod">
          <ac:chgData name="Josué Silva de Morais" userId="f406c2cd-edfc-4057-be10-75858098c663" providerId="ADAL" clId="{A1824FC7-00A9-4708-B7FB-71BF84356830}" dt="2026-05-11T12:15:03.028" v="393"/>
          <ac:spMkLst>
            <pc:docMk/>
            <pc:sldMk cId="3327017300" sldId="261"/>
            <ac:spMk id="12" creationId="{70CA1923-A49A-4CD0-978A-BC468AB13301}"/>
          </ac:spMkLst>
        </pc:spChg>
        <pc:spChg chg="add mod">
          <ac:chgData name="Josué Silva de Morais" userId="f406c2cd-edfc-4057-be10-75858098c663" providerId="ADAL" clId="{A1824FC7-00A9-4708-B7FB-71BF84356830}" dt="2026-05-11T12:15:03.034" v="396"/>
          <ac:spMkLst>
            <pc:docMk/>
            <pc:sldMk cId="3327017300" sldId="261"/>
            <ac:spMk id="13" creationId="{A5F202ED-6EF4-408F-91F9-E4AC076EEB76}"/>
          </ac:spMkLst>
        </pc:spChg>
        <pc:spChg chg="add mod">
          <ac:chgData name="Josué Silva de Morais" userId="f406c2cd-edfc-4057-be10-75858098c663" providerId="ADAL" clId="{A1824FC7-00A9-4708-B7FB-71BF84356830}" dt="2026-05-11T12:15:03.036" v="399"/>
          <ac:spMkLst>
            <pc:docMk/>
            <pc:sldMk cId="3327017300" sldId="261"/>
            <ac:spMk id="14" creationId="{2220AF6E-39D8-4E71-8761-DBB400CA858A}"/>
          </ac:spMkLst>
        </pc:spChg>
        <pc:spChg chg="add mod">
          <ac:chgData name="Josué Silva de Morais" userId="f406c2cd-edfc-4057-be10-75858098c663" providerId="ADAL" clId="{A1824FC7-00A9-4708-B7FB-71BF84356830}" dt="2026-05-11T12:15:03.038" v="402"/>
          <ac:spMkLst>
            <pc:docMk/>
            <pc:sldMk cId="3327017300" sldId="261"/>
            <ac:spMk id="15" creationId="{4513F3CF-4406-4F5B-8D8A-0FC51D8122E0}"/>
          </ac:spMkLst>
        </pc:spChg>
        <pc:spChg chg="add mod">
          <ac:chgData name="Josué Silva de Morais" userId="f406c2cd-edfc-4057-be10-75858098c663" providerId="ADAL" clId="{A1824FC7-00A9-4708-B7FB-71BF84356830}" dt="2026-05-11T12:15:03.043" v="408"/>
          <ac:spMkLst>
            <pc:docMk/>
            <pc:sldMk cId="3327017300" sldId="261"/>
            <ac:spMk id="16" creationId="{CBE86733-AF2B-42D4-97AD-F26791D18FE3}"/>
          </ac:spMkLst>
        </pc:spChg>
        <pc:spChg chg="add mod">
          <ac:chgData name="Josué Silva de Morais" userId="f406c2cd-edfc-4057-be10-75858098c663" providerId="ADAL" clId="{A1824FC7-00A9-4708-B7FB-71BF84356830}" dt="2026-05-11T12:15:03.045" v="411"/>
          <ac:spMkLst>
            <pc:docMk/>
            <pc:sldMk cId="3327017300" sldId="261"/>
            <ac:spMk id="17" creationId="{CD05352D-6254-4D93-B6D4-6C3008AB2551}"/>
          </ac:spMkLst>
        </pc:spChg>
        <pc:spChg chg="add mod">
          <ac:chgData name="Josué Silva de Morais" userId="f406c2cd-edfc-4057-be10-75858098c663" providerId="ADAL" clId="{A1824FC7-00A9-4708-B7FB-71BF84356830}" dt="2026-05-11T12:15:03.053" v="416"/>
          <ac:spMkLst>
            <pc:docMk/>
            <pc:sldMk cId="3327017300" sldId="261"/>
            <ac:spMk id="18" creationId="{D2A00937-C38E-47E9-A755-DCBFAADF1DCE}"/>
          </ac:spMkLst>
        </pc:spChg>
        <pc:spChg chg="add mod">
          <ac:chgData name="Josué Silva de Morais" userId="f406c2cd-edfc-4057-be10-75858098c663" providerId="ADAL" clId="{A1824FC7-00A9-4708-B7FB-71BF84356830}" dt="2026-05-11T12:15:03.055" v="419"/>
          <ac:spMkLst>
            <pc:docMk/>
            <pc:sldMk cId="3327017300" sldId="261"/>
            <ac:spMk id="19" creationId="{0AC318F0-313B-4861-AC1A-8072FF276F74}"/>
          </ac:spMkLst>
        </pc:spChg>
        <pc:spChg chg="add mod">
          <ac:chgData name="Josué Silva de Morais" userId="f406c2cd-edfc-4057-be10-75858098c663" providerId="ADAL" clId="{A1824FC7-00A9-4708-B7FB-71BF84356830}" dt="2026-05-11T12:15:03.059" v="424"/>
          <ac:spMkLst>
            <pc:docMk/>
            <pc:sldMk cId="3327017300" sldId="261"/>
            <ac:spMk id="20" creationId="{39245AE7-BF3A-42A9-A182-40C1674B6017}"/>
          </ac:spMkLst>
        </pc:spChg>
        <pc:spChg chg="add mod">
          <ac:chgData name="Josué Silva de Morais" userId="f406c2cd-edfc-4057-be10-75858098c663" providerId="ADAL" clId="{A1824FC7-00A9-4708-B7FB-71BF84356830}" dt="2026-05-11T12:15:03.061" v="427"/>
          <ac:spMkLst>
            <pc:docMk/>
            <pc:sldMk cId="3327017300" sldId="261"/>
            <ac:spMk id="21" creationId="{B5DF3424-025D-4B42-B8E8-C91C1075D44D}"/>
          </ac:spMkLst>
        </pc:spChg>
        <pc:spChg chg="add mod">
          <ac:chgData name="Josué Silva de Morais" userId="f406c2cd-edfc-4057-be10-75858098c663" providerId="ADAL" clId="{A1824FC7-00A9-4708-B7FB-71BF84356830}" dt="2026-05-11T12:15:03.068" v="432"/>
          <ac:spMkLst>
            <pc:docMk/>
            <pc:sldMk cId="3327017300" sldId="261"/>
            <ac:spMk id="22" creationId="{E3944FA6-3149-4280-A4C6-4BC1BD6F14E7}"/>
          </ac:spMkLst>
        </pc:spChg>
        <pc:spChg chg="add mod">
          <ac:chgData name="Josué Silva de Morais" userId="f406c2cd-edfc-4057-be10-75858098c663" providerId="ADAL" clId="{A1824FC7-00A9-4708-B7FB-71BF84356830}" dt="2026-05-11T12:15:03.069" v="435"/>
          <ac:spMkLst>
            <pc:docMk/>
            <pc:sldMk cId="3327017300" sldId="261"/>
            <ac:spMk id="23" creationId="{FFA03095-6800-47E6-B52A-A0A21276BA09}"/>
          </ac:spMkLst>
        </pc:spChg>
        <pc:spChg chg="add mod">
          <ac:chgData name="Josué Silva de Morais" userId="f406c2cd-edfc-4057-be10-75858098c663" providerId="ADAL" clId="{A1824FC7-00A9-4708-B7FB-71BF84356830}" dt="2026-05-11T12:15:03.075" v="440"/>
          <ac:spMkLst>
            <pc:docMk/>
            <pc:sldMk cId="3327017300" sldId="261"/>
            <ac:spMk id="24" creationId="{BAD86192-5B32-4BAE-BF3A-1C02567217D9}"/>
          </ac:spMkLst>
        </pc:spChg>
        <pc:spChg chg="add mod">
          <ac:chgData name="Josué Silva de Morais" userId="f406c2cd-edfc-4057-be10-75858098c663" providerId="ADAL" clId="{A1824FC7-00A9-4708-B7FB-71BF84356830}" dt="2026-05-11T12:15:03.077" v="444"/>
          <ac:spMkLst>
            <pc:docMk/>
            <pc:sldMk cId="3327017300" sldId="261"/>
            <ac:spMk id="25" creationId="{108E623E-920C-4771-8431-87C27F9BAF09}"/>
          </ac:spMkLst>
        </pc:spChg>
        <pc:spChg chg="add mod">
          <ac:chgData name="Josué Silva de Morais" userId="f406c2cd-edfc-4057-be10-75858098c663" providerId="ADAL" clId="{A1824FC7-00A9-4708-B7FB-71BF84356830}" dt="2026-05-11T12:15:03.086" v="450"/>
          <ac:spMkLst>
            <pc:docMk/>
            <pc:sldMk cId="3327017300" sldId="261"/>
            <ac:spMk id="26" creationId="{0CC08431-4903-4880-9C78-805BFCD305E5}"/>
          </ac:spMkLst>
        </pc:spChg>
        <pc:spChg chg="add mod">
          <ac:chgData name="Josué Silva de Morais" userId="f406c2cd-edfc-4057-be10-75858098c663" providerId="ADAL" clId="{A1824FC7-00A9-4708-B7FB-71BF84356830}" dt="2026-05-11T12:15:03.093" v="459"/>
          <ac:spMkLst>
            <pc:docMk/>
            <pc:sldMk cId="3327017300" sldId="261"/>
            <ac:spMk id="27" creationId="{5E6293B8-867C-4275-95BB-ACDD4E0DA754}"/>
          </ac:spMkLst>
        </pc:spChg>
        <pc:spChg chg="add mod">
          <ac:chgData name="Josué Silva de Morais" userId="f406c2cd-edfc-4057-be10-75858098c663" providerId="ADAL" clId="{A1824FC7-00A9-4708-B7FB-71BF84356830}" dt="2026-05-11T12:15:03.102" v="468"/>
          <ac:spMkLst>
            <pc:docMk/>
            <pc:sldMk cId="3327017300" sldId="261"/>
            <ac:spMk id="28" creationId="{87C1F30C-B5F4-4D8A-B584-EAEF6ABE7FE2}"/>
          </ac:spMkLst>
        </pc:spChg>
        <pc:spChg chg="add mod">
          <ac:chgData name="Josué Silva de Morais" userId="f406c2cd-edfc-4057-be10-75858098c663" providerId="ADAL" clId="{A1824FC7-00A9-4708-B7FB-71BF84356830}" dt="2026-05-11T12:15:03.105" v="471"/>
          <ac:spMkLst>
            <pc:docMk/>
            <pc:sldMk cId="3327017300" sldId="261"/>
            <ac:spMk id="29" creationId="{13FA2AB6-286B-4815-84C4-6CBFFEF6D9F5}"/>
          </ac:spMkLst>
        </pc:spChg>
        <pc:spChg chg="add mod">
          <ac:chgData name="Josué Silva de Morais" userId="f406c2cd-edfc-4057-be10-75858098c663" providerId="ADAL" clId="{A1824FC7-00A9-4708-B7FB-71BF84356830}" dt="2026-05-11T12:15:03.117" v="478"/>
          <ac:spMkLst>
            <pc:docMk/>
            <pc:sldMk cId="3327017300" sldId="261"/>
            <ac:spMk id="30" creationId="{22FB16F6-52E3-4BFE-92D8-9C415C33D6EA}"/>
          </ac:spMkLst>
        </pc:spChg>
        <pc:spChg chg="add mod">
          <ac:chgData name="Josué Silva de Morais" userId="f406c2cd-edfc-4057-be10-75858098c663" providerId="ADAL" clId="{A1824FC7-00A9-4708-B7FB-71BF84356830}" dt="2026-05-11T12:15:03.122" v="484"/>
          <ac:spMkLst>
            <pc:docMk/>
            <pc:sldMk cId="3327017300" sldId="261"/>
            <ac:spMk id="31" creationId="{BBB3A676-A881-4F49-9231-D9C60A5A9972}"/>
          </ac:spMkLst>
        </pc:spChg>
        <pc:spChg chg="add mod">
          <ac:chgData name="Josué Silva de Morais" userId="f406c2cd-edfc-4057-be10-75858098c663" providerId="ADAL" clId="{A1824FC7-00A9-4708-B7FB-71BF84356830}" dt="2026-05-11T12:15:03.124" v="487"/>
          <ac:spMkLst>
            <pc:docMk/>
            <pc:sldMk cId="3327017300" sldId="261"/>
            <ac:spMk id="32" creationId="{7D25D685-2D5E-49D1-B296-D50CECE3D59E}"/>
          </ac:spMkLst>
        </pc:spChg>
        <pc:spChg chg="add mod">
          <ac:chgData name="Josué Silva de Morais" userId="f406c2cd-edfc-4057-be10-75858098c663" providerId="ADAL" clId="{A1824FC7-00A9-4708-B7FB-71BF84356830}" dt="2026-05-11T12:15:03.128" v="492"/>
          <ac:spMkLst>
            <pc:docMk/>
            <pc:sldMk cId="3327017300" sldId="261"/>
            <ac:spMk id="33" creationId="{6EFF1905-2E0E-4A1B-A05E-B82177DE7463}"/>
          </ac:spMkLst>
        </pc:spChg>
        <pc:spChg chg="add mod">
          <ac:chgData name="Josué Silva de Morais" userId="f406c2cd-edfc-4057-be10-75858098c663" providerId="ADAL" clId="{A1824FC7-00A9-4708-B7FB-71BF84356830}" dt="2026-05-11T12:15:03.134" v="495"/>
          <ac:spMkLst>
            <pc:docMk/>
            <pc:sldMk cId="3327017300" sldId="261"/>
            <ac:spMk id="34" creationId="{00358854-CF4B-4D47-96E5-2EC49BF7F9F1}"/>
          </ac:spMkLst>
        </pc:spChg>
        <pc:spChg chg="add mod">
          <ac:chgData name="Josué Silva de Morais" userId="f406c2cd-edfc-4057-be10-75858098c663" providerId="ADAL" clId="{A1824FC7-00A9-4708-B7FB-71BF84356830}" dt="2026-05-11T12:15:03.139" v="500"/>
          <ac:spMkLst>
            <pc:docMk/>
            <pc:sldMk cId="3327017300" sldId="261"/>
            <ac:spMk id="35" creationId="{8896C01D-611E-4F1F-8FE8-AC91FEEAAAD5}"/>
          </ac:spMkLst>
        </pc:spChg>
        <pc:spChg chg="add mod">
          <ac:chgData name="Josué Silva de Morais" userId="f406c2cd-edfc-4057-be10-75858098c663" providerId="ADAL" clId="{A1824FC7-00A9-4708-B7FB-71BF84356830}" dt="2026-05-11T12:15:03.141" v="503"/>
          <ac:spMkLst>
            <pc:docMk/>
            <pc:sldMk cId="3327017300" sldId="261"/>
            <ac:spMk id="36" creationId="{E0FE8866-B6B1-4059-947F-D9624178DA58}"/>
          </ac:spMkLst>
        </pc:spChg>
        <pc:spChg chg="add mod">
          <ac:chgData name="Josué Silva de Morais" userId="f406c2cd-edfc-4057-be10-75858098c663" providerId="ADAL" clId="{A1824FC7-00A9-4708-B7FB-71BF84356830}" dt="2026-05-11T12:15:03.145" v="508"/>
          <ac:spMkLst>
            <pc:docMk/>
            <pc:sldMk cId="3327017300" sldId="261"/>
            <ac:spMk id="37" creationId="{3A3F32F5-1D93-4AB1-AC8E-360D5516F183}"/>
          </ac:spMkLst>
        </pc:spChg>
        <pc:spChg chg="add mod">
          <ac:chgData name="Josué Silva de Morais" userId="f406c2cd-edfc-4057-be10-75858098c663" providerId="ADAL" clId="{A1824FC7-00A9-4708-B7FB-71BF84356830}" dt="2026-05-11T12:15:03.150" v="511"/>
          <ac:spMkLst>
            <pc:docMk/>
            <pc:sldMk cId="3327017300" sldId="261"/>
            <ac:spMk id="38" creationId="{686307FB-DD5E-4713-A897-3143C073E1A4}"/>
          </ac:spMkLst>
        </pc:spChg>
        <pc:spChg chg="add mod">
          <ac:chgData name="Josué Silva de Morais" userId="f406c2cd-edfc-4057-be10-75858098c663" providerId="ADAL" clId="{A1824FC7-00A9-4708-B7FB-71BF84356830}" dt="2026-05-11T12:15:03.155" v="516"/>
          <ac:spMkLst>
            <pc:docMk/>
            <pc:sldMk cId="3327017300" sldId="261"/>
            <ac:spMk id="39" creationId="{37EE4267-FB8A-4983-9E49-ADDEE3525608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2:15:38.574" v="820"/>
        <pc:sldMkLst>
          <pc:docMk/>
          <pc:sldMk cId="1728715845" sldId="262"/>
        </pc:sldMkLst>
        <pc:spChg chg="add mod">
          <ac:chgData name="Josué Silva de Morais" userId="f406c2cd-edfc-4057-be10-75858098c663" providerId="ADAL" clId="{A1824FC7-00A9-4708-B7FB-71BF84356830}" dt="2026-05-11T12:15:38.322" v="520"/>
          <ac:spMkLst>
            <pc:docMk/>
            <pc:sldMk cId="1728715845" sldId="262"/>
            <ac:spMk id="2" creationId="{756BD187-5E9D-4369-87A3-B30214657DC3}"/>
          </ac:spMkLst>
        </pc:spChg>
        <pc:spChg chg="add mod">
          <ac:chgData name="Josué Silva de Morais" userId="f406c2cd-edfc-4057-be10-75858098c663" providerId="ADAL" clId="{A1824FC7-00A9-4708-B7FB-71BF84356830}" dt="2026-05-11T12:15:38.331" v="526"/>
          <ac:spMkLst>
            <pc:docMk/>
            <pc:sldMk cId="1728715845" sldId="262"/>
            <ac:spMk id="3" creationId="{84D2B60D-79E3-41B7-8142-53BA645115EE}"/>
          </ac:spMkLst>
        </pc:spChg>
        <pc:spChg chg="add mod">
          <ac:chgData name="Josué Silva de Morais" userId="f406c2cd-edfc-4057-be10-75858098c663" providerId="ADAL" clId="{A1824FC7-00A9-4708-B7FB-71BF84356830}" dt="2026-05-11T12:15:38.334" v="530"/>
          <ac:spMkLst>
            <pc:docMk/>
            <pc:sldMk cId="1728715845" sldId="262"/>
            <ac:spMk id="4" creationId="{02898847-F53B-4B83-8B8F-7B9F8F3EA795}"/>
          </ac:spMkLst>
        </pc:spChg>
        <pc:spChg chg="add mod">
          <ac:chgData name="Josué Silva de Morais" userId="f406c2cd-edfc-4057-be10-75858098c663" providerId="ADAL" clId="{A1824FC7-00A9-4708-B7FB-71BF84356830}" dt="2026-05-11T12:15:38.338" v="536"/>
          <ac:spMkLst>
            <pc:docMk/>
            <pc:sldMk cId="1728715845" sldId="262"/>
            <ac:spMk id="5" creationId="{6CBD490B-819E-41F8-9913-40A59F5133FD}"/>
          </ac:spMkLst>
        </pc:spChg>
        <pc:spChg chg="add mod">
          <ac:chgData name="Josué Silva de Morais" userId="f406c2cd-edfc-4057-be10-75858098c663" providerId="ADAL" clId="{A1824FC7-00A9-4708-B7FB-71BF84356830}" dt="2026-05-11T12:15:38.345" v="543"/>
          <ac:spMkLst>
            <pc:docMk/>
            <pc:sldMk cId="1728715845" sldId="262"/>
            <ac:spMk id="6" creationId="{A0905156-08D9-42F9-9D77-D7C971358A21}"/>
          </ac:spMkLst>
        </pc:spChg>
        <pc:spChg chg="add mod">
          <ac:chgData name="Josué Silva de Morais" userId="f406c2cd-edfc-4057-be10-75858098c663" providerId="ADAL" clId="{A1824FC7-00A9-4708-B7FB-71BF84356830}" dt="2026-05-11T12:15:38.349" v="546"/>
          <ac:spMkLst>
            <pc:docMk/>
            <pc:sldMk cId="1728715845" sldId="262"/>
            <ac:spMk id="7" creationId="{1DA1A71B-F210-49DE-B5BD-9E1D524F1A28}"/>
          </ac:spMkLst>
        </pc:spChg>
        <pc:spChg chg="add mod">
          <ac:chgData name="Josué Silva de Morais" userId="f406c2cd-edfc-4057-be10-75858098c663" providerId="ADAL" clId="{A1824FC7-00A9-4708-B7FB-71BF84356830}" dt="2026-05-11T12:15:38.351" v="549"/>
          <ac:spMkLst>
            <pc:docMk/>
            <pc:sldMk cId="1728715845" sldId="262"/>
            <ac:spMk id="8" creationId="{4C9AF637-8F1B-41BB-A74F-A37205FFEB87}"/>
          </ac:spMkLst>
        </pc:spChg>
        <pc:spChg chg="add mod">
          <ac:chgData name="Josué Silva de Morais" userId="f406c2cd-edfc-4057-be10-75858098c663" providerId="ADAL" clId="{A1824FC7-00A9-4708-B7FB-71BF84356830}" dt="2026-05-11T12:15:38.353" v="552"/>
          <ac:spMkLst>
            <pc:docMk/>
            <pc:sldMk cId="1728715845" sldId="262"/>
            <ac:spMk id="9" creationId="{2882C3F6-8FFC-4B13-AA50-2270FC78FE47}"/>
          </ac:spMkLst>
        </pc:spChg>
        <pc:spChg chg="add mod">
          <ac:chgData name="Josué Silva de Morais" userId="f406c2cd-edfc-4057-be10-75858098c663" providerId="ADAL" clId="{A1824FC7-00A9-4708-B7FB-71BF84356830}" dt="2026-05-11T12:15:38.354" v="555"/>
          <ac:spMkLst>
            <pc:docMk/>
            <pc:sldMk cId="1728715845" sldId="262"/>
            <ac:spMk id="10" creationId="{E3D075EA-41FC-4F90-B290-FBA22CCEC761}"/>
          </ac:spMkLst>
        </pc:spChg>
        <pc:spChg chg="add mod">
          <ac:chgData name="Josué Silva de Morais" userId="f406c2cd-edfc-4057-be10-75858098c663" providerId="ADAL" clId="{A1824FC7-00A9-4708-B7FB-71BF84356830}" dt="2026-05-11T12:15:38.356" v="558"/>
          <ac:spMkLst>
            <pc:docMk/>
            <pc:sldMk cId="1728715845" sldId="262"/>
            <ac:spMk id="11" creationId="{0AB2EA31-0B77-411E-AFB8-B31979449CFC}"/>
          </ac:spMkLst>
        </pc:spChg>
        <pc:spChg chg="add mod">
          <ac:chgData name="Josué Silva de Morais" userId="f406c2cd-edfc-4057-be10-75858098c663" providerId="ADAL" clId="{A1824FC7-00A9-4708-B7FB-71BF84356830}" dt="2026-05-11T12:15:38.358" v="561"/>
          <ac:spMkLst>
            <pc:docMk/>
            <pc:sldMk cId="1728715845" sldId="262"/>
            <ac:spMk id="12" creationId="{0C47D475-BC33-45DB-B694-6014C488CB7B}"/>
          </ac:spMkLst>
        </pc:spChg>
        <pc:spChg chg="add mod">
          <ac:chgData name="Josué Silva de Morais" userId="f406c2cd-edfc-4057-be10-75858098c663" providerId="ADAL" clId="{A1824FC7-00A9-4708-B7FB-71BF84356830}" dt="2026-05-11T12:15:38.362" v="564"/>
          <ac:spMkLst>
            <pc:docMk/>
            <pc:sldMk cId="1728715845" sldId="262"/>
            <ac:spMk id="13" creationId="{E269C017-F0C4-4379-8829-86C99FDDA09A}"/>
          </ac:spMkLst>
        </pc:spChg>
        <pc:spChg chg="add mod">
          <ac:chgData name="Josué Silva de Morais" userId="f406c2cd-edfc-4057-be10-75858098c663" providerId="ADAL" clId="{A1824FC7-00A9-4708-B7FB-71BF84356830}" dt="2026-05-11T12:15:38.364" v="567"/>
          <ac:spMkLst>
            <pc:docMk/>
            <pc:sldMk cId="1728715845" sldId="262"/>
            <ac:spMk id="14" creationId="{3EEC83FA-3820-4562-9D6A-AD50CA163788}"/>
          </ac:spMkLst>
        </pc:spChg>
        <pc:spChg chg="add mod">
          <ac:chgData name="Josué Silva de Morais" userId="f406c2cd-edfc-4057-be10-75858098c663" providerId="ADAL" clId="{A1824FC7-00A9-4708-B7FB-71BF84356830}" dt="2026-05-11T12:15:38.367" v="570"/>
          <ac:spMkLst>
            <pc:docMk/>
            <pc:sldMk cId="1728715845" sldId="262"/>
            <ac:spMk id="15" creationId="{6489FBE3-A5C6-4B42-AF87-88AA9F536153}"/>
          </ac:spMkLst>
        </pc:spChg>
        <pc:spChg chg="add mod">
          <ac:chgData name="Josué Silva de Morais" userId="f406c2cd-edfc-4057-be10-75858098c663" providerId="ADAL" clId="{A1824FC7-00A9-4708-B7FB-71BF84356830}" dt="2026-05-11T12:15:38.369" v="573"/>
          <ac:spMkLst>
            <pc:docMk/>
            <pc:sldMk cId="1728715845" sldId="262"/>
            <ac:spMk id="16" creationId="{5FA4A6D5-AA07-47F6-A364-C6094BC76F46}"/>
          </ac:spMkLst>
        </pc:spChg>
        <pc:spChg chg="add mod">
          <ac:chgData name="Josué Silva de Morais" userId="f406c2cd-edfc-4057-be10-75858098c663" providerId="ADAL" clId="{A1824FC7-00A9-4708-B7FB-71BF84356830}" dt="2026-05-11T12:15:38.370" v="576"/>
          <ac:spMkLst>
            <pc:docMk/>
            <pc:sldMk cId="1728715845" sldId="262"/>
            <ac:spMk id="17" creationId="{78233D2E-3C37-4E65-81D4-2E5AFE8AD93E}"/>
          </ac:spMkLst>
        </pc:spChg>
        <pc:spChg chg="add mod">
          <ac:chgData name="Josué Silva de Morais" userId="f406c2cd-edfc-4057-be10-75858098c663" providerId="ADAL" clId="{A1824FC7-00A9-4708-B7FB-71BF84356830}" dt="2026-05-11T12:15:38.372" v="579"/>
          <ac:spMkLst>
            <pc:docMk/>
            <pc:sldMk cId="1728715845" sldId="262"/>
            <ac:spMk id="18" creationId="{656A9474-EB87-4255-A3C8-860A354184C2}"/>
          </ac:spMkLst>
        </pc:spChg>
        <pc:spChg chg="add mod">
          <ac:chgData name="Josué Silva de Morais" userId="f406c2cd-edfc-4057-be10-75858098c663" providerId="ADAL" clId="{A1824FC7-00A9-4708-B7FB-71BF84356830}" dt="2026-05-11T12:15:38.374" v="582"/>
          <ac:spMkLst>
            <pc:docMk/>
            <pc:sldMk cId="1728715845" sldId="262"/>
            <ac:spMk id="19" creationId="{48509D3C-7F8A-4789-ABD8-0036AB3FEACF}"/>
          </ac:spMkLst>
        </pc:spChg>
        <pc:spChg chg="add mod">
          <ac:chgData name="Josué Silva de Morais" userId="f406c2cd-edfc-4057-be10-75858098c663" providerId="ADAL" clId="{A1824FC7-00A9-4708-B7FB-71BF84356830}" dt="2026-05-11T12:15:38.377" v="585"/>
          <ac:spMkLst>
            <pc:docMk/>
            <pc:sldMk cId="1728715845" sldId="262"/>
            <ac:spMk id="20" creationId="{584F8685-2B12-4432-B4E5-427303DC57AC}"/>
          </ac:spMkLst>
        </pc:spChg>
        <pc:spChg chg="add mod">
          <ac:chgData name="Josué Silva de Morais" userId="f406c2cd-edfc-4057-be10-75858098c663" providerId="ADAL" clId="{A1824FC7-00A9-4708-B7FB-71BF84356830}" dt="2026-05-11T12:15:38.380" v="588"/>
          <ac:spMkLst>
            <pc:docMk/>
            <pc:sldMk cId="1728715845" sldId="262"/>
            <ac:spMk id="21" creationId="{4E6E63B0-3657-4620-8151-088330617789}"/>
          </ac:spMkLst>
        </pc:spChg>
        <pc:spChg chg="add mod">
          <ac:chgData name="Josué Silva de Morais" userId="f406c2cd-edfc-4057-be10-75858098c663" providerId="ADAL" clId="{A1824FC7-00A9-4708-B7FB-71BF84356830}" dt="2026-05-11T12:15:38.382" v="591"/>
          <ac:spMkLst>
            <pc:docMk/>
            <pc:sldMk cId="1728715845" sldId="262"/>
            <ac:spMk id="22" creationId="{9ACA81BC-9ECF-4152-81E4-07E0EADA2D2D}"/>
          </ac:spMkLst>
        </pc:spChg>
        <pc:spChg chg="add mod">
          <ac:chgData name="Josué Silva de Morais" userId="f406c2cd-edfc-4057-be10-75858098c663" providerId="ADAL" clId="{A1824FC7-00A9-4708-B7FB-71BF84356830}" dt="2026-05-11T12:15:38.384" v="594"/>
          <ac:spMkLst>
            <pc:docMk/>
            <pc:sldMk cId="1728715845" sldId="262"/>
            <ac:spMk id="23" creationId="{315AC4CC-AD4F-45B2-9D39-A795F9BB0B73}"/>
          </ac:spMkLst>
        </pc:spChg>
        <pc:spChg chg="add mod">
          <ac:chgData name="Josué Silva de Morais" userId="f406c2cd-edfc-4057-be10-75858098c663" providerId="ADAL" clId="{A1824FC7-00A9-4708-B7FB-71BF84356830}" dt="2026-05-11T12:15:38.386" v="597"/>
          <ac:spMkLst>
            <pc:docMk/>
            <pc:sldMk cId="1728715845" sldId="262"/>
            <ac:spMk id="24" creationId="{877B1D87-BC2A-4730-BB69-485AB67315FF}"/>
          </ac:spMkLst>
        </pc:spChg>
        <pc:spChg chg="add mod">
          <ac:chgData name="Josué Silva de Morais" userId="f406c2cd-edfc-4057-be10-75858098c663" providerId="ADAL" clId="{A1824FC7-00A9-4708-B7FB-71BF84356830}" dt="2026-05-11T12:15:38.387" v="600"/>
          <ac:spMkLst>
            <pc:docMk/>
            <pc:sldMk cId="1728715845" sldId="262"/>
            <ac:spMk id="25" creationId="{F7F0D997-F8C5-4DB3-818F-82A465292687}"/>
          </ac:spMkLst>
        </pc:spChg>
        <pc:spChg chg="add mod">
          <ac:chgData name="Josué Silva de Morais" userId="f406c2cd-edfc-4057-be10-75858098c663" providerId="ADAL" clId="{A1824FC7-00A9-4708-B7FB-71BF84356830}" dt="2026-05-11T12:15:38.389" v="603"/>
          <ac:spMkLst>
            <pc:docMk/>
            <pc:sldMk cId="1728715845" sldId="262"/>
            <ac:spMk id="26" creationId="{E3CF0884-4F59-4AAA-984B-CA2E68BC4B51}"/>
          </ac:spMkLst>
        </pc:spChg>
        <pc:spChg chg="add mod">
          <ac:chgData name="Josué Silva de Morais" userId="f406c2cd-edfc-4057-be10-75858098c663" providerId="ADAL" clId="{A1824FC7-00A9-4708-B7FB-71BF84356830}" dt="2026-05-11T12:15:38.391" v="606"/>
          <ac:spMkLst>
            <pc:docMk/>
            <pc:sldMk cId="1728715845" sldId="262"/>
            <ac:spMk id="27" creationId="{5C8C07C5-5D55-497D-B4B3-CFF63CFB485C}"/>
          </ac:spMkLst>
        </pc:spChg>
        <pc:spChg chg="add mod">
          <ac:chgData name="Josué Silva de Morais" userId="f406c2cd-edfc-4057-be10-75858098c663" providerId="ADAL" clId="{A1824FC7-00A9-4708-B7FB-71BF84356830}" dt="2026-05-11T12:15:38.395" v="609"/>
          <ac:spMkLst>
            <pc:docMk/>
            <pc:sldMk cId="1728715845" sldId="262"/>
            <ac:spMk id="28" creationId="{6A7863AE-747D-4E39-B333-DC4897F2F1C4}"/>
          </ac:spMkLst>
        </pc:spChg>
        <pc:spChg chg="add mod">
          <ac:chgData name="Josué Silva de Morais" userId="f406c2cd-edfc-4057-be10-75858098c663" providerId="ADAL" clId="{A1824FC7-00A9-4708-B7FB-71BF84356830}" dt="2026-05-11T12:15:38.397" v="612"/>
          <ac:spMkLst>
            <pc:docMk/>
            <pc:sldMk cId="1728715845" sldId="262"/>
            <ac:spMk id="29" creationId="{D0444061-571E-4FA4-90B8-075D506AC4DE}"/>
          </ac:spMkLst>
        </pc:spChg>
        <pc:spChg chg="add mod">
          <ac:chgData name="Josué Silva de Morais" userId="f406c2cd-edfc-4057-be10-75858098c663" providerId="ADAL" clId="{A1824FC7-00A9-4708-B7FB-71BF84356830}" dt="2026-05-11T12:15:38.402" v="619"/>
          <ac:spMkLst>
            <pc:docMk/>
            <pc:sldMk cId="1728715845" sldId="262"/>
            <ac:spMk id="30" creationId="{BAA0B1BB-8227-46EB-BEF4-FD52C64D9991}"/>
          </ac:spMkLst>
        </pc:spChg>
        <pc:spChg chg="add mod">
          <ac:chgData name="Josué Silva de Morais" userId="f406c2cd-edfc-4057-be10-75858098c663" providerId="ADAL" clId="{A1824FC7-00A9-4708-B7FB-71BF84356830}" dt="2026-05-11T12:15:38.404" v="622"/>
          <ac:spMkLst>
            <pc:docMk/>
            <pc:sldMk cId="1728715845" sldId="262"/>
            <ac:spMk id="31" creationId="{6A969D0C-B584-4CC8-B05E-B74C6110AA6A}"/>
          </ac:spMkLst>
        </pc:spChg>
        <pc:spChg chg="add mod">
          <ac:chgData name="Josué Silva de Morais" userId="f406c2cd-edfc-4057-be10-75858098c663" providerId="ADAL" clId="{A1824FC7-00A9-4708-B7FB-71BF84356830}" dt="2026-05-11T12:15:38.406" v="625"/>
          <ac:spMkLst>
            <pc:docMk/>
            <pc:sldMk cId="1728715845" sldId="262"/>
            <ac:spMk id="32" creationId="{6820A4AC-D206-4EB5-9CB9-8AB25AD62661}"/>
          </ac:spMkLst>
        </pc:spChg>
        <pc:spChg chg="add mod">
          <ac:chgData name="Josué Silva de Morais" userId="f406c2cd-edfc-4057-be10-75858098c663" providerId="ADAL" clId="{A1824FC7-00A9-4708-B7FB-71BF84356830}" dt="2026-05-11T12:15:38.407" v="628"/>
          <ac:spMkLst>
            <pc:docMk/>
            <pc:sldMk cId="1728715845" sldId="262"/>
            <ac:spMk id="33" creationId="{1E3DB05D-65D1-4A80-B0ED-C55C153E69C5}"/>
          </ac:spMkLst>
        </pc:spChg>
        <pc:spChg chg="add mod">
          <ac:chgData name="Josué Silva de Morais" userId="f406c2cd-edfc-4057-be10-75858098c663" providerId="ADAL" clId="{A1824FC7-00A9-4708-B7FB-71BF84356830}" dt="2026-05-11T12:15:38.412" v="631"/>
          <ac:spMkLst>
            <pc:docMk/>
            <pc:sldMk cId="1728715845" sldId="262"/>
            <ac:spMk id="34" creationId="{1709A66C-FD1C-4177-AC38-BEDC22610841}"/>
          </ac:spMkLst>
        </pc:spChg>
        <pc:spChg chg="add mod">
          <ac:chgData name="Josué Silva de Morais" userId="f406c2cd-edfc-4057-be10-75858098c663" providerId="ADAL" clId="{A1824FC7-00A9-4708-B7FB-71BF84356830}" dt="2026-05-11T12:15:38.414" v="634"/>
          <ac:spMkLst>
            <pc:docMk/>
            <pc:sldMk cId="1728715845" sldId="262"/>
            <ac:spMk id="35" creationId="{82BD74C4-43FB-45AD-9AEA-AF5B33A29445}"/>
          </ac:spMkLst>
        </pc:spChg>
        <pc:spChg chg="add mod">
          <ac:chgData name="Josué Silva de Morais" userId="f406c2cd-edfc-4057-be10-75858098c663" providerId="ADAL" clId="{A1824FC7-00A9-4708-B7FB-71BF84356830}" dt="2026-05-11T12:15:38.416" v="637"/>
          <ac:spMkLst>
            <pc:docMk/>
            <pc:sldMk cId="1728715845" sldId="262"/>
            <ac:spMk id="36" creationId="{E5545DE3-9FA5-489C-8947-46FA30DA6079}"/>
          </ac:spMkLst>
        </pc:spChg>
        <pc:spChg chg="add mod">
          <ac:chgData name="Josué Silva de Morais" userId="f406c2cd-edfc-4057-be10-75858098c663" providerId="ADAL" clId="{A1824FC7-00A9-4708-B7FB-71BF84356830}" dt="2026-05-11T12:15:38.417" v="640"/>
          <ac:spMkLst>
            <pc:docMk/>
            <pc:sldMk cId="1728715845" sldId="262"/>
            <ac:spMk id="37" creationId="{0AA42497-A327-4A22-8E76-94C3FCA5EE3A}"/>
          </ac:spMkLst>
        </pc:spChg>
        <pc:spChg chg="add mod">
          <ac:chgData name="Josué Silva de Morais" userId="f406c2cd-edfc-4057-be10-75858098c663" providerId="ADAL" clId="{A1824FC7-00A9-4708-B7FB-71BF84356830}" dt="2026-05-11T12:15:38.419" v="643"/>
          <ac:spMkLst>
            <pc:docMk/>
            <pc:sldMk cId="1728715845" sldId="262"/>
            <ac:spMk id="38" creationId="{2331F3CD-1B93-4BD9-911C-4D57B1A02979}"/>
          </ac:spMkLst>
        </pc:spChg>
        <pc:spChg chg="add mod">
          <ac:chgData name="Josué Silva de Morais" userId="f406c2cd-edfc-4057-be10-75858098c663" providerId="ADAL" clId="{A1824FC7-00A9-4708-B7FB-71BF84356830}" dt="2026-05-11T12:15:38.421" v="646"/>
          <ac:spMkLst>
            <pc:docMk/>
            <pc:sldMk cId="1728715845" sldId="262"/>
            <ac:spMk id="39" creationId="{D1DB5D72-01E0-4CDA-83A9-7ABC5E24ACA5}"/>
          </ac:spMkLst>
        </pc:spChg>
        <pc:spChg chg="add mod">
          <ac:chgData name="Josué Silva de Morais" userId="f406c2cd-edfc-4057-be10-75858098c663" providerId="ADAL" clId="{A1824FC7-00A9-4708-B7FB-71BF84356830}" dt="2026-05-11T12:15:38.427" v="651"/>
          <ac:spMkLst>
            <pc:docMk/>
            <pc:sldMk cId="1728715845" sldId="262"/>
            <ac:spMk id="40" creationId="{92E53805-4B65-43CE-965D-BA64C9C2EFDE}"/>
          </ac:spMkLst>
        </pc:spChg>
        <pc:spChg chg="add mod">
          <ac:chgData name="Josué Silva de Morais" userId="f406c2cd-edfc-4057-be10-75858098c663" providerId="ADAL" clId="{A1824FC7-00A9-4708-B7FB-71BF84356830}" dt="2026-05-11T12:15:38.433" v="657"/>
          <ac:spMkLst>
            <pc:docMk/>
            <pc:sldMk cId="1728715845" sldId="262"/>
            <ac:spMk id="41" creationId="{92C706CB-82BF-420B-9411-B5F42ED794A7}"/>
          </ac:spMkLst>
        </pc:spChg>
        <pc:spChg chg="add mod">
          <ac:chgData name="Josué Silva de Morais" userId="f406c2cd-edfc-4057-be10-75858098c663" providerId="ADAL" clId="{A1824FC7-00A9-4708-B7FB-71BF84356830}" dt="2026-05-11T12:15:38.438" v="663"/>
          <ac:spMkLst>
            <pc:docMk/>
            <pc:sldMk cId="1728715845" sldId="262"/>
            <ac:spMk id="42" creationId="{DA7F234E-D593-43F8-BF93-D06F9DD4F169}"/>
          </ac:spMkLst>
        </pc:spChg>
        <pc:spChg chg="add mod">
          <ac:chgData name="Josué Silva de Morais" userId="f406c2cd-edfc-4057-be10-75858098c663" providerId="ADAL" clId="{A1824FC7-00A9-4708-B7FB-71BF84356830}" dt="2026-05-11T12:15:38.440" v="667"/>
          <ac:spMkLst>
            <pc:docMk/>
            <pc:sldMk cId="1728715845" sldId="262"/>
            <ac:spMk id="43" creationId="{456D019A-A9D0-43E8-943B-D3DDC4B5C1A0}"/>
          </ac:spMkLst>
        </pc:spChg>
        <pc:spChg chg="add mod">
          <ac:chgData name="Josué Silva de Morais" userId="f406c2cd-edfc-4057-be10-75858098c663" providerId="ADAL" clId="{A1824FC7-00A9-4708-B7FB-71BF84356830}" dt="2026-05-11T12:15:38.448" v="673"/>
          <ac:spMkLst>
            <pc:docMk/>
            <pc:sldMk cId="1728715845" sldId="262"/>
            <ac:spMk id="44" creationId="{7D51DDFD-52CE-4BCA-91E3-C70901D7D157}"/>
          </ac:spMkLst>
        </pc:spChg>
        <pc:spChg chg="add mod">
          <ac:chgData name="Josué Silva de Morais" userId="f406c2cd-edfc-4057-be10-75858098c663" providerId="ADAL" clId="{A1824FC7-00A9-4708-B7FB-71BF84356830}" dt="2026-05-11T12:15:38.453" v="680"/>
          <ac:spMkLst>
            <pc:docMk/>
            <pc:sldMk cId="1728715845" sldId="262"/>
            <ac:spMk id="45" creationId="{C1CB0546-A36A-480C-A745-3867459667A3}"/>
          </ac:spMkLst>
        </pc:spChg>
        <pc:spChg chg="add mod">
          <ac:chgData name="Josué Silva de Morais" userId="f406c2cd-edfc-4057-be10-75858098c663" providerId="ADAL" clId="{A1824FC7-00A9-4708-B7FB-71BF84356830}" dt="2026-05-11T12:15:38.455" v="683"/>
          <ac:spMkLst>
            <pc:docMk/>
            <pc:sldMk cId="1728715845" sldId="262"/>
            <ac:spMk id="46" creationId="{8B71E85F-49A8-4CAD-9EBD-31B8675A7415}"/>
          </ac:spMkLst>
        </pc:spChg>
        <pc:spChg chg="add mod">
          <ac:chgData name="Josué Silva de Morais" userId="f406c2cd-edfc-4057-be10-75858098c663" providerId="ADAL" clId="{A1824FC7-00A9-4708-B7FB-71BF84356830}" dt="2026-05-11T12:15:38.457" v="686"/>
          <ac:spMkLst>
            <pc:docMk/>
            <pc:sldMk cId="1728715845" sldId="262"/>
            <ac:spMk id="47" creationId="{FEFE5833-33BA-4C88-9952-9F0BB3EC867A}"/>
          </ac:spMkLst>
        </pc:spChg>
        <pc:spChg chg="add mod">
          <ac:chgData name="Josué Silva de Morais" userId="f406c2cd-edfc-4057-be10-75858098c663" providerId="ADAL" clId="{A1824FC7-00A9-4708-B7FB-71BF84356830}" dt="2026-05-11T12:15:38.463" v="692"/>
          <ac:spMkLst>
            <pc:docMk/>
            <pc:sldMk cId="1728715845" sldId="262"/>
            <ac:spMk id="48" creationId="{83D7EF76-8B28-4F6C-B692-24F5D3F1FC8D}"/>
          </ac:spMkLst>
        </pc:spChg>
        <pc:spChg chg="add mod">
          <ac:chgData name="Josué Silva de Morais" userId="f406c2cd-edfc-4057-be10-75858098c663" providerId="ADAL" clId="{A1824FC7-00A9-4708-B7FB-71BF84356830}" dt="2026-05-11T12:15:38.466" v="695"/>
          <ac:spMkLst>
            <pc:docMk/>
            <pc:sldMk cId="1728715845" sldId="262"/>
            <ac:spMk id="49" creationId="{323F0AAD-0A7D-4373-BED9-0554231BB19F}"/>
          </ac:spMkLst>
        </pc:spChg>
        <pc:spChg chg="add mod">
          <ac:chgData name="Josué Silva de Morais" userId="f406c2cd-edfc-4057-be10-75858098c663" providerId="ADAL" clId="{A1824FC7-00A9-4708-B7FB-71BF84356830}" dt="2026-05-11T12:15:38.468" v="698"/>
          <ac:spMkLst>
            <pc:docMk/>
            <pc:sldMk cId="1728715845" sldId="262"/>
            <ac:spMk id="50" creationId="{97601E8C-9C6D-4D25-9F0D-7758DF4CF4B8}"/>
          </ac:spMkLst>
        </pc:spChg>
        <pc:spChg chg="add mod">
          <ac:chgData name="Josué Silva de Morais" userId="f406c2cd-edfc-4057-be10-75858098c663" providerId="ADAL" clId="{A1824FC7-00A9-4708-B7FB-71BF84356830}" dt="2026-05-11T12:15:38.473" v="704"/>
          <ac:spMkLst>
            <pc:docMk/>
            <pc:sldMk cId="1728715845" sldId="262"/>
            <ac:spMk id="51" creationId="{7DD9E6AB-598D-405E-9B97-7263A9B80C36}"/>
          </ac:spMkLst>
        </pc:spChg>
        <pc:spChg chg="add mod">
          <ac:chgData name="Josué Silva de Morais" userId="f406c2cd-edfc-4057-be10-75858098c663" providerId="ADAL" clId="{A1824FC7-00A9-4708-B7FB-71BF84356830}" dt="2026-05-11T12:15:38.475" v="707"/>
          <ac:spMkLst>
            <pc:docMk/>
            <pc:sldMk cId="1728715845" sldId="262"/>
            <ac:spMk id="52" creationId="{AF32D8F1-CCF6-47B5-89B7-D26F0FA52C8D}"/>
          </ac:spMkLst>
        </pc:spChg>
        <pc:spChg chg="add mod">
          <ac:chgData name="Josué Silva de Morais" userId="f406c2cd-edfc-4057-be10-75858098c663" providerId="ADAL" clId="{A1824FC7-00A9-4708-B7FB-71BF84356830}" dt="2026-05-11T12:15:38.480" v="710"/>
          <ac:spMkLst>
            <pc:docMk/>
            <pc:sldMk cId="1728715845" sldId="262"/>
            <ac:spMk id="53" creationId="{838A45BF-5C8C-4284-9B6F-58CD9213C58D}"/>
          </ac:spMkLst>
        </pc:spChg>
        <pc:spChg chg="add mod">
          <ac:chgData name="Josué Silva de Morais" userId="f406c2cd-edfc-4057-be10-75858098c663" providerId="ADAL" clId="{A1824FC7-00A9-4708-B7FB-71BF84356830}" dt="2026-05-11T12:15:38.485" v="716"/>
          <ac:spMkLst>
            <pc:docMk/>
            <pc:sldMk cId="1728715845" sldId="262"/>
            <ac:spMk id="54" creationId="{EEDAEFCC-D63C-4F1C-BD34-BB4995A062BB}"/>
          </ac:spMkLst>
        </pc:spChg>
        <pc:spChg chg="add mod">
          <ac:chgData name="Josué Silva de Morais" userId="f406c2cd-edfc-4057-be10-75858098c663" providerId="ADAL" clId="{A1824FC7-00A9-4708-B7FB-71BF84356830}" dt="2026-05-11T12:15:38.487" v="719"/>
          <ac:spMkLst>
            <pc:docMk/>
            <pc:sldMk cId="1728715845" sldId="262"/>
            <ac:spMk id="55" creationId="{502F475A-1967-432C-BA9E-EE2ED43AB3F8}"/>
          </ac:spMkLst>
        </pc:spChg>
        <pc:spChg chg="add mod">
          <ac:chgData name="Josué Silva de Morais" userId="f406c2cd-edfc-4057-be10-75858098c663" providerId="ADAL" clId="{A1824FC7-00A9-4708-B7FB-71BF84356830}" dt="2026-05-11T12:15:38.489" v="722"/>
          <ac:spMkLst>
            <pc:docMk/>
            <pc:sldMk cId="1728715845" sldId="262"/>
            <ac:spMk id="56" creationId="{9B479C5D-7250-4BC9-9422-3F332DFD7B20}"/>
          </ac:spMkLst>
        </pc:spChg>
        <pc:spChg chg="add mod">
          <ac:chgData name="Josué Silva de Morais" userId="f406c2cd-edfc-4057-be10-75858098c663" providerId="ADAL" clId="{A1824FC7-00A9-4708-B7FB-71BF84356830}" dt="2026-05-11T12:15:38.497" v="728"/>
          <ac:spMkLst>
            <pc:docMk/>
            <pc:sldMk cId="1728715845" sldId="262"/>
            <ac:spMk id="57" creationId="{B442EFC5-1423-4BEF-A8D6-39C9754766B7}"/>
          </ac:spMkLst>
        </pc:spChg>
        <pc:spChg chg="add mod">
          <ac:chgData name="Josué Silva de Morais" userId="f406c2cd-edfc-4057-be10-75858098c663" providerId="ADAL" clId="{A1824FC7-00A9-4708-B7FB-71BF84356830}" dt="2026-05-11T12:15:38.499" v="731"/>
          <ac:spMkLst>
            <pc:docMk/>
            <pc:sldMk cId="1728715845" sldId="262"/>
            <ac:spMk id="58" creationId="{28A0DA17-6071-46F3-87FA-27A0863816EB}"/>
          </ac:spMkLst>
        </pc:spChg>
        <pc:spChg chg="add mod">
          <ac:chgData name="Josué Silva de Morais" userId="f406c2cd-edfc-4057-be10-75858098c663" providerId="ADAL" clId="{A1824FC7-00A9-4708-B7FB-71BF84356830}" dt="2026-05-11T12:15:38.505" v="737"/>
          <ac:spMkLst>
            <pc:docMk/>
            <pc:sldMk cId="1728715845" sldId="262"/>
            <ac:spMk id="59" creationId="{8963605C-500F-4BB1-A169-D088BD917844}"/>
          </ac:spMkLst>
        </pc:spChg>
        <pc:spChg chg="add mod">
          <ac:chgData name="Josué Silva de Morais" userId="f406c2cd-edfc-4057-be10-75858098c663" providerId="ADAL" clId="{A1824FC7-00A9-4708-B7FB-71BF84356830}" dt="2026-05-11T12:15:38.506" v="740"/>
          <ac:spMkLst>
            <pc:docMk/>
            <pc:sldMk cId="1728715845" sldId="262"/>
            <ac:spMk id="60" creationId="{A4E3094B-3C65-4600-9F3B-A9BEC83AC4B3}"/>
          </ac:spMkLst>
        </pc:spChg>
        <pc:spChg chg="add mod">
          <ac:chgData name="Josué Silva de Morais" userId="f406c2cd-edfc-4057-be10-75858098c663" providerId="ADAL" clId="{A1824FC7-00A9-4708-B7FB-71BF84356830}" dt="2026-05-11T12:15:38.509" v="743"/>
          <ac:spMkLst>
            <pc:docMk/>
            <pc:sldMk cId="1728715845" sldId="262"/>
            <ac:spMk id="61" creationId="{E850F8BB-4BE2-4F8C-A674-C2E9C71C8DDA}"/>
          </ac:spMkLst>
        </pc:spChg>
        <pc:spChg chg="add mod">
          <ac:chgData name="Josué Silva de Morais" userId="f406c2cd-edfc-4057-be10-75858098c663" providerId="ADAL" clId="{A1824FC7-00A9-4708-B7FB-71BF84356830}" dt="2026-05-11T12:15:38.514" v="749"/>
          <ac:spMkLst>
            <pc:docMk/>
            <pc:sldMk cId="1728715845" sldId="262"/>
            <ac:spMk id="62" creationId="{C9CA9F3F-1C0C-482A-AB51-23BB24DFDBCD}"/>
          </ac:spMkLst>
        </pc:spChg>
        <pc:spChg chg="add mod">
          <ac:chgData name="Josué Silva de Morais" userId="f406c2cd-edfc-4057-be10-75858098c663" providerId="ADAL" clId="{A1824FC7-00A9-4708-B7FB-71BF84356830}" dt="2026-05-11T12:15:38.516" v="752"/>
          <ac:spMkLst>
            <pc:docMk/>
            <pc:sldMk cId="1728715845" sldId="262"/>
            <ac:spMk id="63" creationId="{EF8980A6-030F-4C3B-A80B-53659F6F9B01}"/>
          </ac:spMkLst>
        </pc:spChg>
        <pc:spChg chg="add mod">
          <ac:chgData name="Josué Silva de Morais" userId="f406c2cd-edfc-4057-be10-75858098c663" providerId="ADAL" clId="{A1824FC7-00A9-4708-B7FB-71BF84356830}" dt="2026-05-11T12:15:38.519" v="755"/>
          <ac:spMkLst>
            <pc:docMk/>
            <pc:sldMk cId="1728715845" sldId="262"/>
            <ac:spMk id="64" creationId="{78B97BC7-87E9-42B7-AEC3-9D5A30E30FA7}"/>
          </ac:spMkLst>
        </pc:spChg>
        <pc:spChg chg="add mod">
          <ac:chgData name="Josué Silva de Morais" userId="f406c2cd-edfc-4057-be10-75858098c663" providerId="ADAL" clId="{A1824FC7-00A9-4708-B7FB-71BF84356830}" dt="2026-05-11T12:15:38.524" v="761"/>
          <ac:spMkLst>
            <pc:docMk/>
            <pc:sldMk cId="1728715845" sldId="262"/>
            <ac:spMk id="65" creationId="{37375AF8-1784-4429-8983-40963B436E80}"/>
          </ac:spMkLst>
        </pc:spChg>
        <pc:spChg chg="add mod">
          <ac:chgData name="Josué Silva de Morais" userId="f406c2cd-edfc-4057-be10-75858098c663" providerId="ADAL" clId="{A1824FC7-00A9-4708-B7FB-71BF84356830}" dt="2026-05-11T12:15:38.527" v="764"/>
          <ac:spMkLst>
            <pc:docMk/>
            <pc:sldMk cId="1728715845" sldId="262"/>
            <ac:spMk id="66" creationId="{65628A2D-6298-4AA7-8530-09F24DA92D68}"/>
          </ac:spMkLst>
        </pc:spChg>
        <pc:spChg chg="add mod">
          <ac:chgData name="Josué Silva de Morais" userId="f406c2cd-edfc-4057-be10-75858098c663" providerId="ADAL" clId="{A1824FC7-00A9-4708-B7FB-71BF84356830}" dt="2026-05-11T12:15:38.529" v="767"/>
          <ac:spMkLst>
            <pc:docMk/>
            <pc:sldMk cId="1728715845" sldId="262"/>
            <ac:spMk id="67" creationId="{8D46C177-6E5B-4552-8ED0-0D5028C39ED5}"/>
          </ac:spMkLst>
        </pc:spChg>
        <pc:spChg chg="add mod">
          <ac:chgData name="Josué Silva de Morais" userId="f406c2cd-edfc-4057-be10-75858098c663" providerId="ADAL" clId="{A1824FC7-00A9-4708-B7FB-71BF84356830}" dt="2026-05-11T12:15:38.535" v="773"/>
          <ac:spMkLst>
            <pc:docMk/>
            <pc:sldMk cId="1728715845" sldId="262"/>
            <ac:spMk id="68" creationId="{F3532AD9-8026-495C-B4FD-74408C82BFEC}"/>
          </ac:spMkLst>
        </pc:spChg>
        <pc:spChg chg="add mod">
          <ac:chgData name="Josué Silva de Morais" userId="f406c2cd-edfc-4057-be10-75858098c663" providerId="ADAL" clId="{A1824FC7-00A9-4708-B7FB-71BF84356830}" dt="2026-05-11T12:15:38.537" v="776"/>
          <ac:spMkLst>
            <pc:docMk/>
            <pc:sldMk cId="1728715845" sldId="262"/>
            <ac:spMk id="69" creationId="{1E80664D-C1F1-4D7D-8480-A1DB0FC552F4}"/>
          </ac:spMkLst>
        </pc:spChg>
        <pc:spChg chg="add mod">
          <ac:chgData name="Josué Silva de Morais" userId="f406c2cd-edfc-4057-be10-75858098c663" providerId="ADAL" clId="{A1824FC7-00A9-4708-B7FB-71BF84356830}" dt="2026-05-11T12:15:38.538" v="779"/>
          <ac:spMkLst>
            <pc:docMk/>
            <pc:sldMk cId="1728715845" sldId="262"/>
            <ac:spMk id="70" creationId="{01742049-027B-4BE4-8A49-C95C04FB9485}"/>
          </ac:spMkLst>
        </pc:spChg>
        <pc:spChg chg="add mod">
          <ac:chgData name="Josué Silva de Morais" userId="f406c2cd-edfc-4057-be10-75858098c663" providerId="ADAL" clId="{A1824FC7-00A9-4708-B7FB-71BF84356830}" dt="2026-05-11T12:15:38.545" v="785"/>
          <ac:spMkLst>
            <pc:docMk/>
            <pc:sldMk cId="1728715845" sldId="262"/>
            <ac:spMk id="71" creationId="{E5EFB5FC-A065-40B2-B7A7-7392C194BE45}"/>
          </ac:spMkLst>
        </pc:spChg>
        <pc:spChg chg="add mod">
          <ac:chgData name="Josué Silva de Morais" userId="f406c2cd-edfc-4057-be10-75858098c663" providerId="ADAL" clId="{A1824FC7-00A9-4708-B7FB-71BF84356830}" dt="2026-05-11T12:15:38.547" v="788"/>
          <ac:spMkLst>
            <pc:docMk/>
            <pc:sldMk cId="1728715845" sldId="262"/>
            <ac:spMk id="72" creationId="{246C9425-F4F1-4B46-93D1-0E89F7035938}"/>
          </ac:spMkLst>
        </pc:spChg>
        <pc:spChg chg="add mod">
          <ac:chgData name="Josué Silva de Morais" userId="f406c2cd-edfc-4057-be10-75858098c663" providerId="ADAL" clId="{A1824FC7-00A9-4708-B7FB-71BF84356830}" dt="2026-05-11T12:15:38.552" v="794"/>
          <ac:spMkLst>
            <pc:docMk/>
            <pc:sldMk cId="1728715845" sldId="262"/>
            <ac:spMk id="73" creationId="{73025B50-07FD-4BDF-BBC9-40BEA669A066}"/>
          </ac:spMkLst>
        </pc:spChg>
        <pc:spChg chg="add mod">
          <ac:chgData name="Josué Silva de Morais" userId="f406c2cd-edfc-4057-be10-75858098c663" providerId="ADAL" clId="{A1824FC7-00A9-4708-B7FB-71BF84356830}" dt="2026-05-11T12:15:38.554" v="797"/>
          <ac:spMkLst>
            <pc:docMk/>
            <pc:sldMk cId="1728715845" sldId="262"/>
            <ac:spMk id="74" creationId="{D807EC69-0C25-40DB-BDD5-584CF0C5C76F}"/>
          </ac:spMkLst>
        </pc:spChg>
        <pc:spChg chg="add mod">
          <ac:chgData name="Josué Silva de Morais" userId="f406c2cd-edfc-4057-be10-75858098c663" providerId="ADAL" clId="{A1824FC7-00A9-4708-B7FB-71BF84356830}" dt="2026-05-11T12:15:38.560" v="803"/>
          <ac:spMkLst>
            <pc:docMk/>
            <pc:sldMk cId="1728715845" sldId="262"/>
            <ac:spMk id="75" creationId="{BFBC90E9-E754-4AF2-8172-3ED61F34AA35}"/>
          </ac:spMkLst>
        </pc:spChg>
        <pc:spChg chg="add mod">
          <ac:chgData name="Josué Silva de Morais" userId="f406c2cd-edfc-4057-be10-75858098c663" providerId="ADAL" clId="{A1824FC7-00A9-4708-B7FB-71BF84356830}" dt="2026-05-11T12:15:38.565" v="808"/>
          <ac:spMkLst>
            <pc:docMk/>
            <pc:sldMk cId="1728715845" sldId="262"/>
            <ac:spMk id="76" creationId="{97822C7C-9179-4C11-B5FE-BF39B6C29AE8}"/>
          </ac:spMkLst>
        </pc:spChg>
        <pc:spChg chg="add mod">
          <ac:chgData name="Josué Silva de Morais" userId="f406c2cd-edfc-4057-be10-75858098c663" providerId="ADAL" clId="{A1824FC7-00A9-4708-B7FB-71BF84356830}" dt="2026-05-11T12:15:38.569" v="814"/>
          <ac:spMkLst>
            <pc:docMk/>
            <pc:sldMk cId="1728715845" sldId="262"/>
            <ac:spMk id="77" creationId="{2F3A6E36-234B-4650-8AC9-B05F7D28D74B}"/>
          </ac:spMkLst>
        </pc:spChg>
        <pc:spChg chg="add mod">
          <ac:chgData name="Josué Silva de Morais" userId="f406c2cd-edfc-4057-be10-75858098c663" providerId="ADAL" clId="{A1824FC7-00A9-4708-B7FB-71BF84356830}" dt="2026-05-11T12:15:38.574" v="820"/>
          <ac:spMkLst>
            <pc:docMk/>
            <pc:sldMk cId="1728715845" sldId="262"/>
            <ac:spMk id="78" creationId="{95066FCC-37C0-4201-A717-B59265336BC1}"/>
          </ac:spMkLst>
        </pc:spChg>
      </pc:sldChg>
      <pc:sldChg chg="addSp modSp new mod modAnim">
        <pc:chgData name="Josué Silva de Morais" userId="f406c2cd-edfc-4057-be10-75858098c663" providerId="ADAL" clId="{A1824FC7-00A9-4708-B7FB-71BF84356830}" dt="2026-05-11T16:32:11.888" v="11493"/>
        <pc:sldMkLst>
          <pc:docMk/>
          <pc:sldMk cId="1171495948" sldId="263"/>
        </pc:sldMkLst>
        <pc:spChg chg="add mod">
          <ac:chgData name="Josué Silva de Morais" userId="f406c2cd-edfc-4057-be10-75858098c663" providerId="ADAL" clId="{A1824FC7-00A9-4708-B7FB-71BF84356830}" dt="2026-05-11T12:15:56.663" v="824"/>
          <ac:spMkLst>
            <pc:docMk/>
            <pc:sldMk cId="1171495948" sldId="263"/>
            <ac:spMk id="2" creationId="{A3CDB7A5-F560-4354-BDF9-7D7DD3AF3E57}"/>
          </ac:spMkLst>
        </pc:spChg>
        <pc:spChg chg="add mod">
          <ac:chgData name="Josué Silva de Morais" userId="f406c2cd-edfc-4057-be10-75858098c663" providerId="ADAL" clId="{A1824FC7-00A9-4708-B7FB-71BF84356830}" dt="2026-05-11T12:15:56.667" v="830"/>
          <ac:spMkLst>
            <pc:docMk/>
            <pc:sldMk cId="1171495948" sldId="263"/>
            <ac:spMk id="3" creationId="{79A697C4-DD62-4708-888C-4B85EFAB0D21}"/>
          </ac:spMkLst>
        </pc:spChg>
        <pc:spChg chg="add mod">
          <ac:chgData name="Josué Silva de Morais" userId="f406c2cd-edfc-4057-be10-75858098c663" providerId="ADAL" clId="{A1824FC7-00A9-4708-B7FB-71BF84356830}" dt="2026-05-11T12:15:56.671" v="835"/>
          <ac:spMkLst>
            <pc:docMk/>
            <pc:sldMk cId="1171495948" sldId="263"/>
            <ac:spMk id="4" creationId="{6C08EE7A-FCB1-41DB-A089-AAB46F551377}"/>
          </ac:spMkLst>
        </pc:spChg>
        <pc:spChg chg="add mod">
          <ac:chgData name="Josué Silva de Morais" userId="f406c2cd-edfc-4057-be10-75858098c663" providerId="ADAL" clId="{A1824FC7-00A9-4708-B7FB-71BF84356830}" dt="2026-05-11T16:31:40.294" v="11486" actId="164"/>
          <ac:spMkLst>
            <pc:docMk/>
            <pc:sldMk cId="1171495948" sldId="263"/>
            <ac:spMk id="5" creationId="{AFA235A9-5E45-4ACA-9985-BFABD2BA03E7}"/>
          </ac:spMkLst>
        </pc:spChg>
        <pc:spChg chg="add mod">
          <ac:chgData name="Josué Silva de Morais" userId="f406c2cd-edfc-4057-be10-75858098c663" providerId="ADAL" clId="{A1824FC7-00A9-4708-B7FB-71BF84356830}" dt="2026-05-11T16:31:40.294" v="11486" actId="164"/>
          <ac:spMkLst>
            <pc:docMk/>
            <pc:sldMk cId="1171495948" sldId="263"/>
            <ac:spMk id="6" creationId="{61F18C2A-E107-485A-B4BB-47DAC37E8055}"/>
          </ac:spMkLst>
        </pc:spChg>
        <pc:spChg chg="add mod">
          <ac:chgData name="Josué Silva de Morais" userId="f406c2cd-edfc-4057-be10-75858098c663" providerId="ADAL" clId="{A1824FC7-00A9-4708-B7FB-71BF84356830}" dt="2026-05-11T16:31:40.294" v="11486" actId="164"/>
          <ac:spMkLst>
            <pc:docMk/>
            <pc:sldMk cId="1171495948" sldId="263"/>
            <ac:spMk id="7" creationId="{AC3A70C3-D822-4395-AAD5-B28BD828B3BC}"/>
          </ac:spMkLst>
        </pc:spChg>
        <pc:spChg chg="add mod">
          <ac:chgData name="Josué Silva de Morais" userId="f406c2cd-edfc-4057-be10-75858098c663" providerId="ADAL" clId="{A1824FC7-00A9-4708-B7FB-71BF84356830}" dt="2026-05-11T16:31:40.294" v="11486" actId="164"/>
          <ac:spMkLst>
            <pc:docMk/>
            <pc:sldMk cId="1171495948" sldId="263"/>
            <ac:spMk id="8" creationId="{9E1ECE12-3FC0-408B-B6EA-26F16C60D03E}"/>
          </ac:spMkLst>
        </pc:spChg>
        <pc:spChg chg="add mod">
          <ac:chgData name="Josué Silva de Morais" userId="f406c2cd-edfc-4057-be10-75858098c663" providerId="ADAL" clId="{A1824FC7-00A9-4708-B7FB-71BF84356830}" dt="2026-05-11T16:31:40.294" v="11486" actId="164"/>
          <ac:spMkLst>
            <pc:docMk/>
            <pc:sldMk cId="1171495948" sldId="263"/>
            <ac:spMk id="9" creationId="{C28EC84F-4DD4-4739-AD0C-4A802D3DC554}"/>
          </ac:spMkLst>
        </pc:spChg>
        <pc:spChg chg="add mod">
          <ac:chgData name="Josué Silva de Morais" userId="f406c2cd-edfc-4057-be10-75858098c663" providerId="ADAL" clId="{A1824FC7-00A9-4708-B7FB-71BF84356830}" dt="2026-05-11T16:31:48.286" v="11487" actId="164"/>
          <ac:spMkLst>
            <pc:docMk/>
            <pc:sldMk cId="1171495948" sldId="263"/>
            <ac:spMk id="10" creationId="{0F0508FA-1407-4318-A8B3-97D578B20056}"/>
          </ac:spMkLst>
        </pc:spChg>
        <pc:spChg chg="add mod">
          <ac:chgData name="Josué Silva de Morais" userId="f406c2cd-edfc-4057-be10-75858098c663" providerId="ADAL" clId="{A1824FC7-00A9-4708-B7FB-71BF84356830}" dt="2026-05-11T16:31:48.286" v="11487" actId="164"/>
          <ac:spMkLst>
            <pc:docMk/>
            <pc:sldMk cId="1171495948" sldId="263"/>
            <ac:spMk id="11" creationId="{DAFDEFF4-110A-45BD-B896-6CEA89B8651E}"/>
          </ac:spMkLst>
        </pc:spChg>
        <pc:spChg chg="add mod">
          <ac:chgData name="Josué Silva de Morais" userId="f406c2cd-edfc-4057-be10-75858098c663" providerId="ADAL" clId="{A1824FC7-00A9-4708-B7FB-71BF84356830}" dt="2026-05-11T16:31:48.286" v="11487" actId="164"/>
          <ac:spMkLst>
            <pc:docMk/>
            <pc:sldMk cId="1171495948" sldId="263"/>
            <ac:spMk id="12" creationId="{BDAD387E-30A1-491F-A009-187ACF371830}"/>
          </ac:spMkLst>
        </pc:spChg>
        <pc:spChg chg="add mod">
          <ac:chgData name="Josué Silva de Morais" userId="f406c2cd-edfc-4057-be10-75858098c663" providerId="ADAL" clId="{A1824FC7-00A9-4708-B7FB-71BF84356830}" dt="2026-05-11T16:31:48.286" v="11487" actId="164"/>
          <ac:spMkLst>
            <pc:docMk/>
            <pc:sldMk cId="1171495948" sldId="263"/>
            <ac:spMk id="13" creationId="{940BF865-F8FB-474C-8DE4-F1AD9B608CB5}"/>
          </ac:spMkLst>
        </pc:spChg>
        <pc:spChg chg="add mod">
          <ac:chgData name="Josué Silva de Morais" userId="f406c2cd-edfc-4057-be10-75858098c663" providerId="ADAL" clId="{A1824FC7-00A9-4708-B7FB-71BF84356830}" dt="2026-05-11T16:31:48.286" v="11487" actId="164"/>
          <ac:spMkLst>
            <pc:docMk/>
            <pc:sldMk cId="1171495948" sldId="263"/>
            <ac:spMk id="14" creationId="{B3184BDE-80DD-494F-9473-75311751C5EF}"/>
          </ac:spMkLst>
        </pc:spChg>
        <pc:spChg chg="add mod">
          <ac:chgData name="Josué Silva de Morais" userId="f406c2cd-edfc-4057-be10-75858098c663" providerId="ADAL" clId="{A1824FC7-00A9-4708-B7FB-71BF84356830}" dt="2026-05-11T16:31:54.429" v="11488" actId="164"/>
          <ac:spMkLst>
            <pc:docMk/>
            <pc:sldMk cId="1171495948" sldId="263"/>
            <ac:spMk id="15" creationId="{73675ACD-4272-44C6-91C0-71438528712F}"/>
          </ac:spMkLst>
        </pc:spChg>
        <pc:spChg chg="add mod">
          <ac:chgData name="Josué Silva de Morais" userId="f406c2cd-edfc-4057-be10-75858098c663" providerId="ADAL" clId="{A1824FC7-00A9-4708-B7FB-71BF84356830}" dt="2026-05-11T16:31:54.429" v="11488" actId="164"/>
          <ac:spMkLst>
            <pc:docMk/>
            <pc:sldMk cId="1171495948" sldId="263"/>
            <ac:spMk id="16" creationId="{403A533B-2FCC-4B4C-BB6D-0ECE86596090}"/>
          </ac:spMkLst>
        </pc:spChg>
        <pc:spChg chg="add mod">
          <ac:chgData name="Josué Silva de Morais" userId="f406c2cd-edfc-4057-be10-75858098c663" providerId="ADAL" clId="{A1824FC7-00A9-4708-B7FB-71BF84356830}" dt="2026-05-11T16:31:54.429" v="11488" actId="164"/>
          <ac:spMkLst>
            <pc:docMk/>
            <pc:sldMk cId="1171495948" sldId="263"/>
            <ac:spMk id="17" creationId="{7D1DE21D-2805-4D12-BE90-A3AC20336A66}"/>
          </ac:spMkLst>
        </pc:spChg>
        <pc:spChg chg="add mod">
          <ac:chgData name="Josué Silva de Morais" userId="f406c2cd-edfc-4057-be10-75858098c663" providerId="ADAL" clId="{A1824FC7-00A9-4708-B7FB-71BF84356830}" dt="2026-05-11T16:31:54.429" v="11488" actId="164"/>
          <ac:spMkLst>
            <pc:docMk/>
            <pc:sldMk cId="1171495948" sldId="263"/>
            <ac:spMk id="18" creationId="{1A06F6BE-76AA-4C0E-AD46-8F2E5E97C3FE}"/>
          </ac:spMkLst>
        </pc:spChg>
        <pc:spChg chg="add mod">
          <ac:chgData name="Josué Silva de Morais" userId="f406c2cd-edfc-4057-be10-75858098c663" providerId="ADAL" clId="{A1824FC7-00A9-4708-B7FB-71BF84356830}" dt="2026-05-11T16:31:54.429" v="11488" actId="164"/>
          <ac:spMkLst>
            <pc:docMk/>
            <pc:sldMk cId="1171495948" sldId="263"/>
            <ac:spMk id="19" creationId="{508CBE85-BF47-4134-B112-ED862FD6C917}"/>
          </ac:spMkLst>
        </pc:spChg>
        <pc:spChg chg="add mod">
          <ac:chgData name="Josué Silva de Morais" userId="f406c2cd-edfc-4057-be10-75858098c663" providerId="ADAL" clId="{A1824FC7-00A9-4708-B7FB-71BF84356830}" dt="2026-05-11T16:31:59.771" v="11489" actId="164"/>
          <ac:spMkLst>
            <pc:docMk/>
            <pc:sldMk cId="1171495948" sldId="263"/>
            <ac:spMk id="20" creationId="{C384EE7E-48A2-4AA4-B14D-3144D6156AE3}"/>
          </ac:spMkLst>
        </pc:spChg>
        <pc:spChg chg="add mod">
          <ac:chgData name="Josué Silva de Morais" userId="f406c2cd-edfc-4057-be10-75858098c663" providerId="ADAL" clId="{A1824FC7-00A9-4708-B7FB-71BF84356830}" dt="2026-05-11T16:31:59.771" v="11489" actId="164"/>
          <ac:spMkLst>
            <pc:docMk/>
            <pc:sldMk cId="1171495948" sldId="263"/>
            <ac:spMk id="21" creationId="{24D6441D-729B-4543-9AB8-6BF288F040FC}"/>
          </ac:spMkLst>
        </pc:spChg>
        <pc:spChg chg="add mod">
          <ac:chgData name="Josué Silva de Morais" userId="f406c2cd-edfc-4057-be10-75858098c663" providerId="ADAL" clId="{A1824FC7-00A9-4708-B7FB-71BF84356830}" dt="2026-05-11T16:31:59.771" v="11489" actId="164"/>
          <ac:spMkLst>
            <pc:docMk/>
            <pc:sldMk cId="1171495948" sldId="263"/>
            <ac:spMk id="22" creationId="{24538FE7-C184-4A18-9F9A-3182D3244426}"/>
          </ac:spMkLst>
        </pc:spChg>
        <pc:spChg chg="add mod">
          <ac:chgData name="Josué Silva de Morais" userId="f406c2cd-edfc-4057-be10-75858098c663" providerId="ADAL" clId="{A1824FC7-00A9-4708-B7FB-71BF84356830}" dt="2026-05-11T16:31:59.771" v="11489" actId="164"/>
          <ac:spMkLst>
            <pc:docMk/>
            <pc:sldMk cId="1171495948" sldId="263"/>
            <ac:spMk id="23" creationId="{F571430F-447A-4F60-BB6B-57894817BAFC}"/>
          </ac:spMkLst>
        </pc:spChg>
        <pc:spChg chg="add mod">
          <ac:chgData name="Josué Silva de Morais" userId="f406c2cd-edfc-4057-be10-75858098c663" providerId="ADAL" clId="{A1824FC7-00A9-4708-B7FB-71BF84356830}" dt="2026-05-11T16:31:59.771" v="11489" actId="164"/>
          <ac:spMkLst>
            <pc:docMk/>
            <pc:sldMk cId="1171495948" sldId="263"/>
            <ac:spMk id="24" creationId="{8E017CC3-3084-4AA5-A370-279E82CE1454}"/>
          </ac:spMkLst>
        </pc:spChg>
        <pc:grpChg chg="add mod">
          <ac:chgData name="Josué Silva de Morais" userId="f406c2cd-edfc-4057-be10-75858098c663" providerId="ADAL" clId="{A1824FC7-00A9-4708-B7FB-71BF84356830}" dt="2026-05-11T16:31:40.294" v="11486" actId="164"/>
          <ac:grpSpMkLst>
            <pc:docMk/>
            <pc:sldMk cId="1171495948" sldId="263"/>
            <ac:grpSpMk id="25" creationId="{F4E0E004-17DF-C49D-56FF-75A32B128CDA}"/>
          </ac:grpSpMkLst>
        </pc:grpChg>
        <pc:grpChg chg="add mod">
          <ac:chgData name="Josué Silva de Morais" userId="f406c2cd-edfc-4057-be10-75858098c663" providerId="ADAL" clId="{A1824FC7-00A9-4708-B7FB-71BF84356830}" dt="2026-05-11T16:31:48.286" v="11487" actId="164"/>
          <ac:grpSpMkLst>
            <pc:docMk/>
            <pc:sldMk cId="1171495948" sldId="263"/>
            <ac:grpSpMk id="26" creationId="{1D8E0F2B-60BA-20DA-127F-B5FA59798573}"/>
          </ac:grpSpMkLst>
        </pc:grpChg>
        <pc:grpChg chg="add mod">
          <ac:chgData name="Josué Silva de Morais" userId="f406c2cd-edfc-4057-be10-75858098c663" providerId="ADAL" clId="{A1824FC7-00A9-4708-B7FB-71BF84356830}" dt="2026-05-11T16:31:54.429" v="11488" actId="164"/>
          <ac:grpSpMkLst>
            <pc:docMk/>
            <pc:sldMk cId="1171495948" sldId="263"/>
            <ac:grpSpMk id="27" creationId="{86B32ADE-01D2-7EAF-3869-FCEEC8623F9D}"/>
          </ac:grpSpMkLst>
        </pc:grpChg>
        <pc:grpChg chg="add mod">
          <ac:chgData name="Josué Silva de Morais" userId="f406c2cd-edfc-4057-be10-75858098c663" providerId="ADAL" clId="{A1824FC7-00A9-4708-B7FB-71BF84356830}" dt="2026-05-11T16:31:59.771" v="11489" actId="164"/>
          <ac:grpSpMkLst>
            <pc:docMk/>
            <pc:sldMk cId="1171495948" sldId="263"/>
            <ac:grpSpMk id="28" creationId="{7A77AC3A-BA4E-1BEB-5399-7E615D47230A}"/>
          </ac:grpSpMkLst>
        </pc:grpChg>
      </pc:sldChg>
      <pc:sldChg chg="addSp modSp new mod modAnim">
        <pc:chgData name="Josué Silva de Morais" userId="f406c2cd-edfc-4057-be10-75858098c663" providerId="ADAL" clId="{A1824FC7-00A9-4708-B7FB-71BF84356830}" dt="2026-05-11T16:32:50.975" v="11501"/>
        <pc:sldMkLst>
          <pc:docMk/>
          <pc:sldMk cId="94471770" sldId="264"/>
        </pc:sldMkLst>
        <pc:spChg chg="add mod">
          <ac:chgData name="Josué Silva de Morais" userId="f406c2cd-edfc-4057-be10-75858098c663" providerId="ADAL" clId="{A1824FC7-00A9-4708-B7FB-71BF84356830}" dt="2026-05-11T12:16:18.601" v="943"/>
          <ac:spMkLst>
            <pc:docMk/>
            <pc:sldMk cId="94471770" sldId="264"/>
            <ac:spMk id="2" creationId="{6352E217-09CC-461C-B5F9-DD60B96BBD41}"/>
          </ac:spMkLst>
        </pc:spChg>
        <pc:spChg chg="add mod">
          <ac:chgData name="Josué Silva de Morais" userId="f406c2cd-edfc-4057-be10-75858098c663" providerId="ADAL" clId="{A1824FC7-00A9-4708-B7FB-71BF84356830}" dt="2026-05-11T12:16:18.608" v="949"/>
          <ac:spMkLst>
            <pc:docMk/>
            <pc:sldMk cId="94471770" sldId="264"/>
            <ac:spMk id="3" creationId="{70EAA68C-2FD8-4266-962B-8CB51887317F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4" creationId="{5BC1770F-A66C-4CEF-A2C3-14CE11113C0C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5" creationId="{D5EB88C1-8969-4724-BC48-7D32CE804D25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6" creationId="{427FAB7C-89D1-4068-8841-5DECAF72612C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7" creationId="{23AF607B-AFE7-461A-BC37-F0BAF48E6E92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8" creationId="{4886B3C2-8CDF-4087-89F2-09C4A8075A4C}"/>
          </ac:spMkLst>
        </pc:spChg>
        <pc:spChg chg="add mod">
          <ac:chgData name="Josué Silva de Morais" userId="f406c2cd-edfc-4057-be10-75858098c663" providerId="ADAL" clId="{A1824FC7-00A9-4708-B7FB-71BF84356830}" dt="2026-05-11T12:16:18.633" v="979"/>
          <ac:spMkLst>
            <pc:docMk/>
            <pc:sldMk cId="94471770" sldId="264"/>
            <ac:spMk id="9" creationId="{60B7D128-01EF-4196-B45C-2F7BB469279A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10" creationId="{59BAA979-F464-4BCA-910A-05BA85AB2B35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11" creationId="{1D32783F-0875-45AC-903E-12866207D3BC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12" creationId="{87C42AC4-7C01-4E8B-9C22-F009BC8572B1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13" creationId="{B267BDCF-3AD2-47AA-89D5-07BBB3FB47F0}"/>
          </ac:spMkLst>
        </pc:spChg>
        <pc:spChg chg="add mod">
          <ac:chgData name="Josué Silva de Morais" userId="f406c2cd-edfc-4057-be10-75858098c663" providerId="ADAL" clId="{A1824FC7-00A9-4708-B7FB-71BF84356830}" dt="2026-05-11T16:32:25.195" v="11494" actId="164"/>
          <ac:spMkLst>
            <pc:docMk/>
            <pc:sldMk cId="94471770" sldId="264"/>
            <ac:spMk id="14" creationId="{9FD2068D-6B29-4B73-8642-EB6F48C1F66B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15" creationId="{0E4438B4-B05E-4D4E-905F-AFD1AD6E653F}"/>
          </ac:spMkLst>
        </pc:spChg>
        <pc:spChg chg="add mod">
          <ac:chgData name="Josué Silva de Morais" userId="f406c2cd-edfc-4057-be10-75858098c663" providerId="ADAL" clId="{A1824FC7-00A9-4708-B7FB-71BF84356830}" dt="2026-05-11T12:16:18.661" v="1012"/>
          <ac:spMkLst>
            <pc:docMk/>
            <pc:sldMk cId="94471770" sldId="264"/>
            <ac:spMk id="16" creationId="{8EF582DB-29C3-4B6D-AF0C-F360C65CF24C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17" creationId="{21B3248D-D7C6-4E36-8095-7BA2E3215DCF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18" creationId="{41A4E948-5DCF-4F3F-80A5-3BB003782375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19" creationId="{A64C4575-4538-4640-AA74-FBB2C60FD277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0" creationId="{0FEE2AD3-263D-4858-8A75-5AA8A059DCC1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1" creationId="{56ACD438-B49E-4922-9BE2-ED9D1DD7CABC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2" creationId="{50FAA5E9-F98E-4C91-B622-A4ED7081474B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3" creationId="{956FDD0C-B661-4AC3-98DB-FF4C3F636DC2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4" creationId="{9E81AF8E-AA41-4DC6-92FE-809FCE304958}"/>
          </ac:spMkLst>
        </pc:spChg>
        <pc:spChg chg="add mod">
          <ac:chgData name="Josué Silva de Morais" userId="f406c2cd-edfc-4057-be10-75858098c663" providerId="ADAL" clId="{A1824FC7-00A9-4708-B7FB-71BF84356830}" dt="2026-05-11T16:32:31.229" v="11495" actId="164"/>
          <ac:spMkLst>
            <pc:docMk/>
            <pc:sldMk cId="94471770" sldId="264"/>
            <ac:spMk id="25" creationId="{7A8996DE-D5A7-4EEE-996C-DA00210AEFC4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26" creationId="{24E01771-1CFC-4C5A-83D3-3DDF914888F1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27" creationId="{D460D45F-A848-4460-BC9E-2F32C5DFC6C4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28" creationId="{DFD54DA8-B5C8-4DFD-8336-4A97F35894AA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29" creationId="{4FDBF9E1-4D39-4433-B222-DE9DD0969334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0" creationId="{ABEB4152-9E89-4C23-92F0-9FC7478B542B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1" creationId="{E3E11637-DD5C-4A14-897B-C75B82170172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2" creationId="{5ED71700-57B0-4E35-9548-465C57B5E016}"/>
          </ac:spMkLst>
        </pc:spChg>
        <pc:spChg chg="add mod">
          <ac:chgData name="Josué Silva de Morais" userId="f406c2cd-edfc-4057-be10-75858098c663" providerId="ADAL" clId="{A1824FC7-00A9-4708-B7FB-71BF84356830}" dt="2026-05-11T12:16:18.744" v="1103"/>
          <ac:spMkLst>
            <pc:docMk/>
            <pc:sldMk cId="94471770" sldId="264"/>
            <ac:spMk id="33" creationId="{A5390861-601A-420B-8BFB-5310C5B3380B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4" creationId="{91E3EB91-A5BE-4206-8640-E0A19A02087E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5" creationId="{87B6B216-0EA7-44BE-9CE1-0BC6877C1B50}"/>
          </ac:spMkLst>
        </pc:spChg>
        <pc:spChg chg="add mod">
          <ac:chgData name="Josué Silva de Morais" userId="f406c2cd-edfc-4057-be10-75858098c663" providerId="ADAL" clId="{A1824FC7-00A9-4708-B7FB-71BF84356830}" dt="2026-05-11T16:32:36.404" v="11496" actId="164"/>
          <ac:spMkLst>
            <pc:docMk/>
            <pc:sldMk cId="94471770" sldId="264"/>
            <ac:spMk id="36" creationId="{47A0C529-5CE6-4585-ADA7-CCE0CE76B52A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37" creationId="{FED5509A-DC37-4479-876C-5A6C64F68403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38" creationId="{1D5A97E8-8C37-49F5-8965-840738303A58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39" creationId="{317D0110-BE51-47FC-9257-0F203BE84DEC}"/>
          </ac:spMkLst>
        </pc:spChg>
        <pc:spChg chg="add mod">
          <ac:chgData name="Josué Silva de Morais" userId="f406c2cd-edfc-4057-be10-75858098c663" providerId="ADAL" clId="{A1824FC7-00A9-4708-B7FB-71BF84356830}" dt="2026-05-11T12:16:18.769" v="1135"/>
          <ac:spMkLst>
            <pc:docMk/>
            <pc:sldMk cId="94471770" sldId="264"/>
            <ac:spMk id="40" creationId="{D88C7BB9-F91C-4EB1-85F8-11E4F899C801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1" creationId="{5FC8BFC7-2FA7-425C-94CD-D53533F32151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2" creationId="{B26A2FEF-F850-4582-8FDD-E6D90B1BAE2E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3" creationId="{8291B1E4-9FD2-4062-849F-C87C80366432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4" creationId="{F3305433-1AF9-4DDF-A0BF-4A41A2F61B76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5" creationId="{937F976B-0504-4634-A5D4-80E2B07AAF59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6" creationId="{A8BB0CAD-4E22-47A4-BF7C-A89E8787220F}"/>
          </ac:spMkLst>
        </pc:spChg>
        <pc:spChg chg="add mod">
          <ac:chgData name="Josué Silva de Morais" userId="f406c2cd-edfc-4057-be10-75858098c663" providerId="ADAL" clId="{A1824FC7-00A9-4708-B7FB-71BF84356830}" dt="2026-05-11T16:32:41.309" v="11497" actId="164"/>
          <ac:spMkLst>
            <pc:docMk/>
            <pc:sldMk cId="94471770" sldId="264"/>
            <ac:spMk id="47" creationId="{CBEE1F8A-7C34-43FA-8067-93A967C321A6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33:22.141" v="11508" actId="122"/>
        <pc:sldMkLst>
          <pc:docMk/>
          <pc:sldMk cId="3700248105" sldId="265"/>
        </pc:sldMkLst>
        <pc:spChg chg="add mod">
          <ac:chgData name="Josué Silva de Morais" userId="f406c2cd-edfc-4057-be10-75858098c663" providerId="ADAL" clId="{A1824FC7-00A9-4708-B7FB-71BF84356830}" dt="2026-05-11T12:16:39.359" v="1177"/>
          <ac:spMkLst>
            <pc:docMk/>
            <pc:sldMk cId="3700248105" sldId="265"/>
            <ac:spMk id="2" creationId="{25EFEDA4-FE0F-4902-A510-A4C9BDAA817A}"/>
          </ac:spMkLst>
        </pc:spChg>
        <pc:spChg chg="add mod">
          <ac:chgData name="Josué Silva de Morais" userId="f406c2cd-edfc-4057-be10-75858098c663" providerId="ADAL" clId="{A1824FC7-00A9-4708-B7FB-71BF84356830}" dt="2026-05-11T12:16:39.363" v="1183"/>
          <ac:spMkLst>
            <pc:docMk/>
            <pc:sldMk cId="3700248105" sldId="265"/>
            <ac:spMk id="3" creationId="{DF55A41F-C8C8-4540-8A5E-591E3913FF0C}"/>
          </ac:spMkLst>
        </pc:spChg>
        <pc:spChg chg="add mod">
          <ac:chgData name="Josué Silva de Morais" userId="f406c2cd-edfc-4057-be10-75858098c663" providerId="ADAL" clId="{A1824FC7-00A9-4708-B7FB-71BF84356830}" dt="2026-05-11T12:16:39.366" v="1187"/>
          <ac:spMkLst>
            <pc:docMk/>
            <pc:sldMk cId="3700248105" sldId="265"/>
            <ac:spMk id="4" creationId="{AE9D45A8-5219-47BE-BD9A-6F85558A7887}"/>
          </ac:spMkLst>
        </pc:spChg>
        <pc:spChg chg="add mod">
          <ac:chgData name="Josué Silva de Morais" userId="f406c2cd-edfc-4057-be10-75858098c663" providerId="ADAL" clId="{A1824FC7-00A9-4708-B7FB-71BF84356830}" dt="2026-05-11T12:16:39.374" v="1193"/>
          <ac:spMkLst>
            <pc:docMk/>
            <pc:sldMk cId="3700248105" sldId="265"/>
            <ac:spMk id="5" creationId="{E47C4974-9721-49B3-97C6-5B92D51ECCDA}"/>
          </ac:spMkLst>
        </pc:spChg>
        <pc:spChg chg="add mod">
          <ac:chgData name="Josué Silva de Morais" userId="f406c2cd-edfc-4057-be10-75858098c663" providerId="ADAL" clId="{A1824FC7-00A9-4708-B7FB-71BF84356830}" dt="2026-05-11T12:16:39.378" v="1198"/>
          <ac:spMkLst>
            <pc:docMk/>
            <pc:sldMk cId="3700248105" sldId="265"/>
            <ac:spMk id="6" creationId="{7DF5DA7C-6532-4C55-A274-AC9D61B39C28}"/>
          </ac:spMkLst>
        </pc:spChg>
        <pc:spChg chg="add mod">
          <ac:chgData name="Josué Silva de Morais" userId="f406c2cd-edfc-4057-be10-75858098c663" providerId="ADAL" clId="{A1824FC7-00A9-4708-B7FB-71BF84356830}" dt="2026-05-11T16:33:01.921" v="11504" actId="122"/>
          <ac:spMkLst>
            <pc:docMk/>
            <pc:sldMk cId="3700248105" sldId="265"/>
            <ac:spMk id="7" creationId="{E317DB8E-44D9-422A-8C19-CE71F26D0860}"/>
          </ac:spMkLst>
        </pc:spChg>
        <pc:spChg chg="add mod">
          <ac:chgData name="Josué Silva de Morais" userId="f406c2cd-edfc-4057-be10-75858098c663" providerId="ADAL" clId="{A1824FC7-00A9-4708-B7FB-71BF84356830}" dt="2026-05-11T16:33:09.538" v="11506" actId="122"/>
          <ac:spMkLst>
            <pc:docMk/>
            <pc:sldMk cId="3700248105" sldId="265"/>
            <ac:spMk id="8" creationId="{587B3358-3492-48E2-9126-5D1CC9A21F30}"/>
          </ac:spMkLst>
        </pc:spChg>
        <pc:spChg chg="add mod">
          <ac:chgData name="Josué Silva de Morais" userId="f406c2cd-edfc-4057-be10-75858098c663" providerId="ADAL" clId="{A1824FC7-00A9-4708-B7FB-71BF84356830}" dt="2026-05-11T16:33:06.961" v="11505" actId="122"/>
          <ac:spMkLst>
            <pc:docMk/>
            <pc:sldMk cId="3700248105" sldId="265"/>
            <ac:spMk id="9" creationId="{8C3995D8-0E22-4AF7-885B-44C032791524}"/>
          </ac:spMkLst>
        </pc:spChg>
        <pc:spChg chg="add mod">
          <ac:chgData name="Josué Silva de Morais" userId="f406c2cd-edfc-4057-be10-75858098c663" providerId="ADAL" clId="{A1824FC7-00A9-4708-B7FB-71BF84356830}" dt="2026-05-11T16:33:13.851" v="11507" actId="122"/>
          <ac:spMkLst>
            <pc:docMk/>
            <pc:sldMk cId="3700248105" sldId="265"/>
            <ac:spMk id="10" creationId="{7FFAC683-5527-4659-9996-D0FC7C19D305}"/>
          </ac:spMkLst>
        </pc:spChg>
        <pc:spChg chg="add mod">
          <ac:chgData name="Josué Silva de Morais" userId="f406c2cd-edfc-4057-be10-75858098c663" providerId="ADAL" clId="{A1824FC7-00A9-4708-B7FB-71BF84356830}" dt="2026-05-11T16:33:22.141" v="11508" actId="122"/>
          <ac:spMkLst>
            <pc:docMk/>
            <pc:sldMk cId="3700248105" sldId="265"/>
            <ac:spMk id="11" creationId="{6A8242F5-55D5-4AC2-82F7-9388E97D31D7}"/>
          </ac:spMkLst>
        </pc:spChg>
        <pc:spChg chg="add mod">
          <ac:chgData name="Josué Silva de Morais" userId="f406c2cd-edfc-4057-be10-75858098c663" providerId="ADAL" clId="{A1824FC7-00A9-4708-B7FB-71BF84356830}" dt="2026-05-11T12:16:39.424" v="1248"/>
          <ac:spMkLst>
            <pc:docMk/>
            <pc:sldMk cId="3700248105" sldId="265"/>
            <ac:spMk id="12" creationId="{7F63F926-A990-4036-8CD5-E4B5F444B546}"/>
          </ac:spMkLst>
        </pc:spChg>
        <pc:spChg chg="add mod">
          <ac:chgData name="Josué Silva de Morais" userId="f406c2cd-edfc-4057-be10-75858098c663" providerId="ADAL" clId="{A1824FC7-00A9-4708-B7FB-71BF84356830}" dt="2026-05-11T12:16:39.426" v="1252"/>
          <ac:spMkLst>
            <pc:docMk/>
            <pc:sldMk cId="3700248105" sldId="265"/>
            <ac:spMk id="13" creationId="{1E3D4CBB-C4E8-4EB1-8C34-57D149D4F058}"/>
          </ac:spMkLst>
        </pc:spChg>
        <pc:spChg chg="add mod">
          <ac:chgData name="Josué Silva de Morais" userId="f406c2cd-edfc-4057-be10-75858098c663" providerId="ADAL" clId="{A1824FC7-00A9-4708-B7FB-71BF84356830}" dt="2026-05-11T12:16:39.429" v="1256"/>
          <ac:spMkLst>
            <pc:docMk/>
            <pc:sldMk cId="3700248105" sldId="265"/>
            <ac:spMk id="14" creationId="{E763A7AB-596C-4AC4-9480-DFEA10E00415}"/>
          </ac:spMkLst>
        </pc:spChg>
        <pc:spChg chg="add mod">
          <ac:chgData name="Josué Silva de Morais" userId="f406c2cd-edfc-4057-be10-75858098c663" providerId="ADAL" clId="{A1824FC7-00A9-4708-B7FB-71BF84356830}" dt="2026-05-11T12:16:39.431" v="1260"/>
          <ac:spMkLst>
            <pc:docMk/>
            <pc:sldMk cId="3700248105" sldId="265"/>
            <ac:spMk id="15" creationId="{CBF8BBC0-BFFD-4956-9A20-099DEEC00267}"/>
          </ac:spMkLst>
        </pc:spChg>
      </pc:sldChg>
      <pc:sldChg chg="addSp delSp modSp new mod">
        <pc:chgData name="Josué Silva de Morais" userId="f406c2cd-edfc-4057-be10-75858098c663" providerId="ADAL" clId="{A1824FC7-00A9-4708-B7FB-71BF84356830}" dt="2026-05-11T15:37:17.776" v="4258" actId="207"/>
        <pc:sldMkLst>
          <pc:docMk/>
          <pc:sldMk cId="9996836" sldId="266"/>
        </pc:sldMkLst>
        <pc:spChg chg="add del mod">
          <ac:chgData name="Josué Silva de Morais" userId="f406c2cd-edfc-4057-be10-75858098c663" providerId="ADAL" clId="{A1824FC7-00A9-4708-B7FB-71BF84356830}" dt="2026-05-11T15:31:29.572" v="2287"/>
          <ac:spMkLst>
            <pc:docMk/>
            <pc:sldMk cId="9996836" sldId="266"/>
            <ac:spMk id="2" creationId="{72106F95-50F8-4D81-99A1-058BA80E566C}"/>
          </ac:spMkLst>
        </pc:spChg>
        <pc:spChg chg="add del mod">
          <ac:chgData name="Josué Silva de Morais" userId="f406c2cd-edfc-4057-be10-75858098c663" providerId="ADAL" clId="{A1824FC7-00A9-4708-B7FB-71BF84356830}" dt="2026-05-11T15:31:29.574" v="2288"/>
          <ac:spMkLst>
            <pc:docMk/>
            <pc:sldMk cId="9996836" sldId="266"/>
            <ac:spMk id="3" creationId="{6AB391B8-114C-443A-880E-95941728D445}"/>
          </ac:spMkLst>
        </pc:spChg>
        <pc:spChg chg="add del mod">
          <ac:chgData name="Josué Silva de Morais" userId="f406c2cd-edfc-4057-be10-75858098c663" providerId="ADAL" clId="{A1824FC7-00A9-4708-B7FB-71BF84356830}" dt="2026-05-11T15:31:29.575" v="2289"/>
          <ac:spMkLst>
            <pc:docMk/>
            <pc:sldMk cId="9996836" sldId="266"/>
            <ac:spMk id="4" creationId="{E0259161-B513-48AC-854D-3A6F5DA8AB5C}"/>
          </ac:spMkLst>
        </pc:spChg>
        <pc:spChg chg="add del mod">
          <ac:chgData name="Josué Silva de Morais" userId="f406c2cd-edfc-4057-be10-75858098c663" providerId="ADAL" clId="{A1824FC7-00A9-4708-B7FB-71BF84356830}" dt="2026-05-11T15:31:29.577" v="2290"/>
          <ac:spMkLst>
            <pc:docMk/>
            <pc:sldMk cId="9996836" sldId="266"/>
            <ac:spMk id="5" creationId="{B9A5CCE8-BC91-443F-AAB3-CD698C7FC76D}"/>
          </ac:spMkLst>
        </pc:spChg>
        <pc:spChg chg="add del mod">
          <ac:chgData name="Josué Silva de Morais" userId="f406c2cd-edfc-4057-be10-75858098c663" providerId="ADAL" clId="{A1824FC7-00A9-4708-B7FB-71BF84356830}" dt="2026-05-11T15:31:29.578" v="2291"/>
          <ac:spMkLst>
            <pc:docMk/>
            <pc:sldMk cId="9996836" sldId="266"/>
            <ac:spMk id="6" creationId="{6DE440A0-9E9D-41A8-BBD1-9580F3AE3812}"/>
          </ac:spMkLst>
        </pc:spChg>
        <pc:spChg chg="add del mod">
          <ac:chgData name="Josué Silva de Morais" userId="f406c2cd-edfc-4057-be10-75858098c663" providerId="ADAL" clId="{A1824FC7-00A9-4708-B7FB-71BF84356830}" dt="2026-05-11T15:31:29.579" v="2292"/>
          <ac:spMkLst>
            <pc:docMk/>
            <pc:sldMk cId="9996836" sldId="266"/>
            <ac:spMk id="7" creationId="{143F44DB-A77F-4A34-82C5-34177DB0E3BC}"/>
          </ac:spMkLst>
        </pc:spChg>
        <pc:spChg chg="add del mod">
          <ac:chgData name="Josué Silva de Morais" userId="f406c2cd-edfc-4057-be10-75858098c663" providerId="ADAL" clId="{A1824FC7-00A9-4708-B7FB-71BF84356830}" dt="2026-05-11T15:31:29.582" v="2293"/>
          <ac:spMkLst>
            <pc:docMk/>
            <pc:sldMk cId="9996836" sldId="266"/>
            <ac:spMk id="8" creationId="{7DDA2FDE-C36B-4E40-9305-16ECC74356CD}"/>
          </ac:spMkLst>
        </pc:spChg>
        <pc:spChg chg="add del mod">
          <ac:chgData name="Josué Silva de Morais" userId="f406c2cd-edfc-4057-be10-75858098c663" providerId="ADAL" clId="{A1824FC7-00A9-4708-B7FB-71BF84356830}" dt="2026-05-11T15:31:29.584" v="2294"/>
          <ac:spMkLst>
            <pc:docMk/>
            <pc:sldMk cId="9996836" sldId="266"/>
            <ac:spMk id="9" creationId="{1CBAAD7C-49FD-4351-9B00-A912B1897A6F}"/>
          </ac:spMkLst>
        </pc:spChg>
        <pc:spChg chg="add del mod">
          <ac:chgData name="Josué Silva de Morais" userId="f406c2cd-edfc-4057-be10-75858098c663" providerId="ADAL" clId="{A1824FC7-00A9-4708-B7FB-71BF84356830}" dt="2026-05-11T15:31:29.586" v="2295"/>
          <ac:spMkLst>
            <pc:docMk/>
            <pc:sldMk cId="9996836" sldId="266"/>
            <ac:spMk id="10" creationId="{40207197-79AB-4A9B-8A64-FC2AFC73A044}"/>
          </ac:spMkLst>
        </pc:spChg>
        <pc:spChg chg="add del mod">
          <ac:chgData name="Josué Silva de Morais" userId="f406c2cd-edfc-4057-be10-75858098c663" providerId="ADAL" clId="{A1824FC7-00A9-4708-B7FB-71BF84356830}" dt="2026-05-11T15:31:29.588" v="2296"/>
          <ac:spMkLst>
            <pc:docMk/>
            <pc:sldMk cId="9996836" sldId="266"/>
            <ac:spMk id="11" creationId="{19E3E7F6-B9D4-4774-9908-69CC3D13AA01}"/>
          </ac:spMkLst>
        </pc:spChg>
        <pc:spChg chg="add del mod">
          <ac:chgData name="Josué Silva de Morais" userId="f406c2cd-edfc-4057-be10-75858098c663" providerId="ADAL" clId="{A1824FC7-00A9-4708-B7FB-71BF84356830}" dt="2026-05-11T15:31:43.522" v="2300"/>
          <ac:spMkLst>
            <pc:docMk/>
            <pc:sldMk cId="9996836" sldId="266"/>
            <ac:spMk id="12" creationId="{1AE179E1-4474-46FF-BA9E-E7167F18EDEB}"/>
          </ac:spMkLst>
        </pc:spChg>
        <pc:spChg chg="add del mod">
          <ac:chgData name="Josué Silva de Morais" userId="f406c2cd-edfc-4057-be10-75858098c663" providerId="ADAL" clId="{A1824FC7-00A9-4708-B7FB-71BF84356830}" dt="2026-05-11T15:32:04.159" v="2304"/>
          <ac:spMkLst>
            <pc:docMk/>
            <pc:sldMk cId="9996836" sldId="266"/>
            <ac:spMk id="13" creationId="{362C939F-B0C1-4C69-B38C-20A8359A8722}"/>
          </ac:spMkLst>
        </pc:spChg>
        <pc:spChg chg="add mod">
          <ac:chgData name="Josué Silva de Morais" userId="f406c2cd-edfc-4057-be10-75858098c663" providerId="ADAL" clId="{A1824FC7-00A9-4708-B7FB-71BF84356830}" dt="2026-05-11T15:37:17.776" v="4258" actId="207"/>
          <ac:spMkLst>
            <pc:docMk/>
            <pc:sldMk cId="9996836" sldId="266"/>
            <ac:spMk id="14" creationId="{F9A39857-BB1A-4F95-B405-5D64CC6305EE}"/>
          </ac:spMkLst>
        </pc:spChg>
        <pc:spChg chg="add mod">
          <ac:chgData name="Josué Silva de Morais" userId="f406c2cd-edfc-4057-be10-75858098c663" providerId="ADAL" clId="{A1824FC7-00A9-4708-B7FB-71BF84356830}" dt="2026-05-11T15:32:14.583" v="2310"/>
          <ac:spMkLst>
            <pc:docMk/>
            <pc:sldMk cId="9996836" sldId="266"/>
            <ac:spMk id="15" creationId="{ED3D55E6-7EAD-430E-B094-541960403FEE}"/>
          </ac:spMkLst>
        </pc:spChg>
        <pc:spChg chg="add mod">
          <ac:chgData name="Josué Silva de Morais" userId="f406c2cd-edfc-4057-be10-75858098c663" providerId="ADAL" clId="{A1824FC7-00A9-4708-B7FB-71BF84356830}" dt="2026-05-11T15:32:28.930" v="2313"/>
          <ac:spMkLst>
            <pc:docMk/>
            <pc:sldMk cId="9996836" sldId="266"/>
            <ac:spMk id="16" creationId="{26AEEDB0-65FE-4B6D-9F70-2660D6C8C05D}"/>
          </ac:spMkLst>
        </pc:spChg>
        <pc:spChg chg="add mod">
          <ac:chgData name="Josué Silva de Morais" userId="f406c2cd-edfc-4057-be10-75858098c663" providerId="ADAL" clId="{A1824FC7-00A9-4708-B7FB-71BF84356830}" dt="2026-05-11T15:32:28.942" v="2320"/>
          <ac:spMkLst>
            <pc:docMk/>
            <pc:sldMk cId="9996836" sldId="266"/>
            <ac:spMk id="17" creationId="{B03B60C8-6521-4C68-8447-486F245D25B0}"/>
          </ac:spMkLst>
        </pc:spChg>
        <pc:spChg chg="add mod">
          <ac:chgData name="Josué Silva de Morais" userId="f406c2cd-edfc-4057-be10-75858098c663" providerId="ADAL" clId="{A1824FC7-00A9-4708-B7FB-71BF84356830}" dt="2026-05-11T15:32:28.954" v="2327"/>
          <ac:spMkLst>
            <pc:docMk/>
            <pc:sldMk cId="9996836" sldId="266"/>
            <ac:spMk id="18" creationId="{36262299-477E-49CA-8592-4C15B3530B09}"/>
          </ac:spMkLst>
        </pc:spChg>
        <pc:spChg chg="add mod">
          <ac:chgData name="Josué Silva de Morais" userId="f406c2cd-edfc-4057-be10-75858098c663" providerId="ADAL" clId="{A1824FC7-00A9-4708-B7FB-71BF84356830}" dt="2026-05-11T15:32:28.964" v="2334"/>
          <ac:spMkLst>
            <pc:docMk/>
            <pc:sldMk cId="9996836" sldId="266"/>
            <ac:spMk id="19" creationId="{D3C4F1A6-0416-43DB-BA29-D4072935E409}"/>
          </ac:spMkLst>
        </pc:spChg>
        <pc:spChg chg="add mod">
          <ac:chgData name="Josué Silva de Morais" userId="f406c2cd-edfc-4057-be10-75858098c663" providerId="ADAL" clId="{A1824FC7-00A9-4708-B7FB-71BF84356830}" dt="2026-05-11T15:32:28.978" v="2345"/>
          <ac:spMkLst>
            <pc:docMk/>
            <pc:sldMk cId="9996836" sldId="266"/>
            <ac:spMk id="20" creationId="{0DABF7E8-E739-4EC3-8C80-4B073DDB7F8D}"/>
          </ac:spMkLst>
        </pc:spChg>
        <pc:spChg chg="add mod">
          <ac:chgData name="Josué Silva de Morais" userId="f406c2cd-edfc-4057-be10-75858098c663" providerId="ADAL" clId="{A1824FC7-00A9-4708-B7FB-71BF84356830}" dt="2026-05-11T15:32:28.991" v="2356"/>
          <ac:spMkLst>
            <pc:docMk/>
            <pc:sldMk cId="9996836" sldId="266"/>
            <ac:spMk id="21" creationId="{3DA3FD25-B1B2-4B33-BEA6-E2117C23543C}"/>
          </ac:spMkLst>
        </pc:spChg>
        <pc:spChg chg="add mod">
          <ac:chgData name="Josué Silva de Morais" userId="f406c2cd-edfc-4057-be10-75858098c663" providerId="ADAL" clId="{A1824FC7-00A9-4708-B7FB-71BF84356830}" dt="2026-05-11T15:32:29.003" v="2367"/>
          <ac:spMkLst>
            <pc:docMk/>
            <pc:sldMk cId="9996836" sldId="266"/>
            <ac:spMk id="22" creationId="{742CBEB0-904E-4818-A61E-2B668FF3A199}"/>
          </ac:spMkLst>
        </pc:spChg>
        <pc:spChg chg="add mod">
          <ac:chgData name="Josué Silva de Morais" userId="f406c2cd-edfc-4057-be10-75858098c663" providerId="ADAL" clId="{A1824FC7-00A9-4708-B7FB-71BF84356830}" dt="2026-05-11T15:32:29.018" v="2378"/>
          <ac:spMkLst>
            <pc:docMk/>
            <pc:sldMk cId="9996836" sldId="266"/>
            <ac:spMk id="23" creationId="{BE6056B3-C297-41EA-A076-2F169690E0AE}"/>
          </ac:spMkLst>
        </pc:spChg>
        <pc:spChg chg="add mod">
          <ac:chgData name="Josué Silva de Morais" userId="f406c2cd-edfc-4057-be10-75858098c663" providerId="ADAL" clId="{A1824FC7-00A9-4708-B7FB-71BF84356830}" dt="2026-05-11T15:32:29.028" v="2384"/>
          <ac:spMkLst>
            <pc:docMk/>
            <pc:sldMk cId="9996836" sldId="266"/>
            <ac:spMk id="24" creationId="{354706A0-E9D3-449C-A4A6-BBCC734E0F87}"/>
          </ac:spMkLst>
        </pc:spChg>
        <pc:spChg chg="add mod">
          <ac:chgData name="Josué Silva de Morais" userId="f406c2cd-edfc-4057-be10-75858098c663" providerId="ADAL" clId="{A1824FC7-00A9-4708-B7FB-71BF84356830}" dt="2026-05-11T15:32:29.031" v="2387"/>
          <ac:spMkLst>
            <pc:docMk/>
            <pc:sldMk cId="9996836" sldId="266"/>
            <ac:spMk id="25" creationId="{F0A882EB-5699-4DFB-B999-3E27F1A36078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2:17:45.234" v="1505"/>
        <pc:sldMkLst>
          <pc:docMk/>
          <pc:sldMk cId="3998809107" sldId="267"/>
        </pc:sldMkLst>
        <pc:spChg chg="add mod">
          <ac:chgData name="Josué Silva de Morais" userId="f406c2cd-edfc-4057-be10-75858098c663" providerId="ADAL" clId="{A1824FC7-00A9-4708-B7FB-71BF84356830}" dt="2026-05-11T12:17:45.081" v="1333"/>
          <ac:spMkLst>
            <pc:docMk/>
            <pc:sldMk cId="3998809107" sldId="267"/>
            <ac:spMk id="2" creationId="{0E875C2B-CBDA-4223-8132-B55EA83955A3}"/>
          </ac:spMkLst>
        </pc:spChg>
        <pc:spChg chg="add mod">
          <ac:chgData name="Josué Silva de Morais" userId="f406c2cd-edfc-4057-be10-75858098c663" providerId="ADAL" clId="{A1824FC7-00A9-4708-B7FB-71BF84356830}" dt="2026-05-11T12:17:45.085" v="1339"/>
          <ac:spMkLst>
            <pc:docMk/>
            <pc:sldMk cId="3998809107" sldId="267"/>
            <ac:spMk id="3" creationId="{8DA4774C-9C27-48F8-A5FF-B34D2842DED0}"/>
          </ac:spMkLst>
        </pc:spChg>
        <pc:spChg chg="add mod">
          <ac:chgData name="Josué Silva de Morais" userId="f406c2cd-edfc-4057-be10-75858098c663" providerId="ADAL" clId="{A1824FC7-00A9-4708-B7FB-71BF84356830}" dt="2026-05-11T12:17:45.095" v="1348"/>
          <ac:spMkLst>
            <pc:docMk/>
            <pc:sldMk cId="3998809107" sldId="267"/>
            <ac:spMk id="4" creationId="{021A9E91-1042-4FD9-A97F-0410B15AAFF2}"/>
          </ac:spMkLst>
        </pc:spChg>
        <pc:spChg chg="add mod">
          <ac:chgData name="Josué Silva de Morais" userId="f406c2cd-edfc-4057-be10-75858098c663" providerId="ADAL" clId="{A1824FC7-00A9-4708-B7FB-71BF84356830}" dt="2026-05-11T12:17:45.101" v="1355"/>
          <ac:spMkLst>
            <pc:docMk/>
            <pc:sldMk cId="3998809107" sldId="267"/>
            <ac:spMk id="5" creationId="{01F4F65C-9C96-4159-B966-3691132C3D25}"/>
          </ac:spMkLst>
        </pc:spChg>
        <pc:spChg chg="add mod">
          <ac:chgData name="Josué Silva de Morais" userId="f406c2cd-edfc-4057-be10-75858098c663" providerId="ADAL" clId="{A1824FC7-00A9-4708-B7FB-71BF84356830}" dt="2026-05-11T12:17:45.106" v="1362"/>
          <ac:spMkLst>
            <pc:docMk/>
            <pc:sldMk cId="3998809107" sldId="267"/>
            <ac:spMk id="6" creationId="{0ADAE5C2-92FE-4C91-AA20-95489F27C650}"/>
          </ac:spMkLst>
        </pc:spChg>
        <pc:spChg chg="add mod">
          <ac:chgData name="Josué Silva de Morais" userId="f406c2cd-edfc-4057-be10-75858098c663" providerId="ADAL" clId="{A1824FC7-00A9-4708-B7FB-71BF84356830}" dt="2026-05-11T12:17:45.109" v="1365"/>
          <ac:spMkLst>
            <pc:docMk/>
            <pc:sldMk cId="3998809107" sldId="267"/>
            <ac:spMk id="7" creationId="{68E99CB4-4F3C-461E-B18B-0F739B3CA6FD}"/>
          </ac:spMkLst>
        </pc:spChg>
        <pc:spChg chg="add mod">
          <ac:chgData name="Josué Silva de Morais" userId="f406c2cd-edfc-4057-be10-75858098c663" providerId="ADAL" clId="{A1824FC7-00A9-4708-B7FB-71BF84356830}" dt="2026-05-11T12:17:45.112" v="1368"/>
          <ac:spMkLst>
            <pc:docMk/>
            <pc:sldMk cId="3998809107" sldId="267"/>
            <ac:spMk id="8" creationId="{C2E20458-C71E-49CC-8169-510F9C5A3AF8}"/>
          </ac:spMkLst>
        </pc:spChg>
        <pc:spChg chg="add mod">
          <ac:chgData name="Josué Silva de Morais" userId="f406c2cd-edfc-4057-be10-75858098c663" providerId="ADAL" clId="{A1824FC7-00A9-4708-B7FB-71BF84356830}" dt="2026-05-11T12:17:45.117" v="1374"/>
          <ac:spMkLst>
            <pc:docMk/>
            <pc:sldMk cId="3998809107" sldId="267"/>
            <ac:spMk id="9" creationId="{9EFFC7E4-973A-459C-BDEC-0ED68901106A}"/>
          </ac:spMkLst>
        </pc:spChg>
        <pc:spChg chg="add mod">
          <ac:chgData name="Josué Silva de Morais" userId="f406c2cd-edfc-4057-be10-75858098c663" providerId="ADAL" clId="{A1824FC7-00A9-4708-B7FB-71BF84356830}" dt="2026-05-11T12:17:45.119" v="1377"/>
          <ac:spMkLst>
            <pc:docMk/>
            <pc:sldMk cId="3998809107" sldId="267"/>
            <ac:spMk id="10" creationId="{139DB26B-408B-41CD-8135-DCCEB736E293}"/>
          </ac:spMkLst>
        </pc:spChg>
        <pc:spChg chg="add mod">
          <ac:chgData name="Josué Silva de Morais" userId="f406c2cd-edfc-4057-be10-75858098c663" providerId="ADAL" clId="{A1824FC7-00A9-4708-B7FB-71BF84356830}" dt="2026-05-11T12:17:45.121" v="1380"/>
          <ac:spMkLst>
            <pc:docMk/>
            <pc:sldMk cId="3998809107" sldId="267"/>
            <ac:spMk id="11" creationId="{76D6FEF9-C843-4DDA-BA59-0A2734F4302F}"/>
          </ac:spMkLst>
        </pc:spChg>
        <pc:spChg chg="add mod">
          <ac:chgData name="Josué Silva de Morais" userId="f406c2cd-edfc-4057-be10-75858098c663" providerId="ADAL" clId="{A1824FC7-00A9-4708-B7FB-71BF84356830}" dt="2026-05-11T12:17:45.130" v="1389"/>
          <ac:spMkLst>
            <pc:docMk/>
            <pc:sldMk cId="3998809107" sldId="267"/>
            <ac:spMk id="12" creationId="{DA92B575-187B-41C4-8DBB-00750241E6DB}"/>
          </ac:spMkLst>
        </pc:spChg>
        <pc:spChg chg="add mod">
          <ac:chgData name="Josué Silva de Morais" userId="f406c2cd-edfc-4057-be10-75858098c663" providerId="ADAL" clId="{A1824FC7-00A9-4708-B7FB-71BF84356830}" dt="2026-05-11T12:17:45.136" v="1398"/>
          <ac:spMkLst>
            <pc:docMk/>
            <pc:sldMk cId="3998809107" sldId="267"/>
            <ac:spMk id="13" creationId="{CBE389B2-022A-474F-B5A2-96F82A2CE9E7}"/>
          </ac:spMkLst>
        </pc:spChg>
        <pc:spChg chg="add mod">
          <ac:chgData name="Josué Silva de Morais" userId="f406c2cd-edfc-4057-be10-75858098c663" providerId="ADAL" clId="{A1824FC7-00A9-4708-B7FB-71BF84356830}" dt="2026-05-11T12:17:45.141" v="1403"/>
          <ac:spMkLst>
            <pc:docMk/>
            <pc:sldMk cId="3998809107" sldId="267"/>
            <ac:spMk id="14" creationId="{25CC690E-517E-407F-9087-1E583EC99213}"/>
          </ac:spMkLst>
        </pc:spChg>
        <pc:spChg chg="add mod">
          <ac:chgData name="Josué Silva de Morais" userId="f406c2cd-edfc-4057-be10-75858098c663" providerId="ADAL" clId="{A1824FC7-00A9-4708-B7FB-71BF84356830}" dt="2026-05-11T12:17:45.144" v="1406"/>
          <ac:spMkLst>
            <pc:docMk/>
            <pc:sldMk cId="3998809107" sldId="267"/>
            <ac:spMk id="15" creationId="{11844C6D-2EA3-4399-8E96-D84A2D20079F}"/>
          </ac:spMkLst>
        </pc:spChg>
        <pc:spChg chg="add mod">
          <ac:chgData name="Josué Silva de Morais" userId="f406c2cd-edfc-4057-be10-75858098c663" providerId="ADAL" clId="{A1824FC7-00A9-4708-B7FB-71BF84356830}" dt="2026-05-11T12:17:45.147" v="1409"/>
          <ac:spMkLst>
            <pc:docMk/>
            <pc:sldMk cId="3998809107" sldId="267"/>
            <ac:spMk id="16" creationId="{7FC361CE-D07F-4C64-86D8-0BD0C08F5BAF}"/>
          </ac:spMkLst>
        </pc:spChg>
        <pc:spChg chg="add mod">
          <ac:chgData name="Josué Silva de Morais" userId="f406c2cd-edfc-4057-be10-75858098c663" providerId="ADAL" clId="{A1824FC7-00A9-4708-B7FB-71BF84356830}" dt="2026-05-11T12:17:45.148" v="1412"/>
          <ac:spMkLst>
            <pc:docMk/>
            <pc:sldMk cId="3998809107" sldId="267"/>
            <ac:spMk id="17" creationId="{421709AC-3F1E-4146-874C-59AF912F62A5}"/>
          </ac:spMkLst>
        </pc:spChg>
        <pc:spChg chg="add mod">
          <ac:chgData name="Josué Silva de Morais" userId="f406c2cd-edfc-4057-be10-75858098c663" providerId="ADAL" clId="{A1824FC7-00A9-4708-B7FB-71BF84356830}" dt="2026-05-11T12:17:45.150" v="1415"/>
          <ac:spMkLst>
            <pc:docMk/>
            <pc:sldMk cId="3998809107" sldId="267"/>
            <ac:spMk id="18" creationId="{C10137DC-3AD4-4C2E-8A14-67E64FDE9236}"/>
          </ac:spMkLst>
        </pc:spChg>
        <pc:spChg chg="add mod">
          <ac:chgData name="Josué Silva de Morais" userId="f406c2cd-edfc-4057-be10-75858098c663" providerId="ADAL" clId="{A1824FC7-00A9-4708-B7FB-71BF84356830}" dt="2026-05-11T12:17:45.153" v="1419"/>
          <ac:spMkLst>
            <pc:docMk/>
            <pc:sldMk cId="3998809107" sldId="267"/>
            <ac:spMk id="19" creationId="{1C9087CD-7B93-427F-A49B-F53F478BD9A5}"/>
          </ac:spMkLst>
        </pc:spChg>
        <pc:spChg chg="add mod">
          <ac:chgData name="Josué Silva de Morais" userId="f406c2cd-edfc-4057-be10-75858098c663" providerId="ADAL" clId="{A1824FC7-00A9-4708-B7FB-71BF84356830}" dt="2026-05-11T12:17:45.157" v="1425"/>
          <ac:spMkLst>
            <pc:docMk/>
            <pc:sldMk cId="3998809107" sldId="267"/>
            <ac:spMk id="20" creationId="{8EF67B32-38B9-4ADD-BF5D-1E9952DA2FA3}"/>
          </ac:spMkLst>
        </pc:spChg>
        <pc:spChg chg="add mod">
          <ac:chgData name="Josué Silva de Morais" userId="f406c2cd-edfc-4057-be10-75858098c663" providerId="ADAL" clId="{A1824FC7-00A9-4708-B7FB-71BF84356830}" dt="2026-05-11T12:17:45.164" v="1432"/>
          <ac:spMkLst>
            <pc:docMk/>
            <pc:sldMk cId="3998809107" sldId="267"/>
            <ac:spMk id="21" creationId="{76F8652E-DF66-4725-B3E6-9AFB862AD97F}"/>
          </ac:spMkLst>
        </pc:spChg>
        <pc:spChg chg="add mod">
          <ac:chgData name="Josué Silva de Morais" userId="f406c2cd-edfc-4057-be10-75858098c663" providerId="ADAL" clId="{A1824FC7-00A9-4708-B7FB-71BF84356830}" dt="2026-05-11T12:17:45.169" v="1437"/>
          <ac:spMkLst>
            <pc:docMk/>
            <pc:sldMk cId="3998809107" sldId="267"/>
            <ac:spMk id="22" creationId="{B1CB73F0-74D1-4A0A-80FB-2FDCFF1AF1A8}"/>
          </ac:spMkLst>
        </pc:spChg>
        <pc:spChg chg="add mod">
          <ac:chgData name="Josué Silva de Morais" userId="f406c2cd-edfc-4057-be10-75858098c663" providerId="ADAL" clId="{A1824FC7-00A9-4708-B7FB-71BF84356830}" dt="2026-05-11T12:17:45.171" v="1440"/>
          <ac:spMkLst>
            <pc:docMk/>
            <pc:sldMk cId="3998809107" sldId="267"/>
            <ac:spMk id="23" creationId="{488E4866-5C24-42E5-B40B-C59DFA7558ED}"/>
          </ac:spMkLst>
        </pc:spChg>
        <pc:spChg chg="add mod">
          <ac:chgData name="Josué Silva de Morais" userId="f406c2cd-edfc-4057-be10-75858098c663" providerId="ADAL" clId="{A1824FC7-00A9-4708-B7FB-71BF84356830}" dt="2026-05-11T12:17:45.175" v="1443"/>
          <ac:spMkLst>
            <pc:docMk/>
            <pc:sldMk cId="3998809107" sldId="267"/>
            <ac:spMk id="24" creationId="{441DEAC5-B510-44B1-9F12-98DD65DE3176}"/>
          </ac:spMkLst>
        </pc:spChg>
        <pc:spChg chg="add mod">
          <ac:chgData name="Josué Silva de Morais" userId="f406c2cd-edfc-4057-be10-75858098c663" providerId="ADAL" clId="{A1824FC7-00A9-4708-B7FB-71BF84356830}" dt="2026-05-11T12:17:45.178" v="1447"/>
          <ac:spMkLst>
            <pc:docMk/>
            <pc:sldMk cId="3998809107" sldId="267"/>
            <ac:spMk id="25" creationId="{AAB5DCBC-C8E9-4616-8B32-C7AD901CFEF0}"/>
          </ac:spMkLst>
        </pc:spChg>
        <pc:spChg chg="add mod">
          <ac:chgData name="Josué Silva de Morais" userId="f406c2cd-edfc-4057-be10-75858098c663" providerId="ADAL" clId="{A1824FC7-00A9-4708-B7FB-71BF84356830}" dt="2026-05-11T12:17:45.183" v="1453"/>
          <ac:spMkLst>
            <pc:docMk/>
            <pc:sldMk cId="3998809107" sldId="267"/>
            <ac:spMk id="26" creationId="{C59B25AB-6A7F-4BD7-8E14-5A3CED3409C2}"/>
          </ac:spMkLst>
        </pc:spChg>
        <pc:spChg chg="add mod">
          <ac:chgData name="Josué Silva de Morais" userId="f406c2cd-edfc-4057-be10-75858098c663" providerId="ADAL" clId="{A1824FC7-00A9-4708-B7FB-71BF84356830}" dt="2026-05-11T12:17:45.188" v="1460"/>
          <ac:spMkLst>
            <pc:docMk/>
            <pc:sldMk cId="3998809107" sldId="267"/>
            <ac:spMk id="27" creationId="{E97CF507-0CBD-4539-B839-EF57473C8044}"/>
          </ac:spMkLst>
        </pc:spChg>
        <pc:spChg chg="add mod">
          <ac:chgData name="Josué Silva de Morais" userId="f406c2cd-edfc-4057-be10-75858098c663" providerId="ADAL" clId="{A1824FC7-00A9-4708-B7FB-71BF84356830}" dt="2026-05-11T12:17:45.193" v="1465"/>
          <ac:spMkLst>
            <pc:docMk/>
            <pc:sldMk cId="3998809107" sldId="267"/>
            <ac:spMk id="28" creationId="{E7E4AA03-1913-48F2-81B2-F00C388E35CF}"/>
          </ac:spMkLst>
        </pc:spChg>
        <pc:spChg chg="add mod">
          <ac:chgData name="Josué Silva de Morais" userId="f406c2cd-edfc-4057-be10-75858098c663" providerId="ADAL" clId="{A1824FC7-00A9-4708-B7FB-71BF84356830}" dt="2026-05-11T12:17:45.196" v="1468"/>
          <ac:spMkLst>
            <pc:docMk/>
            <pc:sldMk cId="3998809107" sldId="267"/>
            <ac:spMk id="29" creationId="{91FB5D5A-C4D2-4735-8167-E49172C4BB66}"/>
          </ac:spMkLst>
        </pc:spChg>
        <pc:spChg chg="add mod">
          <ac:chgData name="Josué Silva de Morais" userId="f406c2cd-edfc-4057-be10-75858098c663" providerId="ADAL" clId="{A1824FC7-00A9-4708-B7FB-71BF84356830}" dt="2026-05-11T12:17:45.198" v="1471"/>
          <ac:spMkLst>
            <pc:docMk/>
            <pc:sldMk cId="3998809107" sldId="267"/>
            <ac:spMk id="30" creationId="{6DD105AC-052A-4F9C-8773-60DBE1389EFF}"/>
          </ac:spMkLst>
        </pc:spChg>
        <pc:spChg chg="add mod">
          <ac:chgData name="Josué Silva de Morais" userId="f406c2cd-edfc-4057-be10-75858098c663" providerId="ADAL" clId="{A1824FC7-00A9-4708-B7FB-71BF84356830}" dt="2026-05-11T12:17:45.203" v="1475"/>
          <ac:spMkLst>
            <pc:docMk/>
            <pc:sldMk cId="3998809107" sldId="267"/>
            <ac:spMk id="31" creationId="{D9C2C116-E471-4331-8AAF-3850D571D038}"/>
          </ac:spMkLst>
        </pc:spChg>
        <pc:spChg chg="add mod">
          <ac:chgData name="Josué Silva de Morais" userId="f406c2cd-edfc-4057-be10-75858098c663" providerId="ADAL" clId="{A1824FC7-00A9-4708-B7FB-71BF84356830}" dt="2026-05-11T12:17:45.208" v="1481"/>
          <ac:spMkLst>
            <pc:docMk/>
            <pc:sldMk cId="3998809107" sldId="267"/>
            <ac:spMk id="32" creationId="{191DF605-7CEA-4DAC-A3D0-DA103E57F26B}"/>
          </ac:spMkLst>
        </pc:spChg>
        <pc:spChg chg="add mod">
          <ac:chgData name="Josué Silva de Morais" userId="f406c2cd-edfc-4057-be10-75858098c663" providerId="ADAL" clId="{A1824FC7-00A9-4708-B7FB-71BF84356830}" dt="2026-05-11T12:17:45.217" v="1488"/>
          <ac:spMkLst>
            <pc:docMk/>
            <pc:sldMk cId="3998809107" sldId="267"/>
            <ac:spMk id="33" creationId="{EF4EE755-F2CC-440E-BF65-3D87796E0DB1}"/>
          </ac:spMkLst>
        </pc:spChg>
        <pc:spChg chg="add mod">
          <ac:chgData name="Josué Silva de Morais" userId="f406c2cd-edfc-4057-be10-75858098c663" providerId="ADAL" clId="{A1824FC7-00A9-4708-B7FB-71BF84356830}" dt="2026-05-11T12:17:45.222" v="1493"/>
          <ac:spMkLst>
            <pc:docMk/>
            <pc:sldMk cId="3998809107" sldId="267"/>
            <ac:spMk id="34" creationId="{62B22F0E-7559-48F1-80B3-F08926DDFAED}"/>
          </ac:spMkLst>
        </pc:spChg>
        <pc:spChg chg="add mod">
          <ac:chgData name="Josué Silva de Morais" userId="f406c2cd-edfc-4057-be10-75858098c663" providerId="ADAL" clId="{A1824FC7-00A9-4708-B7FB-71BF84356830}" dt="2026-05-11T12:17:45.223" v="1496"/>
          <ac:spMkLst>
            <pc:docMk/>
            <pc:sldMk cId="3998809107" sldId="267"/>
            <ac:spMk id="35" creationId="{665809DC-3E31-4AD6-B679-58A396338005}"/>
          </ac:spMkLst>
        </pc:spChg>
        <pc:spChg chg="add mod">
          <ac:chgData name="Josué Silva de Morais" userId="f406c2cd-edfc-4057-be10-75858098c663" providerId="ADAL" clId="{A1824FC7-00A9-4708-B7FB-71BF84356830}" dt="2026-05-11T12:17:45.227" v="1499"/>
          <ac:spMkLst>
            <pc:docMk/>
            <pc:sldMk cId="3998809107" sldId="267"/>
            <ac:spMk id="36" creationId="{3B117D91-645E-4A63-B598-BFED071FCA43}"/>
          </ac:spMkLst>
        </pc:spChg>
        <pc:spChg chg="add mod">
          <ac:chgData name="Josué Silva de Morais" userId="f406c2cd-edfc-4057-be10-75858098c663" providerId="ADAL" clId="{A1824FC7-00A9-4708-B7FB-71BF84356830}" dt="2026-05-11T12:17:45.234" v="1505"/>
          <ac:spMkLst>
            <pc:docMk/>
            <pc:sldMk cId="3998809107" sldId="267"/>
            <ac:spMk id="37" creationId="{247D77CA-C993-4C3D-B9C6-185902090556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2:19:09.646" v="1903" actId="1076"/>
        <pc:sldMkLst>
          <pc:docMk/>
          <pc:sldMk cId="2451668700" sldId="268"/>
        </pc:sldMkLst>
        <pc:spChg chg="add mod">
          <ac:chgData name="Josué Silva de Morais" userId="f406c2cd-edfc-4057-be10-75858098c663" providerId="ADAL" clId="{A1824FC7-00A9-4708-B7FB-71BF84356830}" dt="2026-05-11T12:18:16.282" v="1509"/>
          <ac:spMkLst>
            <pc:docMk/>
            <pc:sldMk cId="2451668700" sldId="268"/>
            <ac:spMk id="2" creationId="{25E5313C-B1DD-491E-9585-E7E9992F4DEE}"/>
          </ac:spMkLst>
        </pc:spChg>
        <pc:spChg chg="add mod">
          <ac:chgData name="Josué Silva de Morais" userId="f406c2cd-edfc-4057-be10-75858098c663" providerId="ADAL" clId="{A1824FC7-00A9-4708-B7FB-71BF84356830}" dt="2026-05-11T12:18:16.287" v="1515"/>
          <ac:spMkLst>
            <pc:docMk/>
            <pc:sldMk cId="2451668700" sldId="268"/>
            <ac:spMk id="3" creationId="{BFE884CD-3DD3-4AAC-BEFC-5EAAF22116B0}"/>
          </ac:spMkLst>
        </pc:spChg>
        <pc:spChg chg="add mod">
          <ac:chgData name="Josué Silva de Morais" userId="f406c2cd-edfc-4057-be10-75858098c663" providerId="ADAL" clId="{A1824FC7-00A9-4708-B7FB-71BF84356830}" dt="2026-05-11T12:18:16.292" v="1519"/>
          <ac:spMkLst>
            <pc:docMk/>
            <pc:sldMk cId="2451668700" sldId="268"/>
            <ac:spMk id="4" creationId="{F08089F5-8C3C-4A9B-96B2-DFE0036B2F9A}"/>
          </ac:spMkLst>
        </pc:spChg>
        <pc:spChg chg="add mod">
          <ac:chgData name="Josué Silva de Morais" userId="f406c2cd-edfc-4057-be10-75858098c663" providerId="ADAL" clId="{A1824FC7-00A9-4708-B7FB-71BF84356830}" dt="2026-05-11T12:18:16.298" v="1525"/>
          <ac:spMkLst>
            <pc:docMk/>
            <pc:sldMk cId="2451668700" sldId="268"/>
            <ac:spMk id="5" creationId="{10C728C4-2D6A-4CFF-9380-3BECA0439C8D}"/>
          </ac:spMkLst>
        </pc:spChg>
        <pc:spChg chg="add mod">
          <ac:chgData name="Josué Silva de Morais" userId="f406c2cd-edfc-4057-be10-75858098c663" providerId="ADAL" clId="{A1824FC7-00A9-4708-B7FB-71BF84356830}" dt="2026-05-11T12:18:16.303" v="1532"/>
          <ac:spMkLst>
            <pc:docMk/>
            <pc:sldMk cId="2451668700" sldId="268"/>
            <ac:spMk id="6" creationId="{F53C48D5-7E45-445F-982A-8729CB926906}"/>
          </ac:spMkLst>
        </pc:spChg>
        <pc:spChg chg="add mod">
          <ac:chgData name="Josué Silva de Morais" userId="f406c2cd-edfc-4057-be10-75858098c663" providerId="ADAL" clId="{A1824FC7-00A9-4708-B7FB-71BF84356830}" dt="2026-05-11T12:18:16.307" v="1535"/>
          <ac:spMkLst>
            <pc:docMk/>
            <pc:sldMk cId="2451668700" sldId="268"/>
            <ac:spMk id="7" creationId="{C1F0AE08-9596-43FB-BF16-7F202A33FECA}"/>
          </ac:spMkLst>
        </pc:spChg>
        <pc:spChg chg="add mod">
          <ac:chgData name="Josué Silva de Morais" userId="f406c2cd-edfc-4057-be10-75858098c663" providerId="ADAL" clId="{A1824FC7-00A9-4708-B7FB-71BF84356830}" dt="2026-05-11T12:18:16.314" v="1544"/>
          <ac:spMkLst>
            <pc:docMk/>
            <pc:sldMk cId="2451668700" sldId="268"/>
            <ac:spMk id="8" creationId="{5F1ADD32-3ABF-45D5-9D59-D97FD6999D3A}"/>
          </ac:spMkLst>
        </pc:spChg>
        <pc:spChg chg="add mod">
          <ac:chgData name="Josué Silva de Morais" userId="f406c2cd-edfc-4057-be10-75858098c663" providerId="ADAL" clId="{A1824FC7-00A9-4708-B7FB-71BF84356830}" dt="2026-05-11T12:18:16.318" v="1549"/>
          <ac:spMkLst>
            <pc:docMk/>
            <pc:sldMk cId="2451668700" sldId="268"/>
            <ac:spMk id="9" creationId="{731C2E6A-103E-42E7-9277-819F2E959345}"/>
          </ac:spMkLst>
        </pc:spChg>
        <pc:spChg chg="add mod">
          <ac:chgData name="Josué Silva de Morais" userId="f406c2cd-edfc-4057-be10-75858098c663" providerId="ADAL" clId="{A1824FC7-00A9-4708-B7FB-71BF84356830}" dt="2026-05-11T12:18:16.320" v="1552"/>
          <ac:spMkLst>
            <pc:docMk/>
            <pc:sldMk cId="2451668700" sldId="268"/>
            <ac:spMk id="10" creationId="{BC23A8FD-353E-4ECD-B574-E5DA48B59103}"/>
          </ac:spMkLst>
        </pc:spChg>
        <pc:spChg chg="add mod">
          <ac:chgData name="Josué Silva de Morais" userId="f406c2cd-edfc-4057-be10-75858098c663" providerId="ADAL" clId="{A1824FC7-00A9-4708-B7FB-71BF84356830}" dt="2026-05-11T12:18:16.325" v="1555"/>
          <ac:spMkLst>
            <pc:docMk/>
            <pc:sldMk cId="2451668700" sldId="268"/>
            <ac:spMk id="11" creationId="{CDD771B9-292D-483D-970E-D22F5CF8D276}"/>
          </ac:spMkLst>
        </pc:spChg>
        <pc:spChg chg="add mod">
          <ac:chgData name="Josué Silva de Morais" userId="f406c2cd-edfc-4057-be10-75858098c663" providerId="ADAL" clId="{A1824FC7-00A9-4708-B7FB-71BF84356830}" dt="2026-05-11T12:18:16.329" v="1561"/>
          <ac:spMkLst>
            <pc:docMk/>
            <pc:sldMk cId="2451668700" sldId="268"/>
            <ac:spMk id="12" creationId="{8E02DF10-5168-4E76-98EE-898C952BD33A}"/>
          </ac:spMkLst>
        </pc:spChg>
        <pc:spChg chg="add mod">
          <ac:chgData name="Josué Silva de Morais" userId="f406c2cd-edfc-4057-be10-75858098c663" providerId="ADAL" clId="{A1824FC7-00A9-4708-B7FB-71BF84356830}" dt="2026-05-11T12:18:16.330" v="1564"/>
          <ac:spMkLst>
            <pc:docMk/>
            <pc:sldMk cId="2451668700" sldId="268"/>
            <ac:spMk id="13" creationId="{853D3B30-2C46-4DA3-B1C3-8FFB2FCE70ED}"/>
          </ac:spMkLst>
        </pc:spChg>
        <pc:spChg chg="add mod">
          <ac:chgData name="Josué Silva de Morais" userId="f406c2cd-edfc-4057-be10-75858098c663" providerId="ADAL" clId="{A1824FC7-00A9-4708-B7FB-71BF84356830}" dt="2026-05-11T12:18:16.337" v="1573"/>
          <ac:spMkLst>
            <pc:docMk/>
            <pc:sldMk cId="2451668700" sldId="268"/>
            <ac:spMk id="14" creationId="{7A5BD1A6-B444-4347-976A-056E220B6425}"/>
          </ac:spMkLst>
        </pc:spChg>
        <pc:spChg chg="add mod">
          <ac:chgData name="Josué Silva de Morais" userId="f406c2cd-edfc-4057-be10-75858098c663" providerId="ADAL" clId="{A1824FC7-00A9-4708-B7FB-71BF84356830}" dt="2026-05-11T12:18:16.342" v="1576"/>
          <ac:spMkLst>
            <pc:docMk/>
            <pc:sldMk cId="2451668700" sldId="268"/>
            <ac:spMk id="15" creationId="{F8CC897E-8795-499E-9CCB-D160BEAE94E4}"/>
          </ac:spMkLst>
        </pc:spChg>
        <pc:spChg chg="add mod">
          <ac:chgData name="Josué Silva de Morais" userId="f406c2cd-edfc-4057-be10-75858098c663" providerId="ADAL" clId="{A1824FC7-00A9-4708-B7FB-71BF84356830}" dt="2026-05-11T12:18:16.345" v="1579"/>
          <ac:spMkLst>
            <pc:docMk/>
            <pc:sldMk cId="2451668700" sldId="268"/>
            <ac:spMk id="16" creationId="{2EF757F1-C373-4888-8C7D-7F4972D12E39}"/>
          </ac:spMkLst>
        </pc:spChg>
        <pc:spChg chg="add mod">
          <ac:chgData name="Josué Silva de Morais" userId="f406c2cd-edfc-4057-be10-75858098c663" providerId="ADAL" clId="{A1824FC7-00A9-4708-B7FB-71BF84356830}" dt="2026-05-11T12:18:16.346" v="1582"/>
          <ac:spMkLst>
            <pc:docMk/>
            <pc:sldMk cId="2451668700" sldId="268"/>
            <ac:spMk id="17" creationId="{87786DFF-5BD8-4895-9984-B31E886E83BF}"/>
          </ac:spMkLst>
        </pc:spChg>
        <pc:spChg chg="add mod">
          <ac:chgData name="Josué Silva de Morais" userId="f406c2cd-edfc-4057-be10-75858098c663" providerId="ADAL" clId="{A1824FC7-00A9-4708-B7FB-71BF84356830}" dt="2026-05-11T12:18:16.348" v="1585"/>
          <ac:spMkLst>
            <pc:docMk/>
            <pc:sldMk cId="2451668700" sldId="268"/>
            <ac:spMk id="18" creationId="{345723CF-1968-4FA5-B7B2-BB858D55DF3E}"/>
          </ac:spMkLst>
        </pc:spChg>
        <pc:spChg chg="add mod">
          <ac:chgData name="Josué Silva de Morais" userId="f406c2cd-edfc-4057-be10-75858098c663" providerId="ADAL" clId="{A1824FC7-00A9-4708-B7FB-71BF84356830}" dt="2026-05-11T12:18:16.350" v="1588"/>
          <ac:spMkLst>
            <pc:docMk/>
            <pc:sldMk cId="2451668700" sldId="268"/>
            <ac:spMk id="19" creationId="{E5A75FBC-3BAE-4A7F-8BAE-58F5CB918002}"/>
          </ac:spMkLst>
        </pc:spChg>
        <pc:spChg chg="add mod">
          <ac:chgData name="Josué Silva de Morais" userId="f406c2cd-edfc-4057-be10-75858098c663" providerId="ADAL" clId="{A1824FC7-00A9-4708-B7FB-71BF84356830}" dt="2026-05-11T12:18:16.359" v="1597"/>
          <ac:spMkLst>
            <pc:docMk/>
            <pc:sldMk cId="2451668700" sldId="268"/>
            <ac:spMk id="20" creationId="{D2C7F54B-DE38-449E-8A42-A27C122D3D2C}"/>
          </ac:spMkLst>
        </pc:spChg>
        <pc:spChg chg="add mod">
          <ac:chgData name="Josué Silva de Morais" userId="f406c2cd-edfc-4057-be10-75858098c663" providerId="ADAL" clId="{A1824FC7-00A9-4708-B7FB-71BF84356830}" dt="2026-05-11T12:18:16.361" v="1600"/>
          <ac:spMkLst>
            <pc:docMk/>
            <pc:sldMk cId="2451668700" sldId="268"/>
            <ac:spMk id="21" creationId="{39ECD801-32AB-4135-8795-383112592DF5}"/>
          </ac:spMkLst>
        </pc:spChg>
        <pc:spChg chg="add mod">
          <ac:chgData name="Josué Silva de Morais" userId="f406c2cd-edfc-4057-be10-75858098c663" providerId="ADAL" clId="{A1824FC7-00A9-4708-B7FB-71BF84356830}" dt="2026-05-11T12:18:16.363" v="1603"/>
          <ac:spMkLst>
            <pc:docMk/>
            <pc:sldMk cId="2451668700" sldId="268"/>
            <ac:spMk id="22" creationId="{CAC12F87-0E40-4534-8156-80D59137F1C0}"/>
          </ac:spMkLst>
        </pc:spChg>
        <pc:spChg chg="add mod">
          <ac:chgData name="Josué Silva de Morais" userId="f406c2cd-edfc-4057-be10-75858098c663" providerId="ADAL" clId="{A1824FC7-00A9-4708-B7FB-71BF84356830}" dt="2026-05-11T12:18:16.365" v="1606"/>
          <ac:spMkLst>
            <pc:docMk/>
            <pc:sldMk cId="2451668700" sldId="268"/>
            <ac:spMk id="23" creationId="{B416B46D-0CFE-40DA-9AD4-83AB9DB75915}"/>
          </ac:spMkLst>
        </pc:spChg>
        <pc:spChg chg="add mod">
          <ac:chgData name="Josué Silva de Morais" userId="f406c2cd-edfc-4057-be10-75858098c663" providerId="ADAL" clId="{A1824FC7-00A9-4708-B7FB-71BF84356830}" dt="2026-05-11T12:18:16.367" v="1609"/>
          <ac:spMkLst>
            <pc:docMk/>
            <pc:sldMk cId="2451668700" sldId="268"/>
            <ac:spMk id="24" creationId="{331E9E2E-7E40-4C32-A480-673AE2E3F1FF}"/>
          </ac:spMkLst>
        </pc:spChg>
        <pc:spChg chg="add mod">
          <ac:chgData name="Josué Silva de Morais" userId="f406c2cd-edfc-4057-be10-75858098c663" providerId="ADAL" clId="{A1824FC7-00A9-4708-B7FB-71BF84356830}" dt="2026-05-11T12:19:09.646" v="1903" actId="1076"/>
          <ac:spMkLst>
            <pc:docMk/>
            <pc:sldMk cId="2451668700" sldId="268"/>
            <ac:spMk id="25" creationId="{CE9C3361-2C1C-4A6F-933C-0EF906472F2D}"/>
          </ac:spMkLst>
        </pc:spChg>
        <pc:spChg chg="add mod">
          <ac:chgData name="Josué Silva de Morais" userId="f406c2cd-edfc-4057-be10-75858098c663" providerId="ADAL" clId="{A1824FC7-00A9-4708-B7FB-71BF84356830}" dt="2026-05-11T12:18:16.379" v="1619"/>
          <ac:spMkLst>
            <pc:docMk/>
            <pc:sldMk cId="2451668700" sldId="268"/>
            <ac:spMk id="26" creationId="{27D274A1-BC5E-42F5-8802-EF1A9F27EA16}"/>
          </ac:spMkLst>
        </pc:spChg>
        <pc:spChg chg="add mod">
          <ac:chgData name="Josué Silva de Morais" userId="f406c2cd-edfc-4057-be10-75858098c663" providerId="ADAL" clId="{A1824FC7-00A9-4708-B7FB-71BF84356830}" dt="2026-05-11T12:18:16.383" v="1625"/>
          <ac:spMkLst>
            <pc:docMk/>
            <pc:sldMk cId="2451668700" sldId="268"/>
            <ac:spMk id="27" creationId="{E1E1FF35-E56B-4AE6-99E6-6E7BCEEECB6A}"/>
          </ac:spMkLst>
        </pc:spChg>
        <pc:spChg chg="add mod">
          <ac:chgData name="Josué Silva de Morais" userId="f406c2cd-edfc-4057-be10-75858098c663" providerId="ADAL" clId="{A1824FC7-00A9-4708-B7FB-71BF84356830}" dt="2026-05-11T12:18:16.386" v="1629"/>
          <ac:spMkLst>
            <pc:docMk/>
            <pc:sldMk cId="2451668700" sldId="268"/>
            <ac:spMk id="28" creationId="{5F65B6FC-6540-46AB-B309-F5F2DF17FA78}"/>
          </ac:spMkLst>
        </pc:spChg>
        <pc:spChg chg="add mod">
          <ac:chgData name="Josué Silva de Morais" userId="f406c2cd-edfc-4057-be10-75858098c663" providerId="ADAL" clId="{A1824FC7-00A9-4708-B7FB-71BF84356830}" dt="2026-05-11T12:18:16.392" v="1635"/>
          <ac:spMkLst>
            <pc:docMk/>
            <pc:sldMk cId="2451668700" sldId="268"/>
            <ac:spMk id="29" creationId="{E4006BE6-1A44-4B5E-B517-24D50C25DA9A}"/>
          </ac:spMkLst>
        </pc:spChg>
        <pc:spChg chg="add mod">
          <ac:chgData name="Josué Silva de Morais" userId="f406c2cd-edfc-4057-be10-75858098c663" providerId="ADAL" clId="{A1824FC7-00A9-4708-B7FB-71BF84356830}" dt="2026-05-11T12:18:16.398" v="1642"/>
          <ac:spMkLst>
            <pc:docMk/>
            <pc:sldMk cId="2451668700" sldId="268"/>
            <ac:spMk id="30" creationId="{02CDCA15-7B27-4E2F-BCEC-88F25F729005}"/>
          </ac:spMkLst>
        </pc:spChg>
        <pc:spChg chg="add mod">
          <ac:chgData name="Josué Silva de Morais" userId="f406c2cd-edfc-4057-be10-75858098c663" providerId="ADAL" clId="{A1824FC7-00A9-4708-B7FB-71BF84356830}" dt="2026-05-11T12:18:16.400" v="1646"/>
          <ac:spMkLst>
            <pc:docMk/>
            <pc:sldMk cId="2451668700" sldId="268"/>
            <ac:spMk id="31" creationId="{53F357C1-7069-470B-95FB-A871E1C9DAE0}"/>
          </ac:spMkLst>
        </pc:spChg>
        <pc:spChg chg="add mod">
          <ac:chgData name="Josué Silva de Morais" userId="f406c2cd-edfc-4057-be10-75858098c663" providerId="ADAL" clId="{A1824FC7-00A9-4708-B7FB-71BF84356830}" dt="2026-05-11T12:18:16.407" v="1652"/>
          <ac:spMkLst>
            <pc:docMk/>
            <pc:sldMk cId="2451668700" sldId="268"/>
            <ac:spMk id="32" creationId="{3EB460A8-878F-4C8A-B9C4-1BF9698A6D94}"/>
          </ac:spMkLst>
        </pc:spChg>
        <pc:spChg chg="add mod">
          <ac:chgData name="Josué Silva de Morais" userId="f406c2cd-edfc-4057-be10-75858098c663" providerId="ADAL" clId="{A1824FC7-00A9-4708-B7FB-71BF84356830}" dt="2026-05-11T12:18:16.413" v="1659"/>
          <ac:spMkLst>
            <pc:docMk/>
            <pc:sldMk cId="2451668700" sldId="268"/>
            <ac:spMk id="33" creationId="{95BC40C3-FA31-41B6-BA11-89557D1AC876}"/>
          </ac:spMkLst>
        </pc:spChg>
        <pc:spChg chg="add mod">
          <ac:chgData name="Josué Silva de Morais" userId="f406c2cd-edfc-4057-be10-75858098c663" providerId="ADAL" clId="{A1824FC7-00A9-4708-B7FB-71BF84356830}" dt="2026-05-11T12:18:16.416" v="1663"/>
          <ac:spMkLst>
            <pc:docMk/>
            <pc:sldMk cId="2451668700" sldId="268"/>
            <ac:spMk id="34" creationId="{7FCD120C-E605-4FD0-9B65-CA39E81E1C72}"/>
          </ac:spMkLst>
        </pc:spChg>
        <pc:spChg chg="add mod">
          <ac:chgData name="Josué Silva de Morais" userId="f406c2cd-edfc-4057-be10-75858098c663" providerId="ADAL" clId="{A1824FC7-00A9-4708-B7FB-71BF84356830}" dt="2026-05-11T12:18:16.420" v="1669"/>
          <ac:spMkLst>
            <pc:docMk/>
            <pc:sldMk cId="2451668700" sldId="268"/>
            <ac:spMk id="35" creationId="{5639C21B-58A4-4E4C-BDF9-C16D82D6DE6F}"/>
          </ac:spMkLst>
        </pc:spChg>
        <pc:spChg chg="add mod">
          <ac:chgData name="Josué Silva de Morais" userId="f406c2cd-edfc-4057-be10-75858098c663" providerId="ADAL" clId="{A1824FC7-00A9-4708-B7FB-71BF84356830}" dt="2026-05-11T12:18:16.430" v="1676"/>
          <ac:spMkLst>
            <pc:docMk/>
            <pc:sldMk cId="2451668700" sldId="268"/>
            <ac:spMk id="36" creationId="{DAC210D4-482C-42DF-A356-B5DA486F8988}"/>
          </ac:spMkLst>
        </pc:spChg>
        <pc:spChg chg="add mod">
          <ac:chgData name="Josué Silva de Morais" userId="f406c2cd-edfc-4057-be10-75858098c663" providerId="ADAL" clId="{A1824FC7-00A9-4708-B7FB-71BF84356830}" dt="2026-05-11T12:18:16.433" v="1680"/>
          <ac:spMkLst>
            <pc:docMk/>
            <pc:sldMk cId="2451668700" sldId="268"/>
            <ac:spMk id="37" creationId="{23400172-31BD-417B-90DE-88E6AC5B6947}"/>
          </ac:spMkLst>
        </pc:spChg>
        <pc:spChg chg="add mod">
          <ac:chgData name="Josué Silva de Morais" userId="f406c2cd-edfc-4057-be10-75858098c663" providerId="ADAL" clId="{A1824FC7-00A9-4708-B7FB-71BF84356830}" dt="2026-05-11T12:18:16.440" v="1686"/>
          <ac:spMkLst>
            <pc:docMk/>
            <pc:sldMk cId="2451668700" sldId="268"/>
            <ac:spMk id="38" creationId="{9148ED24-AD67-4303-AE51-A4A6B2BE3D72}"/>
          </ac:spMkLst>
        </pc:spChg>
        <pc:spChg chg="add mod">
          <ac:chgData name="Josué Silva de Morais" userId="f406c2cd-edfc-4057-be10-75858098c663" providerId="ADAL" clId="{A1824FC7-00A9-4708-B7FB-71BF84356830}" dt="2026-05-11T12:18:49.390" v="1902" actId="1035"/>
          <ac:spMkLst>
            <pc:docMk/>
            <pc:sldMk cId="2451668700" sldId="268"/>
            <ac:spMk id="39" creationId="{C898B3AB-6CFF-4D56-9EA7-BE82F576BF89}"/>
          </ac:spMkLst>
        </pc:spChg>
        <pc:spChg chg="add mod">
          <ac:chgData name="Josué Silva de Morais" userId="f406c2cd-edfc-4057-be10-75858098c663" providerId="ADAL" clId="{A1824FC7-00A9-4708-B7FB-71BF84356830}" dt="2026-05-11T12:18:16.452" v="1699"/>
          <ac:spMkLst>
            <pc:docMk/>
            <pc:sldMk cId="2451668700" sldId="268"/>
            <ac:spMk id="40" creationId="{98D289EA-A30F-4743-9392-CBC87FB6B95D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2:18:39.746" v="1891"/>
        <pc:sldMkLst>
          <pc:docMk/>
          <pc:sldMk cId="3912511777" sldId="269"/>
        </pc:sldMkLst>
        <pc:spChg chg="add mod">
          <ac:chgData name="Josué Silva de Morais" userId="f406c2cd-edfc-4057-be10-75858098c663" providerId="ADAL" clId="{A1824FC7-00A9-4708-B7FB-71BF84356830}" dt="2026-05-11T12:18:39.578" v="1703"/>
          <ac:spMkLst>
            <pc:docMk/>
            <pc:sldMk cId="3912511777" sldId="269"/>
            <ac:spMk id="2" creationId="{38E30C0C-828C-4D89-982C-2AAD66B854FE}"/>
          </ac:spMkLst>
        </pc:spChg>
        <pc:spChg chg="add mod">
          <ac:chgData name="Josué Silva de Morais" userId="f406c2cd-edfc-4057-be10-75858098c663" providerId="ADAL" clId="{A1824FC7-00A9-4708-B7FB-71BF84356830}" dt="2026-05-11T12:18:39.585" v="1709"/>
          <ac:spMkLst>
            <pc:docMk/>
            <pc:sldMk cId="3912511777" sldId="269"/>
            <ac:spMk id="3" creationId="{E6493B1A-A8ED-4EC5-8956-FD3D49E56FA4}"/>
          </ac:spMkLst>
        </pc:spChg>
        <pc:spChg chg="add mod">
          <ac:chgData name="Josué Silva de Morais" userId="f406c2cd-edfc-4057-be10-75858098c663" providerId="ADAL" clId="{A1824FC7-00A9-4708-B7FB-71BF84356830}" dt="2026-05-11T12:18:39.591" v="1713"/>
          <ac:spMkLst>
            <pc:docMk/>
            <pc:sldMk cId="3912511777" sldId="269"/>
            <ac:spMk id="4" creationId="{455B5331-BE78-416F-9A84-62D0C4017E87}"/>
          </ac:spMkLst>
        </pc:spChg>
        <pc:spChg chg="add mod">
          <ac:chgData name="Josué Silva de Morais" userId="f406c2cd-edfc-4057-be10-75858098c663" providerId="ADAL" clId="{A1824FC7-00A9-4708-B7FB-71BF84356830}" dt="2026-05-11T12:18:39.595" v="1719"/>
          <ac:spMkLst>
            <pc:docMk/>
            <pc:sldMk cId="3912511777" sldId="269"/>
            <ac:spMk id="5" creationId="{8B66778A-734C-4438-9A1C-2BF5A2939460}"/>
          </ac:spMkLst>
        </pc:spChg>
        <pc:spChg chg="add mod">
          <ac:chgData name="Josué Silva de Morais" userId="f406c2cd-edfc-4057-be10-75858098c663" providerId="ADAL" clId="{A1824FC7-00A9-4708-B7FB-71BF84356830}" dt="2026-05-11T12:18:39.599" v="1724"/>
          <ac:spMkLst>
            <pc:docMk/>
            <pc:sldMk cId="3912511777" sldId="269"/>
            <ac:spMk id="6" creationId="{6D8DFBD0-F1D6-4C6D-ABE2-98430FDB1DAB}"/>
          </ac:spMkLst>
        </pc:spChg>
        <pc:spChg chg="add mod">
          <ac:chgData name="Josué Silva de Morais" userId="f406c2cd-edfc-4057-be10-75858098c663" providerId="ADAL" clId="{A1824FC7-00A9-4708-B7FB-71BF84356830}" dt="2026-05-11T12:18:39.604" v="1728"/>
          <ac:spMkLst>
            <pc:docMk/>
            <pc:sldMk cId="3912511777" sldId="269"/>
            <ac:spMk id="7" creationId="{CFD70E9C-1990-47B2-A342-32757995447F}"/>
          </ac:spMkLst>
        </pc:spChg>
        <pc:spChg chg="add mod">
          <ac:chgData name="Josué Silva de Morais" userId="f406c2cd-edfc-4057-be10-75858098c663" providerId="ADAL" clId="{A1824FC7-00A9-4708-B7FB-71BF84356830}" dt="2026-05-11T12:18:39.608" v="1734"/>
          <ac:spMkLst>
            <pc:docMk/>
            <pc:sldMk cId="3912511777" sldId="269"/>
            <ac:spMk id="8" creationId="{539FDA2B-31C6-4D4E-A9C3-146B2E043AB0}"/>
          </ac:spMkLst>
        </pc:spChg>
        <pc:spChg chg="add mod">
          <ac:chgData name="Josué Silva de Morais" userId="f406c2cd-edfc-4057-be10-75858098c663" providerId="ADAL" clId="{A1824FC7-00A9-4708-B7FB-71BF84356830}" dt="2026-05-11T12:18:39.612" v="1739"/>
          <ac:spMkLst>
            <pc:docMk/>
            <pc:sldMk cId="3912511777" sldId="269"/>
            <ac:spMk id="9" creationId="{04A1E6B2-E4B6-4877-A316-821C7F9FD338}"/>
          </ac:spMkLst>
        </pc:spChg>
        <pc:spChg chg="add mod">
          <ac:chgData name="Josué Silva de Morais" userId="f406c2cd-edfc-4057-be10-75858098c663" providerId="ADAL" clId="{A1824FC7-00A9-4708-B7FB-71BF84356830}" dt="2026-05-11T12:18:39.615" v="1743"/>
          <ac:spMkLst>
            <pc:docMk/>
            <pc:sldMk cId="3912511777" sldId="269"/>
            <ac:spMk id="10" creationId="{BE6472DB-E616-44B0-B726-738AEB42CCEF}"/>
          </ac:spMkLst>
        </pc:spChg>
        <pc:spChg chg="add mod">
          <ac:chgData name="Josué Silva de Morais" userId="f406c2cd-edfc-4057-be10-75858098c663" providerId="ADAL" clId="{A1824FC7-00A9-4708-B7FB-71BF84356830}" dt="2026-05-11T12:18:39.623" v="1749"/>
          <ac:spMkLst>
            <pc:docMk/>
            <pc:sldMk cId="3912511777" sldId="269"/>
            <ac:spMk id="11" creationId="{E4AF8749-3857-44AC-B456-B50A58C3E01B}"/>
          </ac:spMkLst>
        </pc:spChg>
        <pc:spChg chg="add mod">
          <ac:chgData name="Josué Silva de Morais" userId="f406c2cd-edfc-4057-be10-75858098c663" providerId="ADAL" clId="{A1824FC7-00A9-4708-B7FB-71BF84356830}" dt="2026-05-11T12:18:39.628" v="1754"/>
          <ac:spMkLst>
            <pc:docMk/>
            <pc:sldMk cId="3912511777" sldId="269"/>
            <ac:spMk id="12" creationId="{EDD13F13-DC84-4BDB-9C79-673C0DE6FF06}"/>
          </ac:spMkLst>
        </pc:spChg>
        <pc:spChg chg="add mod">
          <ac:chgData name="Josué Silva de Morais" userId="f406c2cd-edfc-4057-be10-75858098c663" providerId="ADAL" clId="{A1824FC7-00A9-4708-B7FB-71BF84356830}" dt="2026-05-11T12:18:39.630" v="1758"/>
          <ac:spMkLst>
            <pc:docMk/>
            <pc:sldMk cId="3912511777" sldId="269"/>
            <ac:spMk id="13" creationId="{413ED517-A800-4F28-90BC-2BD4C22A8D9E}"/>
          </ac:spMkLst>
        </pc:spChg>
        <pc:spChg chg="add mod">
          <ac:chgData name="Josué Silva de Morais" userId="f406c2cd-edfc-4057-be10-75858098c663" providerId="ADAL" clId="{A1824FC7-00A9-4708-B7FB-71BF84356830}" dt="2026-05-11T12:18:39.635" v="1764"/>
          <ac:spMkLst>
            <pc:docMk/>
            <pc:sldMk cId="3912511777" sldId="269"/>
            <ac:spMk id="14" creationId="{61FEE4B7-09F2-4B90-9E23-4AD1A4B0CD15}"/>
          </ac:spMkLst>
        </pc:spChg>
        <pc:spChg chg="add mod">
          <ac:chgData name="Josué Silva de Morais" userId="f406c2cd-edfc-4057-be10-75858098c663" providerId="ADAL" clId="{A1824FC7-00A9-4708-B7FB-71BF84356830}" dt="2026-05-11T12:18:39.641" v="1769"/>
          <ac:spMkLst>
            <pc:docMk/>
            <pc:sldMk cId="3912511777" sldId="269"/>
            <ac:spMk id="15" creationId="{09EABA22-9C0A-40CC-A84D-C34D2D034A5C}"/>
          </ac:spMkLst>
        </pc:spChg>
        <pc:spChg chg="add mod">
          <ac:chgData name="Josué Silva de Morais" userId="f406c2cd-edfc-4057-be10-75858098c663" providerId="ADAL" clId="{A1824FC7-00A9-4708-B7FB-71BF84356830}" dt="2026-05-11T12:18:39.644" v="1773"/>
          <ac:spMkLst>
            <pc:docMk/>
            <pc:sldMk cId="3912511777" sldId="269"/>
            <ac:spMk id="16" creationId="{CFD5B3B2-D823-4F26-B580-9475AC7E87CA}"/>
          </ac:spMkLst>
        </pc:spChg>
        <pc:spChg chg="add mod">
          <ac:chgData name="Josué Silva de Morais" userId="f406c2cd-edfc-4057-be10-75858098c663" providerId="ADAL" clId="{A1824FC7-00A9-4708-B7FB-71BF84356830}" dt="2026-05-11T12:18:39.648" v="1779"/>
          <ac:spMkLst>
            <pc:docMk/>
            <pc:sldMk cId="3912511777" sldId="269"/>
            <ac:spMk id="17" creationId="{440ACBB3-4E3A-4393-A801-5F740A7E8EF3}"/>
          </ac:spMkLst>
        </pc:spChg>
        <pc:spChg chg="add mod">
          <ac:chgData name="Josué Silva de Morais" userId="f406c2cd-edfc-4057-be10-75858098c663" providerId="ADAL" clId="{A1824FC7-00A9-4708-B7FB-71BF84356830}" dt="2026-05-11T12:18:39.653" v="1784"/>
          <ac:spMkLst>
            <pc:docMk/>
            <pc:sldMk cId="3912511777" sldId="269"/>
            <ac:spMk id="18" creationId="{8D4E0AB5-FAFE-4961-B278-40CE53FBE4EE}"/>
          </ac:spMkLst>
        </pc:spChg>
        <pc:spChg chg="add mod">
          <ac:chgData name="Josué Silva de Morais" userId="f406c2cd-edfc-4057-be10-75858098c663" providerId="ADAL" clId="{A1824FC7-00A9-4708-B7FB-71BF84356830}" dt="2026-05-11T12:18:39.657" v="1788"/>
          <ac:spMkLst>
            <pc:docMk/>
            <pc:sldMk cId="3912511777" sldId="269"/>
            <ac:spMk id="19" creationId="{A7D290D6-F1D6-49F3-8D9D-D0E902E01045}"/>
          </ac:spMkLst>
        </pc:spChg>
        <pc:spChg chg="add mod">
          <ac:chgData name="Josué Silva de Morais" userId="f406c2cd-edfc-4057-be10-75858098c663" providerId="ADAL" clId="{A1824FC7-00A9-4708-B7FB-71BF84356830}" dt="2026-05-11T12:18:39.662" v="1794"/>
          <ac:spMkLst>
            <pc:docMk/>
            <pc:sldMk cId="3912511777" sldId="269"/>
            <ac:spMk id="20" creationId="{7A1D9C3C-3852-41FE-85EF-DEA5544C1563}"/>
          </ac:spMkLst>
        </pc:spChg>
        <pc:spChg chg="add mod">
          <ac:chgData name="Josué Silva de Morais" userId="f406c2cd-edfc-4057-be10-75858098c663" providerId="ADAL" clId="{A1824FC7-00A9-4708-B7FB-71BF84356830}" dt="2026-05-11T12:18:39.665" v="1799"/>
          <ac:spMkLst>
            <pc:docMk/>
            <pc:sldMk cId="3912511777" sldId="269"/>
            <ac:spMk id="21" creationId="{EE66BAFC-1C04-4B50-B902-AB1C0532EDAD}"/>
          </ac:spMkLst>
        </pc:spChg>
        <pc:spChg chg="add mod">
          <ac:chgData name="Josué Silva de Morais" userId="f406c2cd-edfc-4057-be10-75858098c663" providerId="ADAL" clId="{A1824FC7-00A9-4708-B7FB-71BF84356830}" dt="2026-05-11T12:18:39.668" v="1803"/>
          <ac:spMkLst>
            <pc:docMk/>
            <pc:sldMk cId="3912511777" sldId="269"/>
            <ac:spMk id="22" creationId="{C322C95A-0792-4B16-BED9-C3E26CF055BB}"/>
          </ac:spMkLst>
        </pc:spChg>
        <pc:spChg chg="add mod">
          <ac:chgData name="Josué Silva de Morais" userId="f406c2cd-edfc-4057-be10-75858098c663" providerId="ADAL" clId="{A1824FC7-00A9-4708-B7FB-71BF84356830}" dt="2026-05-11T12:18:39.674" v="1809"/>
          <ac:spMkLst>
            <pc:docMk/>
            <pc:sldMk cId="3912511777" sldId="269"/>
            <ac:spMk id="23" creationId="{99FD9D3D-3D6F-49FF-B635-C375590B5763}"/>
          </ac:spMkLst>
        </pc:spChg>
        <pc:spChg chg="add mod">
          <ac:chgData name="Josué Silva de Morais" userId="f406c2cd-edfc-4057-be10-75858098c663" providerId="ADAL" clId="{A1824FC7-00A9-4708-B7FB-71BF84356830}" dt="2026-05-11T12:18:39.678" v="1814"/>
          <ac:spMkLst>
            <pc:docMk/>
            <pc:sldMk cId="3912511777" sldId="269"/>
            <ac:spMk id="24" creationId="{9BD75DF7-04A0-445E-9C7B-D39F6845348E}"/>
          </ac:spMkLst>
        </pc:spChg>
        <pc:spChg chg="add mod">
          <ac:chgData name="Josué Silva de Morais" userId="f406c2cd-edfc-4057-be10-75858098c663" providerId="ADAL" clId="{A1824FC7-00A9-4708-B7FB-71BF84356830}" dt="2026-05-11T12:18:39.682" v="1819"/>
          <ac:spMkLst>
            <pc:docMk/>
            <pc:sldMk cId="3912511777" sldId="269"/>
            <ac:spMk id="25" creationId="{6159662F-9F04-4778-A122-57AC2E6F982B}"/>
          </ac:spMkLst>
        </pc:spChg>
        <pc:spChg chg="add mod">
          <ac:chgData name="Josué Silva de Morais" userId="f406c2cd-edfc-4057-be10-75858098c663" providerId="ADAL" clId="{A1824FC7-00A9-4708-B7FB-71BF84356830}" dt="2026-05-11T12:18:39.684" v="1823"/>
          <ac:spMkLst>
            <pc:docMk/>
            <pc:sldMk cId="3912511777" sldId="269"/>
            <ac:spMk id="26" creationId="{3D1BAC2C-FF99-4A9F-A024-02C4A5C77C02}"/>
          </ac:spMkLst>
        </pc:spChg>
        <pc:spChg chg="add mod">
          <ac:chgData name="Josué Silva de Morais" userId="f406c2cd-edfc-4057-be10-75858098c663" providerId="ADAL" clId="{A1824FC7-00A9-4708-B7FB-71BF84356830}" dt="2026-05-11T12:18:39.689" v="1826"/>
          <ac:spMkLst>
            <pc:docMk/>
            <pc:sldMk cId="3912511777" sldId="269"/>
            <ac:spMk id="27" creationId="{ABCC8606-39EA-4DB3-9E70-0A1B90261826}"/>
          </ac:spMkLst>
        </pc:spChg>
        <pc:spChg chg="add mod">
          <ac:chgData name="Josué Silva de Morais" userId="f406c2cd-edfc-4057-be10-75858098c663" providerId="ADAL" clId="{A1824FC7-00A9-4708-B7FB-71BF84356830}" dt="2026-05-11T12:18:39.693" v="1832"/>
          <ac:spMkLst>
            <pc:docMk/>
            <pc:sldMk cId="3912511777" sldId="269"/>
            <ac:spMk id="28" creationId="{DF110D4C-6EA1-4FD4-A18C-DB14C2E1FEE6}"/>
          </ac:spMkLst>
        </pc:spChg>
        <pc:spChg chg="add mod">
          <ac:chgData name="Josué Silva de Morais" userId="f406c2cd-edfc-4057-be10-75858098c663" providerId="ADAL" clId="{A1824FC7-00A9-4708-B7FB-71BF84356830}" dt="2026-05-11T12:18:39.698" v="1837"/>
          <ac:spMkLst>
            <pc:docMk/>
            <pc:sldMk cId="3912511777" sldId="269"/>
            <ac:spMk id="29" creationId="{021FF1B5-56D5-4576-9E1F-C0D062AD7662}"/>
          </ac:spMkLst>
        </pc:spChg>
        <pc:spChg chg="add mod">
          <ac:chgData name="Josué Silva de Morais" userId="f406c2cd-edfc-4057-be10-75858098c663" providerId="ADAL" clId="{A1824FC7-00A9-4708-B7FB-71BF84356830}" dt="2026-05-11T12:18:39.700" v="1841"/>
          <ac:spMkLst>
            <pc:docMk/>
            <pc:sldMk cId="3912511777" sldId="269"/>
            <ac:spMk id="30" creationId="{A73A566D-0024-4D0C-B515-A0B7B32E9893}"/>
          </ac:spMkLst>
        </pc:spChg>
        <pc:spChg chg="add mod">
          <ac:chgData name="Josué Silva de Morais" userId="f406c2cd-edfc-4057-be10-75858098c663" providerId="ADAL" clId="{A1824FC7-00A9-4708-B7FB-71BF84356830}" dt="2026-05-11T12:18:39.706" v="1844"/>
          <ac:spMkLst>
            <pc:docMk/>
            <pc:sldMk cId="3912511777" sldId="269"/>
            <ac:spMk id="31" creationId="{6D0E0FAB-60C5-4717-88A2-97C3491A78C0}"/>
          </ac:spMkLst>
        </pc:spChg>
        <pc:spChg chg="add mod">
          <ac:chgData name="Josué Silva de Morais" userId="f406c2cd-edfc-4057-be10-75858098c663" providerId="ADAL" clId="{A1824FC7-00A9-4708-B7FB-71BF84356830}" dt="2026-05-11T12:18:39.710" v="1850"/>
          <ac:spMkLst>
            <pc:docMk/>
            <pc:sldMk cId="3912511777" sldId="269"/>
            <ac:spMk id="32" creationId="{4099EA58-5C62-4031-A774-C204D69C432B}"/>
          </ac:spMkLst>
        </pc:spChg>
        <pc:spChg chg="add mod">
          <ac:chgData name="Josué Silva de Morais" userId="f406c2cd-edfc-4057-be10-75858098c663" providerId="ADAL" clId="{A1824FC7-00A9-4708-B7FB-71BF84356830}" dt="2026-05-11T12:18:39.715" v="1855"/>
          <ac:spMkLst>
            <pc:docMk/>
            <pc:sldMk cId="3912511777" sldId="269"/>
            <ac:spMk id="33" creationId="{E0021214-C303-4CB6-8269-5489A3DC5D2A}"/>
          </ac:spMkLst>
        </pc:spChg>
        <pc:spChg chg="add mod">
          <ac:chgData name="Josué Silva de Morais" userId="f406c2cd-edfc-4057-be10-75858098c663" providerId="ADAL" clId="{A1824FC7-00A9-4708-B7FB-71BF84356830}" dt="2026-05-11T12:18:39.717" v="1859"/>
          <ac:spMkLst>
            <pc:docMk/>
            <pc:sldMk cId="3912511777" sldId="269"/>
            <ac:spMk id="34" creationId="{96E8084F-F75C-4B55-AF87-97C184E53A75}"/>
          </ac:spMkLst>
        </pc:spChg>
        <pc:spChg chg="add mod">
          <ac:chgData name="Josué Silva de Morais" userId="f406c2cd-edfc-4057-be10-75858098c663" providerId="ADAL" clId="{A1824FC7-00A9-4708-B7FB-71BF84356830}" dt="2026-05-11T12:18:39.721" v="1862"/>
          <ac:spMkLst>
            <pc:docMk/>
            <pc:sldMk cId="3912511777" sldId="269"/>
            <ac:spMk id="35" creationId="{2C77DC7D-5FC6-4441-836C-AF0CBDA561E0}"/>
          </ac:spMkLst>
        </pc:spChg>
        <pc:spChg chg="add mod">
          <ac:chgData name="Josué Silva de Morais" userId="f406c2cd-edfc-4057-be10-75858098c663" providerId="ADAL" clId="{A1824FC7-00A9-4708-B7FB-71BF84356830}" dt="2026-05-11T12:18:39.725" v="1868"/>
          <ac:spMkLst>
            <pc:docMk/>
            <pc:sldMk cId="3912511777" sldId="269"/>
            <ac:spMk id="36" creationId="{433DCF31-9E5B-4192-B669-A9A531D4CCEC}"/>
          </ac:spMkLst>
        </pc:spChg>
        <pc:spChg chg="add mod">
          <ac:chgData name="Josué Silva de Morais" userId="f406c2cd-edfc-4057-be10-75858098c663" providerId="ADAL" clId="{A1824FC7-00A9-4708-B7FB-71BF84356830}" dt="2026-05-11T12:18:39.730" v="1873"/>
          <ac:spMkLst>
            <pc:docMk/>
            <pc:sldMk cId="3912511777" sldId="269"/>
            <ac:spMk id="37" creationId="{766CA270-3625-47CF-BEB2-190FCED449AA}"/>
          </ac:spMkLst>
        </pc:spChg>
        <pc:spChg chg="add mod">
          <ac:chgData name="Josué Silva de Morais" userId="f406c2cd-edfc-4057-be10-75858098c663" providerId="ADAL" clId="{A1824FC7-00A9-4708-B7FB-71BF84356830}" dt="2026-05-11T12:18:39.733" v="1877"/>
          <ac:spMkLst>
            <pc:docMk/>
            <pc:sldMk cId="3912511777" sldId="269"/>
            <ac:spMk id="38" creationId="{EE5BF0DF-BA50-47C9-84DC-F82E4A22BD3B}"/>
          </ac:spMkLst>
        </pc:spChg>
        <pc:spChg chg="add mod">
          <ac:chgData name="Josué Silva de Morais" userId="f406c2cd-edfc-4057-be10-75858098c663" providerId="ADAL" clId="{A1824FC7-00A9-4708-B7FB-71BF84356830}" dt="2026-05-11T12:18:39.734" v="1880"/>
          <ac:spMkLst>
            <pc:docMk/>
            <pc:sldMk cId="3912511777" sldId="269"/>
            <ac:spMk id="39" creationId="{10A4C00B-4AE8-451F-B555-F330BE80E2F5}"/>
          </ac:spMkLst>
        </pc:spChg>
        <pc:spChg chg="add mod">
          <ac:chgData name="Josué Silva de Morais" userId="f406c2cd-edfc-4057-be10-75858098c663" providerId="ADAL" clId="{A1824FC7-00A9-4708-B7FB-71BF84356830}" dt="2026-05-11T12:18:39.741" v="1886"/>
          <ac:spMkLst>
            <pc:docMk/>
            <pc:sldMk cId="3912511777" sldId="269"/>
            <ac:spMk id="40" creationId="{FD5EB654-9A2D-4D17-9B17-AC9C608D05CE}"/>
          </ac:spMkLst>
        </pc:spChg>
        <pc:spChg chg="add mod">
          <ac:chgData name="Josué Silva de Morais" userId="f406c2cd-edfc-4057-be10-75858098c663" providerId="ADAL" clId="{A1824FC7-00A9-4708-B7FB-71BF84356830}" dt="2026-05-11T12:18:39.746" v="1891"/>
          <ac:spMkLst>
            <pc:docMk/>
            <pc:sldMk cId="3912511777" sldId="269"/>
            <ac:spMk id="41" creationId="{6D2C9D5E-457C-44A8-B93D-4D250079896F}"/>
          </ac:spMkLst>
        </pc:spChg>
      </pc:sldChg>
      <pc:sldChg chg="addSp delSp modSp new mod modAnim">
        <pc:chgData name="Josué Silva de Morais" userId="f406c2cd-edfc-4057-be10-75858098c663" providerId="ADAL" clId="{A1824FC7-00A9-4708-B7FB-71BF84356830}" dt="2026-05-11T16:34:54.005" v="11514"/>
        <pc:sldMkLst>
          <pc:docMk/>
          <pc:sldMk cId="1909881446" sldId="270"/>
        </pc:sldMkLst>
        <pc:spChg chg="add del mod">
          <ac:chgData name="Josué Silva de Morais" userId="f406c2cd-edfc-4057-be10-75858098c663" providerId="ADAL" clId="{A1824FC7-00A9-4708-B7FB-71BF84356830}" dt="2026-05-11T12:19:44.748" v="1989"/>
          <ac:spMkLst>
            <pc:docMk/>
            <pc:sldMk cId="1909881446" sldId="270"/>
            <ac:spMk id="2" creationId="{A8A8F1C5-CDAD-434C-B060-8C83A07C1E82}"/>
          </ac:spMkLst>
        </pc:spChg>
        <pc:spChg chg="add del mod">
          <ac:chgData name="Josué Silva de Morais" userId="f406c2cd-edfc-4057-be10-75858098c663" providerId="ADAL" clId="{A1824FC7-00A9-4708-B7FB-71BF84356830}" dt="2026-05-11T12:19:44.749" v="1990"/>
          <ac:spMkLst>
            <pc:docMk/>
            <pc:sldMk cId="1909881446" sldId="270"/>
            <ac:spMk id="3" creationId="{7FDE4E00-9641-4B2A-A815-EC887E0182DA}"/>
          </ac:spMkLst>
        </pc:spChg>
        <pc:spChg chg="add del mod">
          <ac:chgData name="Josué Silva de Morais" userId="f406c2cd-edfc-4057-be10-75858098c663" providerId="ADAL" clId="{A1824FC7-00A9-4708-B7FB-71BF84356830}" dt="2026-05-11T12:19:44.750" v="1991"/>
          <ac:spMkLst>
            <pc:docMk/>
            <pc:sldMk cId="1909881446" sldId="270"/>
            <ac:spMk id="4" creationId="{F39C3D94-D1F3-4AF7-8D74-0264680D06BF}"/>
          </ac:spMkLst>
        </pc:spChg>
        <pc:spChg chg="add del mod">
          <ac:chgData name="Josué Silva de Morais" userId="f406c2cd-edfc-4057-be10-75858098c663" providerId="ADAL" clId="{A1824FC7-00A9-4708-B7FB-71BF84356830}" dt="2026-05-11T12:19:44.751" v="1992"/>
          <ac:spMkLst>
            <pc:docMk/>
            <pc:sldMk cId="1909881446" sldId="270"/>
            <ac:spMk id="5" creationId="{2DE18874-9F12-471B-996E-1634B3AB5EFE}"/>
          </ac:spMkLst>
        </pc:spChg>
        <pc:spChg chg="add del mod">
          <ac:chgData name="Josué Silva de Morais" userId="f406c2cd-edfc-4057-be10-75858098c663" providerId="ADAL" clId="{A1824FC7-00A9-4708-B7FB-71BF84356830}" dt="2026-05-11T12:19:44.752" v="1993"/>
          <ac:spMkLst>
            <pc:docMk/>
            <pc:sldMk cId="1909881446" sldId="270"/>
            <ac:spMk id="6" creationId="{1B68BD22-F656-419C-9342-5070B975E8B4}"/>
          </ac:spMkLst>
        </pc:spChg>
        <pc:spChg chg="add del mod">
          <ac:chgData name="Josué Silva de Morais" userId="f406c2cd-edfc-4057-be10-75858098c663" providerId="ADAL" clId="{A1824FC7-00A9-4708-B7FB-71BF84356830}" dt="2026-05-11T12:19:44.753" v="1994"/>
          <ac:spMkLst>
            <pc:docMk/>
            <pc:sldMk cId="1909881446" sldId="270"/>
            <ac:spMk id="7" creationId="{1D1092A2-5941-49C9-9A7C-FFB5E8EF5BBD}"/>
          </ac:spMkLst>
        </pc:spChg>
        <pc:spChg chg="add del mod">
          <ac:chgData name="Josué Silva de Morais" userId="f406c2cd-edfc-4057-be10-75858098c663" providerId="ADAL" clId="{A1824FC7-00A9-4708-B7FB-71BF84356830}" dt="2026-05-11T12:19:44.754" v="1995"/>
          <ac:spMkLst>
            <pc:docMk/>
            <pc:sldMk cId="1909881446" sldId="270"/>
            <ac:spMk id="8" creationId="{A6211AFC-099C-4559-B088-0F33DFF64760}"/>
          </ac:spMkLst>
        </pc:spChg>
        <pc:spChg chg="add del mod">
          <ac:chgData name="Josué Silva de Morais" userId="f406c2cd-edfc-4057-be10-75858098c663" providerId="ADAL" clId="{A1824FC7-00A9-4708-B7FB-71BF84356830}" dt="2026-05-11T12:19:44.755" v="1996"/>
          <ac:spMkLst>
            <pc:docMk/>
            <pc:sldMk cId="1909881446" sldId="270"/>
            <ac:spMk id="9" creationId="{3402BBC0-F094-4DB0-8C34-C891996A8714}"/>
          </ac:spMkLst>
        </pc:spChg>
        <pc:spChg chg="add del mod">
          <ac:chgData name="Josué Silva de Morais" userId="f406c2cd-edfc-4057-be10-75858098c663" providerId="ADAL" clId="{A1824FC7-00A9-4708-B7FB-71BF84356830}" dt="2026-05-11T12:19:44.756" v="1997"/>
          <ac:spMkLst>
            <pc:docMk/>
            <pc:sldMk cId="1909881446" sldId="270"/>
            <ac:spMk id="10" creationId="{85E8A09F-B76B-4D87-A24C-F47EDF6BFA05}"/>
          </ac:spMkLst>
        </pc:spChg>
        <pc:spChg chg="add del mod">
          <ac:chgData name="Josué Silva de Morais" userId="f406c2cd-edfc-4057-be10-75858098c663" providerId="ADAL" clId="{A1824FC7-00A9-4708-B7FB-71BF84356830}" dt="2026-05-11T12:19:44.757" v="1998"/>
          <ac:spMkLst>
            <pc:docMk/>
            <pc:sldMk cId="1909881446" sldId="270"/>
            <ac:spMk id="11" creationId="{780093C1-44F1-4832-BA14-1AC06B278AD5}"/>
          </ac:spMkLst>
        </pc:spChg>
        <pc:spChg chg="add del mod">
          <ac:chgData name="Josué Silva de Morais" userId="f406c2cd-edfc-4057-be10-75858098c663" providerId="ADAL" clId="{A1824FC7-00A9-4708-B7FB-71BF84356830}" dt="2026-05-11T12:19:44.757" v="1999"/>
          <ac:spMkLst>
            <pc:docMk/>
            <pc:sldMk cId="1909881446" sldId="270"/>
            <ac:spMk id="12" creationId="{2C27E52D-D84C-4D39-A777-57DF49C37A0D}"/>
          </ac:spMkLst>
        </pc:spChg>
        <pc:spChg chg="add del mod">
          <ac:chgData name="Josué Silva de Morais" userId="f406c2cd-edfc-4057-be10-75858098c663" providerId="ADAL" clId="{A1824FC7-00A9-4708-B7FB-71BF84356830}" dt="2026-05-11T12:19:44.758" v="2000"/>
          <ac:spMkLst>
            <pc:docMk/>
            <pc:sldMk cId="1909881446" sldId="270"/>
            <ac:spMk id="13" creationId="{891D6DBD-5363-44CE-9D1E-D618EEDC08F9}"/>
          </ac:spMkLst>
        </pc:spChg>
        <pc:spChg chg="add del mod">
          <ac:chgData name="Josué Silva de Morais" userId="f406c2cd-edfc-4057-be10-75858098c663" providerId="ADAL" clId="{A1824FC7-00A9-4708-B7FB-71BF84356830}" dt="2026-05-11T12:19:44.759" v="2001"/>
          <ac:spMkLst>
            <pc:docMk/>
            <pc:sldMk cId="1909881446" sldId="270"/>
            <ac:spMk id="14" creationId="{D914B0A7-2D0E-477B-B4E6-1F20E14F7D4F}"/>
          </ac:spMkLst>
        </pc:spChg>
        <pc:spChg chg="add del mod">
          <ac:chgData name="Josué Silva de Morais" userId="f406c2cd-edfc-4057-be10-75858098c663" providerId="ADAL" clId="{A1824FC7-00A9-4708-B7FB-71BF84356830}" dt="2026-05-11T12:19:44.760" v="2002"/>
          <ac:spMkLst>
            <pc:docMk/>
            <pc:sldMk cId="1909881446" sldId="270"/>
            <ac:spMk id="15" creationId="{0CD61D3F-32FC-458C-AE02-8CEE74350F3E}"/>
          </ac:spMkLst>
        </pc:spChg>
        <pc:spChg chg="add del mod">
          <ac:chgData name="Josué Silva de Morais" userId="f406c2cd-edfc-4057-be10-75858098c663" providerId="ADAL" clId="{A1824FC7-00A9-4708-B7FB-71BF84356830}" dt="2026-05-11T12:19:44.761" v="2003"/>
          <ac:spMkLst>
            <pc:docMk/>
            <pc:sldMk cId="1909881446" sldId="270"/>
            <ac:spMk id="16" creationId="{EFEE4AAE-47D7-404F-8C9A-4BFD7DB2006E}"/>
          </ac:spMkLst>
        </pc:spChg>
        <pc:spChg chg="add del mod">
          <ac:chgData name="Josué Silva de Morais" userId="f406c2cd-edfc-4057-be10-75858098c663" providerId="ADAL" clId="{A1824FC7-00A9-4708-B7FB-71BF84356830}" dt="2026-05-11T12:19:44.762" v="2004"/>
          <ac:spMkLst>
            <pc:docMk/>
            <pc:sldMk cId="1909881446" sldId="270"/>
            <ac:spMk id="17" creationId="{F128F2A2-A300-45DA-9780-490D16D3F585}"/>
          </ac:spMkLst>
        </pc:spChg>
        <pc:spChg chg="add del mod">
          <ac:chgData name="Josué Silva de Morais" userId="f406c2cd-edfc-4057-be10-75858098c663" providerId="ADAL" clId="{A1824FC7-00A9-4708-B7FB-71BF84356830}" dt="2026-05-11T12:19:44.764" v="2005"/>
          <ac:spMkLst>
            <pc:docMk/>
            <pc:sldMk cId="1909881446" sldId="270"/>
            <ac:spMk id="18" creationId="{AE1F0C14-50E4-4AB4-BD3B-3841E70B30BC}"/>
          </ac:spMkLst>
        </pc:spChg>
        <pc:spChg chg="add del mod">
          <ac:chgData name="Josué Silva de Morais" userId="f406c2cd-edfc-4057-be10-75858098c663" providerId="ADAL" clId="{A1824FC7-00A9-4708-B7FB-71BF84356830}" dt="2026-05-11T12:19:44.765" v="2006"/>
          <ac:spMkLst>
            <pc:docMk/>
            <pc:sldMk cId="1909881446" sldId="270"/>
            <ac:spMk id="19" creationId="{1A9A6F74-8576-4A0F-8492-9E0104528225}"/>
          </ac:spMkLst>
        </pc:spChg>
        <pc:spChg chg="add del mod">
          <ac:chgData name="Josué Silva de Morais" userId="f406c2cd-edfc-4057-be10-75858098c663" providerId="ADAL" clId="{A1824FC7-00A9-4708-B7FB-71BF84356830}" dt="2026-05-11T12:19:44.766" v="2007"/>
          <ac:spMkLst>
            <pc:docMk/>
            <pc:sldMk cId="1909881446" sldId="270"/>
            <ac:spMk id="20" creationId="{94164829-6846-406F-8472-7919F728E346}"/>
          </ac:spMkLst>
        </pc:spChg>
        <pc:spChg chg="add del mod">
          <ac:chgData name="Josué Silva de Morais" userId="f406c2cd-edfc-4057-be10-75858098c663" providerId="ADAL" clId="{A1824FC7-00A9-4708-B7FB-71BF84356830}" dt="2026-05-11T12:19:44.768" v="2008"/>
          <ac:spMkLst>
            <pc:docMk/>
            <pc:sldMk cId="1909881446" sldId="270"/>
            <ac:spMk id="21" creationId="{44D0DE70-D6BB-4C94-B1E8-7C361C3303C8}"/>
          </ac:spMkLst>
        </pc:spChg>
        <pc:spChg chg="add del mod">
          <ac:chgData name="Josué Silva de Morais" userId="f406c2cd-edfc-4057-be10-75858098c663" providerId="ADAL" clId="{A1824FC7-00A9-4708-B7FB-71BF84356830}" dt="2026-05-11T12:19:44.768" v="2009"/>
          <ac:spMkLst>
            <pc:docMk/>
            <pc:sldMk cId="1909881446" sldId="270"/>
            <ac:spMk id="22" creationId="{42A59F97-8647-4CE8-91CE-172D02C4D027}"/>
          </ac:spMkLst>
        </pc:spChg>
        <pc:spChg chg="add del mod">
          <ac:chgData name="Josué Silva de Morais" userId="f406c2cd-edfc-4057-be10-75858098c663" providerId="ADAL" clId="{A1824FC7-00A9-4708-B7FB-71BF84356830}" dt="2026-05-11T12:19:44.769" v="2010"/>
          <ac:spMkLst>
            <pc:docMk/>
            <pc:sldMk cId="1909881446" sldId="270"/>
            <ac:spMk id="23" creationId="{A70EAB0B-C188-4D37-888C-3D52A7C08D26}"/>
          </ac:spMkLst>
        </pc:spChg>
        <pc:spChg chg="add del mod">
          <ac:chgData name="Josué Silva de Morais" userId="f406c2cd-edfc-4057-be10-75858098c663" providerId="ADAL" clId="{A1824FC7-00A9-4708-B7FB-71BF84356830}" dt="2026-05-11T12:19:44.769" v="2011"/>
          <ac:spMkLst>
            <pc:docMk/>
            <pc:sldMk cId="1909881446" sldId="270"/>
            <ac:spMk id="24" creationId="{2C6C031B-3E0D-4135-A93F-98D5C9AF2B60}"/>
          </ac:spMkLst>
        </pc:spChg>
        <pc:spChg chg="add del mod">
          <ac:chgData name="Josué Silva de Morais" userId="f406c2cd-edfc-4057-be10-75858098c663" providerId="ADAL" clId="{A1824FC7-00A9-4708-B7FB-71BF84356830}" dt="2026-05-11T12:19:44.769" v="2012"/>
          <ac:spMkLst>
            <pc:docMk/>
            <pc:sldMk cId="1909881446" sldId="270"/>
            <ac:spMk id="25" creationId="{F46DD0E5-4906-44D3-A286-241ED941D990}"/>
          </ac:spMkLst>
        </pc:spChg>
        <pc:spChg chg="add mod">
          <ac:chgData name="Josué Silva de Morais" userId="f406c2cd-edfc-4057-be10-75858098c663" providerId="ADAL" clId="{A1824FC7-00A9-4708-B7FB-71BF84356830}" dt="2026-05-11T12:20:26.081" v="2015"/>
          <ac:spMkLst>
            <pc:docMk/>
            <pc:sldMk cId="1909881446" sldId="270"/>
            <ac:spMk id="26" creationId="{D6B63138-A61D-4C83-8082-FD1E2ABAA5F7}"/>
          </ac:spMkLst>
        </pc:spChg>
        <pc:spChg chg="add mod">
          <ac:chgData name="Josué Silva de Morais" userId="f406c2cd-edfc-4057-be10-75858098c663" providerId="ADAL" clId="{A1824FC7-00A9-4708-B7FB-71BF84356830}" dt="2026-05-11T12:20:26.086" v="2021"/>
          <ac:spMkLst>
            <pc:docMk/>
            <pc:sldMk cId="1909881446" sldId="270"/>
            <ac:spMk id="27" creationId="{21BD03D7-7F6D-44F3-BCA4-8DAD31745D1C}"/>
          </ac:spMkLst>
        </pc:spChg>
        <pc:spChg chg="add mod">
          <ac:chgData name="Josué Silva de Morais" userId="f406c2cd-edfc-4057-be10-75858098c663" providerId="ADAL" clId="{A1824FC7-00A9-4708-B7FB-71BF84356830}" dt="2026-05-11T12:20:26.089" v="2025"/>
          <ac:spMkLst>
            <pc:docMk/>
            <pc:sldMk cId="1909881446" sldId="270"/>
            <ac:spMk id="28" creationId="{EBCC4900-387D-4C60-B3B3-ABCE85E4C662}"/>
          </ac:spMkLst>
        </pc:spChg>
        <pc:spChg chg="add mod">
          <ac:chgData name="Josué Silva de Morais" userId="f406c2cd-edfc-4057-be10-75858098c663" providerId="ADAL" clId="{A1824FC7-00A9-4708-B7FB-71BF84356830}" dt="2026-05-11T12:20:26.097" v="2032"/>
          <ac:spMkLst>
            <pc:docMk/>
            <pc:sldMk cId="1909881446" sldId="270"/>
            <ac:spMk id="29" creationId="{985FC72C-237D-4CCA-80AD-23CD1B6154D0}"/>
          </ac:spMkLst>
        </pc:spChg>
        <pc:spChg chg="add mod">
          <ac:chgData name="Josué Silva de Morais" userId="f406c2cd-edfc-4057-be10-75858098c663" providerId="ADAL" clId="{A1824FC7-00A9-4708-B7FB-71BF84356830}" dt="2026-05-11T12:20:26.102" v="2039"/>
          <ac:spMkLst>
            <pc:docMk/>
            <pc:sldMk cId="1909881446" sldId="270"/>
            <ac:spMk id="30" creationId="{EC87234C-BDBF-4616-B1CD-705F9343EBCF}"/>
          </ac:spMkLst>
        </pc:spChg>
        <pc:spChg chg="add mod">
          <ac:chgData name="Josué Silva de Morais" userId="f406c2cd-edfc-4057-be10-75858098c663" providerId="ADAL" clId="{A1824FC7-00A9-4708-B7FB-71BF84356830}" dt="2026-05-11T12:20:26.103" v="2042"/>
          <ac:spMkLst>
            <pc:docMk/>
            <pc:sldMk cId="1909881446" sldId="270"/>
            <ac:spMk id="31" creationId="{631DA664-9EFA-4065-A9C1-45E2D275C037}"/>
          </ac:spMkLst>
        </pc:spChg>
        <pc:spChg chg="add mod">
          <ac:chgData name="Josué Silva de Morais" userId="f406c2cd-edfc-4057-be10-75858098c663" providerId="ADAL" clId="{A1824FC7-00A9-4708-B7FB-71BF84356830}" dt="2026-05-11T12:20:26.106" v="2045"/>
          <ac:spMkLst>
            <pc:docMk/>
            <pc:sldMk cId="1909881446" sldId="270"/>
            <ac:spMk id="32" creationId="{43DD5446-ED55-48ED-94C9-1D2C11EA4FAA}"/>
          </ac:spMkLst>
        </pc:spChg>
        <pc:spChg chg="add mod">
          <ac:chgData name="Josué Silva de Morais" userId="f406c2cd-edfc-4057-be10-75858098c663" providerId="ADAL" clId="{A1824FC7-00A9-4708-B7FB-71BF84356830}" dt="2026-05-11T12:20:26.111" v="2048"/>
          <ac:spMkLst>
            <pc:docMk/>
            <pc:sldMk cId="1909881446" sldId="270"/>
            <ac:spMk id="33" creationId="{E7250F9A-7D6C-4337-824B-4CAEADB98045}"/>
          </ac:spMkLst>
        </pc:spChg>
        <pc:spChg chg="add mod">
          <ac:chgData name="Josué Silva de Morais" userId="f406c2cd-edfc-4057-be10-75858098c663" providerId="ADAL" clId="{A1824FC7-00A9-4708-B7FB-71BF84356830}" dt="2026-05-11T12:20:26.113" v="2051"/>
          <ac:spMkLst>
            <pc:docMk/>
            <pc:sldMk cId="1909881446" sldId="270"/>
            <ac:spMk id="34" creationId="{CC94AD2A-7E8B-48B2-B502-3E77FA7DDA3C}"/>
          </ac:spMkLst>
        </pc:spChg>
        <pc:spChg chg="add mod">
          <ac:chgData name="Josué Silva de Morais" userId="f406c2cd-edfc-4057-be10-75858098c663" providerId="ADAL" clId="{A1824FC7-00A9-4708-B7FB-71BF84356830}" dt="2026-05-11T12:20:26.115" v="2054"/>
          <ac:spMkLst>
            <pc:docMk/>
            <pc:sldMk cId="1909881446" sldId="270"/>
            <ac:spMk id="35" creationId="{57A4B946-644D-4E93-8C49-658E40750B59}"/>
          </ac:spMkLst>
        </pc:spChg>
        <pc:spChg chg="add mod">
          <ac:chgData name="Josué Silva de Morais" userId="f406c2cd-edfc-4057-be10-75858098c663" providerId="ADAL" clId="{A1824FC7-00A9-4708-B7FB-71BF84356830}" dt="2026-05-11T12:20:26.116" v="2057"/>
          <ac:spMkLst>
            <pc:docMk/>
            <pc:sldMk cId="1909881446" sldId="270"/>
            <ac:spMk id="36" creationId="{1B5A953A-F0AF-4815-8AF5-D6564B644934}"/>
          </ac:spMkLst>
        </pc:spChg>
        <pc:spChg chg="add mod">
          <ac:chgData name="Josué Silva de Morais" userId="f406c2cd-edfc-4057-be10-75858098c663" providerId="ADAL" clId="{A1824FC7-00A9-4708-B7FB-71BF84356830}" dt="2026-05-11T12:20:26.118" v="2060"/>
          <ac:spMkLst>
            <pc:docMk/>
            <pc:sldMk cId="1909881446" sldId="270"/>
            <ac:spMk id="37" creationId="{CB59AB31-1559-41C4-8385-F82163296D2B}"/>
          </ac:spMkLst>
        </pc:spChg>
        <pc:spChg chg="add mod">
          <ac:chgData name="Josué Silva de Morais" userId="f406c2cd-edfc-4057-be10-75858098c663" providerId="ADAL" clId="{A1824FC7-00A9-4708-B7FB-71BF84356830}" dt="2026-05-11T12:20:26.120" v="2063"/>
          <ac:spMkLst>
            <pc:docMk/>
            <pc:sldMk cId="1909881446" sldId="270"/>
            <ac:spMk id="38" creationId="{9D149377-ACC4-4A8A-A899-AA6A42DD4798}"/>
          </ac:spMkLst>
        </pc:spChg>
        <pc:spChg chg="add mod">
          <ac:chgData name="Josué Silva de Morais" userId="f406c2cd-edfc-4057-be10-75858098c663" providerId="ADAL" clId="{A1824FC7-00A9-4708-B7FB-71BF84356830}" dt="2026-05-11T12:20:26.123" v="2066"/>
          <ac:spMkLst>
            <pc:docMk/>
            <pc:sldMk cId="1909881446" sldId="270"/>
            <ac:spMk id="39" creationId="{B4826FFB-10D5-47E4-90C9-47EBFB12BB11}"/>
          </ac:spMkLst>
        </pc:spChg>
        <pc:spChg chg="add mod">
          <ac:chgData name="Josué Silva de Morais" userId="f406c2cd-edfc-4057-be10-75858098c663" providerId="ADAL" clId="{A1824FC7-00A9-4708-B7FB-71BF84356830}" dt="2026-05-11T12:20:26.126" v="2069"/>
          <ac:spMkLst>
            <pc:docMk/>
            <pc:sldMk cId="1909881446" sldId="270"/>
            <ac:spMk id="40" creationId="{86D3032C-05F0-4896-B600-020D2332905E}"/>
          </ac:spMkLst>
        </pc:spChg>
        <pc:spChg chg="add mod">
          <ac:chgData name="Josué Silva de Morais" userId="f406c2cd-edfc-4057-be10-75858098c663" providerId="ADAL" clId="{A1824FC7-00A9-4708-B7FB-71BF84356830}" dt="2026-05-11T12:20:26.129" v="2072"/>
          <ac:spMkLst>
            <pc:docMk/>
            <pc:sldMk cId="1909881446" sldId="270"/>
            <ac:spMk id="41" creationId="{2E85301C-808F-4E3D-98C3-DAD916D1D429}"/>
          </ac:spMkLst>
        </pc:spChg>
        <pc:spChg chg="add mod">
          <ac:chgData name="Josué Silva de Morais" userId="f406c2cd-edfc-4057-be10-75858098c663" providerId="ADAL" clId="{A1824FC7-00A9-4708-B7FB-71BF84356830}" dt="2026-05-11T12:20:26.131" v="2075"/>
          <ac:spMkLst>
            <pc:docMk/>
            <pc:sldMk cId="1909881446" sldId="270"/>
            <ac:spMk id="42" creationId="{59B421F6-A59F-41C2-8F80-C98A71F2FD31}"/>
          </ac:spMkLst>
        </pc:spChg>
        <pc:spChg chg="add mod">
          <ac:chgData name="Josué Silva de Morais" userId="f406c2cd-edfc-4057-be10-75858098c663" providerId="ADAL" clId="{A1824FC7-00A9-4708-B7FB-71BF84356830}" dt="2026-05-11T12:20:26.133" v="2078"/>
          <ac:spMkLst>
            <pc:docMk/>
            <pc:sldMk cId="1909881446" sldId="270"/>
            <ac:spMk id="43" creationId="{3D34FD8A-37F5-45DB-B92B-DB980B75E103}"/>
          </ac:spMkLst>
        </pc:spChg>
        <pc:spChg chg="add mod">
          <ac:chgData name="Josué Silva de Morais" userId="f406c2cd-edfc-4057-be10-75858098c663" providerId="ADAL" clId="{A1824FC7-00A9-4708-B7FB-71BF84356830}" dt="2026-05-11T12:20:26.135" v="2081"/>
          <ac:spMkLst>
            <pc:docMk/>
            <pc:sldMk cId="1909881446" sldId="270"/>
            <ac:spMk id="44" creationId="{F8FAF96D-8164-426E-8D57-B94FD91382B8}"/>
          </ac:spMkLst>
        </pc:spChg>
        <pc:spChg chg="add mod">
          <ac:chgData name="Josué Silva de Morais" userId="f406c2cd-edfc-4057-be10-75858098c663" providerId="ADAL" clId="{A1824FC7-00A9-4708-B7FB-71BF84356830}" dt="2026-05-11T12:20:26.136" v="2084"/>
          <ac:spMkLst>
            <pc:docMk/>
            <pc:sldMk cId="1909881446" sldId="270"/>
            <ac:spMk id="45" creationId="{5F45E878-B0E9-4FCD-B7AF-D914E6CA48B3}"/>
          </ac:spMkLst>
        </pc:spChg>
        <pc:spChg chg="add mod">
          <ac:chgData name="Josué Silva de Morais" userId="f406c2cd-edfc-4057-be10-75858098c663" providerId="ADAL" clId="{A1824FC7-00A9-4708-B7FB-71BF84356830}" dt="2026-05-11T12:20:26.139" v="2087"/>
          <ac:spMkLst>
            <pc:docMk/>
            <pc:sldMk cId="1909881446" sldId="270"/>
            <ac:spMk id="46" creationId="{777A9DD6-B59E-4EBC-9979-D5B29B7E2CE6}"/>
          </ac:spMkLst>
        </pc:spChg>
        <pc:spChg chg="add mod">
          <ac:chgData name="Josué Silva de Morais" userId="f406c2cd-edfc-4057-be10-75858098c663" providerId="ADAL" clId="{A1824FC7-00A9-4708-B7FB-71BF84356830}" dt="2026-05-11T12:20:26.144" v="2090"/>
          <ac:spMkLst>
            <pc:docMk/>
            <pc:sldMk cId="1909881446" sldId="270"/>
            <ac:spMk id="47" creationId="{7950ECF5-D7E1-4C67-84E2-7F605599A002}"/>
          </ac:spMkLst>
        </pc:spChg>
        <pc:spChg chg="add mod ord">
          <ac:chgData name="Josué Silva de Morais" userId="f406c2cd-edfc-4057-be10-75858098c663" providerId="ADAL" clId="{A1824FC7-00A9-4708-B7FB-71BF84356830}" dt="2026-05-11T12:20:26.146" v="2094"/>
          <ac:spMkLst>
            <pc:docMk/>
            <pc:sldMk cId="1909881446" sldId="270"/>
            <ac:spMk id="48" creationId="{9278B6B8-B85A-496E-B0AE-BF715B79657E}"/>
          </ac:spMkLst>
        </pc:spChg>
        <pc:spChg chg="add mod">
          <ac:chgData name="Josué Silva de Morais" userId="f406c2cd-edfc-4057-be10-75858098c663" providerId="ADAL" clId="{A1824FC7-00A9-4708-B7FB-71BF84356830}" dt="2026-05-11T12:20:26.148" v="2097"/>
          <ac:spMkLst>
            <pc:docMk/>
            <pc:sldMk cId="1909881446" sldId="270"/>
            <ac:spMk id="49" creationId="{07ED05E5-AE64-40CA-B534-416964D21A02}"/>
          </ac:spMkLst>
        </pc:spChg>
        <pc:spChg chg="add mod">
          <ac:chgData name="Josué Silva de Morais" userId="f406c2cd-edfc-4057-be10-75858098c663" providerId="ADAL" clId="{A1824FC7-00A9-4708-B7FB-71BF84356830}" dt="2026-05-11T12:20:26.150" v="2100"/>
          <ac:spMkLst>
            <pc:docMk/>
            <pc:sldMk cId="1909881446" sldId="270"/>
            <ac:spMk id="50" creationId="{8467DB41-F3FC-4893-B010-16B8DD719094}"/>
          </ac:spMkLst>
        </pc:spChg>
        <pc:spChg chg="add mod">
          <ac:chgData name="Josué Silva de Morais" userId="f406c2cd-edfc-4057-be10-75858098c663" providerId="ADAL" clId="{A1824FC7-00A9-4708-B7FB-71BF84356830}" dt="2026-05-11T12:20:26.152" v="2103"/>
          <ac:spMkLst>
            <pc:docMk/>
            <pc:sldMk cId="1909881446" sldId="270"/>
            <ac:spMk id="51" creationId="{42B8F354-7AAF-47C6-B033-319248EDFC1D}"/>
          </ac:spMkLst>
        </pc:spChg>
        <pc:spChg chg="add mod">
          <ac:chgData name="Josué Silva de Morais" userId="f406c2cd-edfc-4057-be10-75858098c663" providerId="ADAL" clId="{A1824FC7-00A9-4708-B7FB-71BF84356830}" dt="2026-05-11T12:20:26.153" v="2106"/>
          <ac:spMkLst>
            <pc:docMk/>
            <pc:sldMk cId="1909881446" sldId="270"/>
            <ac:spMk id="52" creationId="{C8CB99B2-4FDA-490D-A9CF-B319B311CADF}"/>
          </ac:spMkLst>
        </pc:spChg>
        <pc:spChg chg="add mod">
          <ac:chgData name="Josué Silva de Morais" userId="f406c2cd-edfc-4057-be10-75858098c663" providerId="ADAL" clId="{A1824FC7-00A9-4708-B7FB-71BF84356830}" dt="2026-05-11T12:20:26.157" v="2109"/>
          <ac:spMkLst>
            <pc:docMk/>
            <pc:sldMk cId="1909881446" sldId="270"/>
            <ac:spMk id="53" creationId="{26E3B300-5B56-4795-B987-5CAAF34F51FE}"/>
          </ac:spMkLst>
        </pc:spChg>
        <pc:spChg chg="add mod">
          <ac:chgData name="Josué Silva de Morais" userId="f406c2cd-edfc-4057-be10-75858098c663" providerId="ADAL" clId="{A1824FC7-00A9-4708-B7FB-71BF84356830}" dt="2026-05-11T12:20:26.160" v="2112"/>
          <ac:spMkLst>
            <pc:docMk/>
            <pc:sldMk cId="1909881446" sldId="270"/>
            <ac:spMk id="54" creationId="{8760223A-7584-4B49-A57F-538EAE6865F7}"/>
          </ac:spMkLst>
        </pc:spChg>
        <pc:spChg chg="add mod">
          <ac:chgData name="Josué Silva de Morais" userId="f406c2cd-edfc-4057-be10-75858098c663" providerId="ADAL" clId="{A1824FC7-00A9-4708-B7FB-71BF84356830}" dt="2026-05-11T12:20:26.162" v="2115"/>
          <ac:spMkLst>
            <pc:docMk/>
            <pc:sldMk cId="1909881446" sldId="270"/>
            <ac:spMk id="55" creationId="{0F235983-4947-44DD-828A-E35A9C3A4310}"/>
          </ac:spMkLst>
        </pc:spChg>
        <pc:spChg chg="add mod">
          <ac:chgData name="Josué Silva de Morais" userId="f406c2cd-edfc-4057-be10-75858098c663" providerId="ADAL" clId="{A1824FC7-00A9-4708-B7FB-71BF84356830}" dt="2026-05-11T12:20:26.164" v="2118"/>
          <ac:spMkLst>
            <pc:docMk/>
            <pc:sldMk cId="1909881446" sldId="270"/>
            <ac:spMk id="56" creationId="{BD4F6AAA-5648-4E85-A334-D9628F8FDA92}"/>
          </ac:spMkLst>
        </pc:spChg>
        <pc:spChg chg="add mod">
          <ac:chgData name="Josué Silva de Morais" userId="f406c2cd-edfc-4057-be10-75858098c663" providerId="ADAL" clId="{A1824FC7-00A9-4708-B7FB-71BF84356830}" dt="2026-05-11T12:20:26.166" v="2121"/>
          <ac:spMkLst>
            <pc:docMk/>
            <pc:sldMk cId="1909881446" sldId="270"/>
            <ac:spMk id="57" creationId="{1E56CDE5-2EF3-42BB-8CA5-2D0DD55996F6}"/>
          </ac:spMkLst>
        </pc:spChg>
        <pc:spChg chg="add mod">
          <ac:chgData name="Josué Silva de Morais" userId="f406c2cd-edfc-4057-be10-75858098c663" providerId="ADAL" clId="{A1824FC7-00A9-4708-B7FB-71BF84356830}" dt="2026-05-11T12:20:26.168" v="2124"/>
          <ac:spMkLst>
            <pc:docMk/>
            <pc:sldMk cId="1909881446" sldId="270"/>
            <ac:spMk id="58" creationId="{0663D386-CB82-4F0F-A446-4002FE2300E8}"/>
          </ac:spMkLst>
        </pc:spChg>
        <pc:spChg chg="add mod">
          <ac:chgData name="Josué Silva de Morais" userId="f406c2cd-edfc-4057-be10-75858098c663" providerId="ADAL" clId="{A1824FC7-00A9-4708-B7FB-71BF84356830}" dt="2026-05-11T12:20:26.170" v="2127"/>
          <ac:spMkLst>
            <pc:docMk/>
            <pc:sldMk cId="1909881446" sldId="270"/>
            <ac:spMk id="59" creationId="{E87DDB56-86AB-4A0A-AF75-84EBD2E31AEB}"/>
          </ac:spMkLst>
        </pc:spChg>
        <pc:spChg chg="add mod">
          <ac:chgData name="Josué Silva de Morais" userId="f406c2cd-edfc-4057-be10-75858098c663" providerId="ADAL" clId="{A1824FC7-00A9-4708-B7FB-71BF84356830}" dt="2026-05-11T12:20:26.173" v="2130"/>
          <ac:spMkLst>
            <pc:docMk/>
            <pc:sldMk cId="1909881446" sldId="270"/>
            <ac:spMk id="60" creationId="{02861F81-19AA-4571-A697-2A62E87ADB87}"/>
          </ac:spMkLst>
        </pc:spChg>
        <pc:spChg chg="add mod">
          <ac:chgData name="Josué Silva de Morais" userId="f406c2cd-edfc-4057-be10-75858098c663" providerId="ADAL" clId="{A1824FC7-00A9-4708-B7FB-71BF84356830}" dt="2026-05-11T12:20:26.177" v="2133"/>
          <ac:spMkLst>
            <pc:docMk/>
            <pc:sldMk cId="1909881446" sldId="270"/>
            <ac:spMk id="61" creationId="{A00ED2EB-2783-4D98-AFCA-85D280EC544F}"/>
          </ac:spMkLst>
        </pc:spChg>
        <pc:spChg chg="add mod">
          <ac:chgData name="Josué Silva de Morais" userId="f406c2cd-edfc-4057-be10-75858098c663" providerId="ADAL" clId="{A1824FC7-00A9-4708-B7FB-71BF84356830}" dt="2026-05-11T12:20:26.179" v="2136"/>
          <ac:spMkLst>
            <pc:docMk/>
            <pc:sldMk cId="1909881446" sldId="270"/>
            <ac:spMk id="62" creationId="{A5F9C142-94A9-4260-85E7-03E955782D5D}"/>
          </ac:spMkLst>
        </pc:spChg>
        <pc:spChg chg="add mod">
          <ac:chgData name="Josué Silva de Morais" userId="f406c2cd-edfc-4057-be10-75858098c663" providerId="ADAL" clId="{A1824FC7-00A9-4708-B7FB-71BF84356830}" dt="2026-05-11T12:20:26.181" v="2139"/>
          <ac:spMkLst>
            <pc:docMk/>
            <pc:sldMk cId="1909881446" sldId="270"/>
            <ac:spMk id="63" creationId="{1FE5A34B-2DEF-4172-9029-E9CB5766EB64}"/>
          </ac:spMkLst>
        </pc:spChg>
        <pc:spChg chg="add mod">
          <ac:chgData name="Josué Silva de Morais" userId="f406c2cd-edfc-4057-be10-75858098c663" providerId="ADAL" clId="{A1824FC7-00A9-4708-B7FB-71BF84356830}" dt="2026-05-11T12:20:26.182" v="2142"/>
          <ac:spMkLst>
            <pc:docMk/>
            <pc:sldMk cId="1909881446" sldId="270"/>
            <ac:spMk id="64" creationId="{E1BD4892-C680-4151-BF1F-946458AEF171}"/>
          </ac:spMkLst>
        </pc:spChg>
        <pc:spChg chg="add mod">
          <ac:chgData name="Josué Silva de Morais" userId="f406c2cd-edfc-4057-be10-75858098c663" providerId="ADAL" clId="{A1824FC7-00A9-4708-B7FB-71BF84356830}" dt="2026-05-11T12:20:26.184" v="2145"/>
          <ac:spMkLst>
            <pc:docMk/>
            <pc:sldMk cId="1909881446" sldId="270"/>
            <ac:spMk id="65" creationId="{D9142EAC-BC63-4D13-972E-BF7E303139A8}"/>
          </ac:spMkLst>
        </pc:spChg>
        <pc:spChg chg="add mod">
          <ac:chgData name="Josué Silva de Morais" userId="f406c2cd-edfc-4057-be10-75858098c663" providerId="ADAL" clId="{A1824FC7-00A9-4708-B7FB-71BF84356830}" dt="2026-05-11T12:20:26.186" v="2148"/>
          <ac:spMkLst>
            <pc:docMk/>
            <pc:sldMk cId="1909881446" sldId="270"/>
            <ac:spMk id="66" creationId="{E0379717-FE08-447A-8F93-0CDA2A01287B}"/>
          </ac:spMkLst>
        </pc:spChg>
        <pc:spChg chg="add mod">
          <ac:chgData name="Josué Silva de Morais" userId="f406c2cd-edfc-4057-be10-75858098c663" providerId="ADAL" clId="{A1824FC7-00A9-4708-B7FB-71BF84356830}" dt="2026-05-11T12:20:26.189" v="2151"/>
          <ac:spMkLst>
            <pc:docMk/>
            <pc:sldMk cId="1909881446" sldId="270"/>
            <ac:spMk id="67" creationId="{9E4E24A3-C8B0-4E1D-BD99-CED9ADCC4B4A}"/>
          </ac:spMkLst>
        </pc:spChg>
        <pc:spChg chg="add mod">
          <ac:chgData name="Josué Silva de Morais" userId="f406c2cd-edfc-4057-be10-75858098c663" providerId="ADAL" clId="{A1824FC7-00A9-4708-B7FB-71BF84356830}" dt="2026-05-11T12:20:26.193" v="2154"/>
          <ac:spMkLst>
            <pc:docMk/>
            <pc:sldMk cId="1909881446" sldId="270"/>
            <ac:spMk id="68" creationId="{2BDA84B1-1E02-4FA1-86D8-F38911276BED}"/>
          </ac:spMkLst>
        </pc:spChg>
        <pc:spChg chg="add mod">
          <ac:chgData name="Josué Silva de Morais" userId="f406c2cd-edfc-4057-be10-75858098c663" providerId="ADAL" clId="{A1824FC7-00A9-4708-B7FB-71BF84356830}" dt="2026-05-11T12:20:26.195" v="2157"/>
          <ac:spMkLst>
            <pc:docMk/>
            <pc:sldMk cId="1909881446" sldId="270"/>
            <ac:spMk id="69" creationId="{D9461B7A-3B71-46F7-83CE-B6409D6994C9}"/>
          </ac:spMkLst>
        </pc:spChg>
        <pc:spChg chg="add mod">
          <ac:chgData name="Josué Silva de Morais" userId="f406c2cd-edfc-4057-be10-75858098c663" providerId="ADAL" clId="{A1824FC7-00A9-4708-B7FB-71BF84356830}" dt="2026-05-11T12:20:26.198" v="2160"/>
          <ac:spMkLst>
            <pc:docMk/>
            <pc:sldMk cId="1909881446" sldId="270"/>
            <ac:spMk id="70" creationId="{4B8049EF-29AE-40C8-BC25-B8B25BE5C264}"/>
          </ac:spMkLst>
        </pc:spChg>
        <pc:spChg chg="add mod">
          <ac:chgData name="Josué Silva de Morais" userId="f406c2cd-edfc-4057-be10-75858098c663" providerId="ADAL" clId="{A1824FC7-00A9-4708-B7FB-71BF84356830}" dt="2026-05-11T12:20:26.200" v="2163"/>
          <ac:spMkLst>
            <pc:docMk/>
            <pc:sldMk cId="1909881446" sldId="270"/>
            <ac:spMk id="71" creationId="{B05EF815-B5D3-474A-87C8-C693FE11876F}"/>
          </ac:spMkLst>
        </pc:spChg>
        <pc:spChg chg="add mod">
          <ac:chgData name="Josué Silva de Morais" userId="f406c2cd-edfc-4057-be10-75858098c663" providerId="ADAL" clId="{A1824FC7-00A9-4708-B7FB-71BF84356830}" dt="2026-05-11T12:20:26.202" v="2166"/>
          <ac:spMkLst>
            <pc:docMk/>
            <pc:sldMk cId="1909881446" sldId="270"/>
            <ac:spMk id="72" creationId="{1D87BD32-459B-44A5-AB52-E6FD01A35369}"/>
          </ac:spMkLst>
        </pc:spChg>
        <pc:spChg chg="add mod">
          <ac:chgData name="Josué Silva de Morais" userId="f406c2cd-edfc-4057-be10-75858098c663" providerId="ADAL" clId="{A1824FC7-00A9-4708-B7FB-71BF84356830}" dt="2026-05-11T12:20:26.203" v="2169"/>
          <ac:spMkLst>
            <pc:docMk/>
            <pc:sldMk cId="1909881446" sldId="270"/>
            <ac:spMk id="73" creationId="{B2B6DF43-DC6F-4203-873E-3A066BDB1CFC}"/>
          </ac:spMkLst>
        </pc:spChg>
        <pc:spChg chg="add mod">
          <ac:chgData name="Josué Silva de Morais" userId="f406c2cd-edfc-4057-be10-75858098c663" providerId="ADAL" clId="{A1824FC7-00A9-4708-B7FB-71BF84356830}" dt="2026-05-11T12:20:26.207" v="2172"/>
          <ac:spMkLst>
            <pc:docMk/>
            <pc:sldMk cId="1909881446" sldId="270"/>
            <ac:spMk id="74" creationId="{B0A4FEC2-ED31-49BA-BD9D-F8A97D847354}"/>
          </ac:spMkLst>
        </pc:spChg>
        <pc:spChg chg="add mod">
          <ac:chgData name="Josué Silva de Morais" userId="f406c2cd-edfc-4057-be10-75858098c663" providerId="ADAL" clId="{A1824FC7-00A9-4708-B7FB-71BF84356830}" dt="2026-05-11T12:20:26.210" v="2175"/>
          <ac:spMkLst>
            <pc:docMk/>
            <pc:sldMk cId="1909881446" sldId="270"/>
            <ac:spMk id="75" creationId="{D2A635B0-B244-4E2E-95FD-D7EAE376B778}"/>
          </ac:spMkLst>
        </pc:spChg>
        <pc:spChg chg="add mod">
          <ac:chgData name="Josué Silva de Morais" userId="f406c2cd-edfc-4057-be10-75858098c663" providerId="ADAL" clId="{A1824FC7-00A9-4708-B7FB-71BF84356830}" dt="2026-05-11T12:20:26.212" v="2178"/>
          <ac:spMkLst>
            <pc:docMk/>
            <pc:sldMk cId="1909881446" sldId="270"/>
            <ac:spMk id="76" creationId="{90860C61-ECE6-480D-89EF-12F77110BC51}"/>
          </ac:spMkLst>
        </pc:spChg>
        <pc:spChg chg="add mod">
          <ac:chgData name="Josué Silva de Morais" userId="f406c2cd-edfc-4057-be10-75858098c663" providerId="ADAL" clId="{A1824FC7-00A9-4708-B7FB-71BF84356830}" dt="2026-05-11T12:20:26.214" v="2181"/>
          <ac:spMkLst>
            <pc:docMk/>
            <pc:sldMk cId="1909881446" sldId="270"/>
            <ac:spMk id="77" creationId="{ECA66845-5DAB-4576-ABA0-6AD19C592605}"/>
          </ac:spMkLst>
        </pc:spChg>
        <pc:spChg chg="add mod">
          <ac:chgData name="Josué Silva de Morais" userId="f406c2cd-edfc-4057-be10-75858098c663" providerId="ADAL" clId="{A1824FC7-00A9-4708-B7FB-71BF84356830}" dt="2026-05-11T12:20:26.216" v="2184"/>
          <ac:spMkLst>
            <pc:docMk/>
            <pc:sldMk cId="1909881446" sldId="270"/>
            <ac:spMk id="78" creationId="{F137B60E-8494-4B77-8BFB-276C3164AB90}"/>
          </ac:spMkLst>
        </pc:spChg>
        <pc:spChg chg="add mod">
          <ac:chgData name="Josué Silva de Morais" userId="f406c2cd-edfc-4057-be10-75858098c663" providerId="ADAL" clId="{A1824FC7-00A9-4708-B7FB-71BF84356830}" dt="2026-05-11T12:20:26.217" v="2187"/>
          <ac:spMkLst>
            <pc:docMk/>
            <pc:sldMk cId="1909881446" sldId="270"/>
            <ac:spMk id="79" creationId="{4914187D-A66E-4D88-85BB-74C83E438F9A}"/>
          </ac:spMkLst>
        </pc:spChg>
        <pc:spChg chg="add mod">
          <ac:chgData name="Josué Silva de Morais" userId="f406c2cd-edfc-4057-be10-75858098c663" providerId="ADAL" clId="{A1824FC7-00A9-4708-B7FB-71BF84356830}" dt="2026-05-11T12:20:26.219" v="2190"/>
          <ac:spMkLst>
            <pc:docMk/>
            <pc:sldMk cId="1909881446" sldId="270"/>
            <ac:spMk id="80" creationId="{E42D46AA-B411-415E-B12E-985FC7407A93}"/>
          </ac:spMkLst>
        </pc:spChg>
        <pc:spChg chg="add mod">
          <ac:chgData name="Josué Silva de Morais" userId="f406c2cd-edfc-4057-be10-75858098c663" providerId="ADAL" clId="{A1824FC7-00A9-4708-B7FB-71BF84356830}" dt="2026-05-11T12:20:26.220" v="2193"/>
          <ac:spMkLst>
            <pc:docMk/>
            <pc:sldMk cId="1909881446" sldId="270"/>
            <ac:spMk id="81" creationId="{A7C40285-B649-49A3-BEE5-3D4A86C222A7}"/>
          </ac:spMkLst>
        </pc:spChg>
        <pc:spChg chg="add mod">
          <ac:chgData name="Josué Silva de Morais" userId="f406c2cd-edfc-4057-be10-75858098c663" providerId="ADAL" clId="{A1824FC7-00A9-4708-B7FB-71BF84356830}" dt="2026-05-11T12:20:26.224" v="2196"/>
          <ac:spMkLst>
            <pc:docMk/>
            <pc:sldMk cId="1909881446" sldId="270"/>
            <ac:spMk id="82" creationId="{8C833F55-48C3-451E-9A46-C3CF10E2430B}"/>
          </ac:spMkLst>
        </pc:spChg>
        <pc:spChg chg="add mod">
          <ac:chgData name="Josué Silva de Morais" userId="f406c2cd-edfc-4057-be10-75858098c663" providerId="ADAL" clId="{A1824FC7-00A9-4708-B7FB-71BF84356830}" dt="2026-05-11T12:20:26.227" v="2199"/>
          <ac:spMkLst>
            <pc:docMk/>
            <pc:sldMk cId="1909881446" sldId="270"/>
            <ac:spMk id="83" creationId="{A2BD04DA-B5C8-497E-A25A-FD1FB0FC4C52}"/>
          </ac:spMkLst>
        </pc:spChg>
        <pc:spChg chg="add mod">
          <ac:chgData name="Josué Silva de Morais" userId="f406c2cd-edfc-4057-be10-75858098c663" providerId="ADAL" clId="{A1824FC7-00A9-4708-B7FB-71BF84356830}" dt="2026-05-11T12:20:26.229" v="2202"/>
          <ac:spMkLst>
            <pc:docMk/>
            <pc:sldMk cId="1909881446" sldId="270"/>
            <ac:spMk id="84" creationId="{B71BDE78-35DF-4CBE-82D8-A317DA344DD8}"/>
          </ac:spMkLst>
        </pc:spChg>
        <pc:spChg chg="add mod">
          <ac:chgData name="Josué Silva de Morais" userId="f406c2cd-edfc-4057-be10-75858098c663" providerId="ADAL" clId="{A1824FC7-00A9-4708-B7FB-71BF84356830}" dt="2026-05-11T12:20:26.231" v="2205"/>
          <ac:spMkLst>
            <pc:docMk/>
            <pc:sldMk cId="1909881446" sldId="270"/>
            <ac:spMk id="85" creationId="{AB626D2C-BAAD-408A-9615-D4FAA393D6F6}"/>
          </ac:spMkLst>
        </pc:spChg>
        <pc:spChg chg="add mod">
          <ac:chgData name="Josué Silva de Morais" userId="f406c2cd-edfc-4057-be10-75858098c663" providerId="ADAL" clId="{A1824FC7-00A9-4708-B7FB-71BF84356830}" dt="2026-05-11T12:20:26.233" v="2208"/>
          <ac:spMkLst>
            <pc:docMk/>
            <pc:sldMk cId="1909881446" sldId="270"/>
            <ac:spMk id="86" creationId="{CF165E42-12BC-4B74-84A6-E163850D3F81}"/>
          </ac:spMkLst>
        </pc:spChg>
        <pc:spChg chg="add mod">
          <ac:chgData name="Josué Silva de Morais" userId="f406c2cd-edfc-4057-be10-75858098c663" providerId="ADAL" clId="{A1824FC7-00A9-4708-B7FB-71BF84356830}" dt="2026-05-11T12:20:26.235" v="2211"/>
          <ac:spMkLst>
            <pc:docMk/>
            <pc:sldMk cId="1909881446" sldId="270"/>
            <ac:spMk id="87" creationId="{A6AA71D1-6DF8-4B0F-A863-8356ADEC8367}"/>
          </ac:spMkLst>
        </pc:spChg>
        <pc:spChg chg="add mod">
          <ac:chgData name="Josué Silva de Morais" userId="f406c2cd-edfc-4057-be10-75858098c663" providerId="ADAL" clId="{A1824FC7-00A9-4708-B7FB-71BF84356830}" dt="2026-05-11T12:20:26.238" v="2214"/>
          <ac:spMkLst>
            <pc:docMk/>
            <pc:sldMk cId="1909881446" sldId="270"/>
            <ac:spMk id="88" creationId="{7E42207B-A6AB-4847-A8E8-30B25CB02E01}"/>
          </ac:spMkLst>
        </pc:spChg>
        <pc:spChg chg="add mod">
          <ac:chgData name="Josué Silva de Morais" userId="f406c2cd-edfc-4057-be10-75858098c663" providerId="ADAL" clId="{A1824FC7-00A9-4708-B7FB-71BF84356830}" dt="2026-05-11T12:20:26.242" v="2217"/>
          <ac:spMkLst>
            <pc:docMk/>
            <pc:sldMk cId="1909881446" sldId="270"/>
            <ac:spMk id="89" creationId="{AA82CE3D-608D-4624-8877-BFB3CBC5BAD4}"/>
          </ac:spMkLst>
        </pc:spChg>
        <pc:spChg chg="add mod">
          <ac:chgData name="Josué Silva de Morais" userId="f406c2cd-edfc-4057-be10-75858098c663" providerId="ADAL" clId="{A1824FC7-00A9-4708-B7FB-71BF84356830}" dt="2026-05-11T12:20:26.246" v="2223"/>
          <ac:spMkLst>
            <pc:docMk/>
            <pc:sldMk cId="1909881446" sldId="270"/>
            <ac:spMk id="90" creationId="{FB93A0E3-63BA-4A98-A0A9-6296E32F3E59}"/>
          </ac:spMkLst>
        </pc:spChg>
        <pc:spChg chg="add mod">
          <ac:chgData name="Josué Silva de Morais" userId="f406c2cd-edfc-4057-be10-75858098c663" providerId="ADAL" clId="{A1824FC7-00A9-4708-B7FB-71BF84356830}" dt="2026-05-11T12:20:26.251" v="2229"/>
          <ac:spMkLst>
            <pc:docMk/>
            <pc:sldMk cId="1909881446" sldId="270"/>
            <ac:spMk id="91" creationId="{F94ED20A-A617-4969-AEE1-7FFEB8AB65E3}"/>
          </ac:spMkLst>
        </pc:spChg>
        <pc:spChg chg="add mod">
          <ac:chgData name="Josué Silva de Morais" userId="f406c2cd-edfc-4057-be10-75858098c663" providerId="ADAL" clId="{A1824FC7-00A9-4708-B7FB-71BF84356830}" dt="2026-05-11T12:20:26.257" v="2235"/>
          <ac:spMkLst>
            <pc:docMk/>
            <pc:sldMk cId="1909881446" sldId="270"/>
            <ac:spMk id="92" creationId="{F181CA90-9F0F-4B70-B212-F80052177F10}"/>
          </ac:spMkLst>
        </pc:spChg>
        <pc:spChg chg="add mod">
          <ac:chgData name="Josué Silva de Morais" userId="f406c2cd-edfc-4057-be10-75858098c663" providerId="ADAL" clId="{A1824FC7-00A9-4708-B7FB-71BF84356830}" dt="2026-05-11T16:34:33.564" v="11509" actId="164"/>
          <ac:spMkLst>
            <pc:docMk/>
            <pc:sldMk cId="1909881446" sldId="270"/>
            <ac:spMk id="93" creationId="{CACC2FE4-7BE1-4435-8522-A403FF0FF76A}"/>
          </ac:spMkLst>
        </pc:spChg>
        <pc:spChg chg="add mod">
          <ac:chgData name="Josué Silva de Morais" userId="f406c2cd-edfc-4057-be10-75858098c663" providerId="ADAL" clId="{A1824FC7-00A9-4708-B7FB-71BF84356830}" dt="2026-05-11T16:34:33.564" v="11509" actId="164"/>
          <ac:spMkLst>
            <pc:docMk/>
            <pc:sldMk cId="1909881446" sldId="270"/>
            <ac:spMk id="94" creationId="{4807E9A1-5527-472D-B3E1-0F10733F99BF}"/>
          </ac:spMkLst>
        </pc:spChg>
        <pc:spChg chg="add mod">
          <ac:chgData name="Josué Silva de Morais" userId="f406c2cd-edfc-4057-be10-75858098c663" providerId="ADAL" clId="{A1824FC7-00A9-4708-B7FB-71BF84356830}" dt="2026-05-11T16:34:33.564" v="11509" actId="164"/>
          <ac:spMkLst>
            <pc:docMk/>
            <pc:sldMk cId="1909881446" sldId="270"/>
            <ac:spMk id="95" creationId="{5889BA85-D30F-48EA-A447-BBD712571DC9}"/>
          </ac:spMkLst>
        </pc:spChg>
        <pc:spChg chg="add mod">
          <ac:chgData name="Josué Silva de Morais" userId="f406c2cd-edfc-4057-be10-75858098c663" providerId="ADAL" clId="{A1824FC7-00A9-4708-B7FB-71BF84356830}" dt="2026-05-11T16:34:40.605" v="11510" actId="164"/>
          <ac:spMkLst>
            <pc:docMk/>
            <pc:sldMk cId="1909881446" sldId="270"/>
            <ac:spMk id="96" creationId="{A4DD2347-761B-4A03-8F95-5D56EC1250EF}"/>
          </ac:spMkLst>
        </pc:spChg>
        <pc:spChg chg="add mod">
          <ac:chgData name="Josué Silva de Morais" userId="f406c2cd-edfc-4057-be10-75858098c663" providerId="ADAL" clId="{A1824FC7-00A9-4708-B7FB-71BF84356830}" dt="2026-05-11T16:34:40.605" v="11510" actId="164"/>
          <ac:spMkLst>
            <pc:docMk/>
            <pc:sldMk cId="1909881446" sldId="270"/>
            <ac:spMk id="97" creationId="{9D0B2EE2-8216-4554-88CA-B29F8146629E}"/>
          </ac:spMkLst>
        </pc:spChg>
        <pc:spChg chg="add mod">
          <ac:chgData name="Josué Silva de Morais" userId="f406c2cd-edfc-4057-be10-75858098c663" providerId="ADAL" clId="{A1824FC7-00A9-4708-B7FB-71BF84356830}" dt="2026-05-11T16:34:40.605" v="11510" actId="164"/>
          <ac:spMkLst>
            <pc:docMk/>
            <pc:sldMk cId="1909881446" sldId="270"/>
            <ac:spMk id="98" creationId="{5237BC20-6061-4F5C-A16C-412D23D698A5}"/>
          </ac:spMkLst>
        </pc:spChg>
        <pc:spChg chg="add mod">
          <ac:chgData name="Josué Silva de Morais" userId="f406c2cd-edfc-4057-be10-75858098c663" providerId="ADAL" clId="{A1824FC7-00A9-4708-B7FB-71BF84356830}" dt="2026-05-11T16:34:46.142" v="11511" actId="164"/>
          <ac:spMkLst>
            <pc:docMk/>
            <pc:sldMk cId="1909881446" sldId="270"/>
            <ac:spMk id="99" creationId="{7ED539B9-6C6C-46E0-94F8-374460C3A906}"/>
          </ac:spMkLst>
        </pc:spChg>
        <pc:spChg chg="add mod">
          <ac:chgData name="Josué Silva de Morais" userId="f406c2cd-edfc-4057-be10-75858098c663" providerId="ADAL" clId="{A1824FC7-00A9-4708-B7FB-71BF84356830}" dt="2026-05-11T16:34:46.142" v="11511" actId="164"/>
          <ac:spMkLst>
            <pc:docMk/>
            <pc:sldMk cId="1909881446" sldId="270"/>
            <ac:spMk id="100" creationId="{9720AB58-AEFA-4371-85C6-3AB9CB86293F}"/>
          </ac:spMkLst>
        </pc:spChg>
        <pc:spChg chg="add mod">
          <ac:chgData name="Josué Silva de Morais" userId="f406c2cd-edfc-4057-be10-75858098c663" providerId="ADAL" clId="{A1824FC7-00A9-4708-B7FB-71BF84356830}" dt="2026-05-11T16:34:46.142" v="11511" actId="164"/>
          <ac:spMkLst>
            <pc:docMk/>
            <pc:sldMk cId="1909881446" sldId="270"/>
            <ac:spMk id="101" creationId="{730922BC-D504-42BB-812E-B536259B036A}"/>
          </ac:spMkLst>
        </pc:spChg>
        <pc:grpChg chg="add mod">
          <ac:chgData name="Josué Silva de Morais" userId="f406c2cd-edfc-4057-be10-75858098c663" providerId="ADAL" clId="{A1824FC7-00A9-4708-B7FB-71BF84356830}" dt="2026-05-11T16:34:33.564" v="11509" actId="164"/>
          <ac:grpSpMkLst>
            <pc:docMk/>
            <pc:sldMk cId="1909881446" sldId="270"/>
            <ac:grpSpMk id="2" creationId="{7FF3410E-D390-0B24-FDBE-DED5E2C95289}"/>
          </ac:grpSpMkLst>
        </pc:grpChg>
        <pc:grpChg chg="add mod">
          <ac:chgData name="Josué Silva de Morais" userId="f406c2cd-edfc-4057-be10-75858098c663" providerId="ADAL" clId="{A1824FC7-00A9-4708-B7FB-71BF84356830}" dt="2026-05-11T16:34:40.605" v="11510" actId="164"/>
          <ac:grpSpMkLst>
            <pc:docMk/>
            <pc:sldMk cId="1909881446" sldId="270"/>
            <ac:grpSpMk id="3" creationId="{3B83CC53-88EF-C613-4532-E68E94F6676C}"/>
          </ac:grpSpMkLst>
        </pc:grpChg>
        <pc:grpChg chg="add mod">
          <ac:chgData name="Josué Silva de Morais" userId="f406c2cd-edfc-4057-be10-75858098c663" providerId="ADAL" clId="{A1824FC7-00A9-4708-B7FB-71BF84356830}" dt="2026-05-11T16:34:46.142" v="11511" actId="164"/>
          <ac:grpSpMkLst>
            <pc:docMk/>
            <pc:sldMk cId="1909881446" sldId="270"/>
            <ac:grpSpMk id="4" creationId="{A8F4E953-C590-BE43-2B9C-09D19F937A97}"/>
          </ac:grpSpMkLst>
        </pc:grpChg>
      </pc:sldChg>
      <pc:sldChg chg="addSp modSp new mod">
        <pc:chgData name="Josué Silva de Morais" userId="f406c2cd-edfc-4057-be10-75858098c663" providerId="ADAL" clId="{A1824FC7-00A9-4708-B7FB-71BF84356830}" dt="2026-05-11T15:33:04.946" v="2569"/>
        <pc:sldMkLst>
          <pc:docMk/>
          <pc:sldMk cId="2247736100" sldId="271"/>
        </pc:sldMkLst>
        <pc:spChg chg="add mod">
          <ac:chgData name="Josué Silva de Morais" userId="f406c2cd-edfc-4057-be10-75858098c663" providerId="ADAL" clId="{A1824FC7-00A9-4708-B7FB-71BF84356830}" dt="2026-05-11T15:33:04.695" v="2391"/>
          <ac:spMkLst>
            <pc:docMk/>
            <pc:sldMk cId="2247736100" sldId="271"/>
            <ac:spMk id="2" creationId="{CDFE72BE-489C-4CE8-85D4-B03D1D9EF2E6}"/>
          </ac:spMkLst>
        </pc:spChg>
        <pc:spChg chg="add mod">
          <ac:chgData name="Josué Silva de Morais" userId="f406c2cd-edfc-4057-be10-75858098c663" providerId="ADAL" clId="{A1824FC7-00A9-4708-B7FB-71BF84356830}" dt="2026-05-11T15:33:04.707" v="2398"/>
          <ac:spMkLst>
            <pc:docMk/>
            <pc:sldMk cId="2247736100" sldId="271"/>
            <ac:spMk id="3" creationId="{01D979D0-0130-4275-A4BE-C6D3D41D0AC6}"/>
          </ac:spMkLst>
        </pc:spChg>
        <pc:spChg chg="add mod">
          <ac:chgData name="Josué Silva de Morais" userId="f406c2cd-edfc-4057-be10-75858098c663" providerId="ADAL" clId="{A1824FC7-00A9-4708-B7FB-71BF84356830}" dt="2026-05-11T15:33:04.716" v="2404"/>
          <ac:spMkLst>
            <pc:docMk/>
            <pc:sldMk cId="2247736100" sldId="271"/>
            <ac:spMk id="4" creationId="{53894FF8-9D86-4E71-B15F-54B14C4CA3D5}"/>
          </ac:spMkLst>
        </pc:spChg>
        <pc:spChg chg="add mod">
          <ac:chgData name="Josué Silva de Morais" userId="f406c2cd-edfc-4057-be10-75858098c663" providerId="ADAL" clId="{A1824FC7-00A9-4708-B7FB-71BF84356830}" dt="2026-05-11T15:33:04.732" v="2415"/>
          <ac:spMkLst>
            <pc:docMk/>
            <pc:sldMk cId="2247736100" sldId="271"/>
            <ac:spMk id="5" creationId="{04B64BE1-4C36-4E99-BD24-C2F1FD13CC8F}"/>
          </ac:spMkLst>
        </pc:spChg>
        <pc:spChg chg="add mod">
          <ac:chgData name="Josué Silva de Morais" userId="f406c2cd-edfc-4057-be10-75858098c663" providerId="ADAL" clId="{A1824FC7-00A9-4708-B7FB-71BF84356830}" dt="2026-05-11T15:33:04.746" v="2426"/>
          <ac:spMkLst>
            <pc:docMk/>
            <pc:sldMk cId="2247736100" sldId="271"/>
            <ac:spMk id="6" creationId="{8EC9E61E-3580-401E-88F4-779C3B763987}"/>
          </ac:spMkLst>
        </pc:spChg>
        <pc:spChg chg="add mod">
          <ac:chgData name="Josué Silva de Morais" userId="f406c2cd-edfc-4057-be10-75858098c663" providerId="ADAL" clId="{A1824FC7-00A9-4708-B7FB-71BF84356830}" dt="2026-05-11T15:33:04.762" v="2437"/>
          <ac:spMkLst>
            <pc:docMk/>
            <pc:sldMk cId="2247736100" sldId="271"/>
            <ac:spMk id="7" creationId="{8E7A0380-7712-4A8D-A198-A3D37A5A8E64}"/>
          </ac:spMkLst>
        </pc:spChg>
        <pc:spChg chg="add mod">
          <ac:chgData name="Josué Silva de Morais" userId="f406c2cd-edfc-4057-be10-75858098c663" providerId="ADAL" clId="{A1824FC7-00A9-4708-B7FB-71BF84356830}" dt="2026-05-11T15:33:04.779" v="2448"/>
          <ac:spMkLst>
            <pc:docMk/>
            <pc:sldMk cId="2247736100" sldId="271"/>
            <ac:spMk id="8" creationId="{CEA921D3-5663-4578-9031-0DDCE78F7500}"/>
          </ac:spMkLst>
        </pc:spChg>
        <pc:spChg chg="add mod">
          <ac:chgData name="Josué Silva de Morais" userId="f406c2cd-edfc-4057-be10-75858098c663" providerId="ADAL" clId="{A1824FC7-00A9-4708-B7FB-71BF84356830}" dt="2026-05-11T15:33:04.793" v="2459"/>
          <ac:spMkLst>
            <pc:docMk/>
            <pc:sldMk cId="2247736100" sldId="271"/>
            <ac:spMk id="9" creationId="{D76A0C97-E1D3-4321-878F-688B524DB02A}"/>
          </ac:spMkLst>
        </pc:spChg>
        <pc:spChg chg="add mod">
          <ac:chgData name="Josué Silva de Morais" userId="f406c2cd-edfc-4057-be10-75858098c663" providerId="ADAL" clId="{A1824FC7-00A9-4708-B7FB-71BF84356830}" dt="2026-05-11T15:33:04.808" v="2470"/>
          <ac:spMkLst>
            <pc:docMk/>
            <pc:sldMk cId="2247736100" sldId="271"/>
            <ac:spMk id="10" creationId="{1409CB85-B4A5-4A0C-B5BB-2A763F11B41A}"/>
          </ac:spMkLst>
        </pc:spChg>
        <pc:spChg chg="add mod">
          <ac:chgData name="Josué Silva de Morais" userId="f406c2cd-edfc-4057-be10-75858098c663" providerId="ADAL" clId="{A1824FC7-00A9-4708-B7FB-71BF84356830}" dt="2026-05-11T15:33:04.822" v="2481"/>
          <ac:spMkLst>
            <pc:docMk/>
            <pc:sldMk cId="2247736100" sldId="271"/>
            <ac:spMk id="11" creationId="{30C190F2-B1BC-4EA9-A0DB-A3F6192AD953}"/>
          </ac:spMkLst>
        </pc:spChg>
        <pc:spChg chg="add mod">
          <ac:chgData name="Josué Silva de Morais" userId="f406c2cd-edfc-4057-be10-75858098c663" providerId="ADAL" clId="{A1824FC7-00A9-4708-B7FB-71BF84356830}" dt="2026-05-11T15:33:04.839" v="2492"/>
          <ac:spMkLst>
            <pc:docMk/>
            <pc:sldMk cId="2247736100" sldId="271"/>
            <ac:spMk id="12" creationId="{2E7666BA-F773-4070-A6FE-77EB856C646B}"/>
          </ac:spMkLst>
        </pc:spChg>
        <pc:spChg chg="add mod">
          <ac:chgData name="Josué Silva de Morais" userId="f406c2cd-edfc-4057-be10-75858098c663" providerId="ADAL" clId="{A1824FC7-00A9-4708-B7FB-71BF84356830}" dt="2026-05-11T15:33:04.847" v="2499"/>
          <ac:spMkLst>
            <pc:docMk/>
            <pc:sldMk cId="2247736100" sldId="271"/>
            <ac:spMk id="13" creationId="{2FEE40B1-A39B-4B8A-938E-73ECAF7D484C}"/>
          </ac:spMkLst>
        </pc:spChg>
        <pc:spChg chg="add mod">
          <ac:chgData name="Josué Silva de Morais" userId="f406c2cd-edfc-4057-be10-75858098c663" providerId="ADAL" clId="{A1824FC7-00A9-4708-B7FB-71BF84356830}" dt="2026-05-11T15:33:04.859" v="2506"/>
          <ac:spMkLst>
            <pc:docMk/>
            <pc:sldMk cId="2247736100" sldId="271"/>
            <ac:spMk id="14" creationId="{C61F0348-C2BD-4E3F-891D-C4C56F77B4F8}"/>
          </ac:spMkLst>
        </pc:spChg>
        <pc:spChg chg="add mod">
          <ac:chgData name="Josué Silva de Morais" userId="f406c2cd-edfc-4057-be10-75858098c663" providerId="ADAL" clId="{A1824FC7-00A9-4708-B7FB-71BF84356830}" dt="2026-05-11T15:33:04.863" v="2510"/>
          <ac:spMkLst>
            <pc:docMk/>
            <pc:sldMk cId="2247736100" sldId="271"/>
            <ac:spMk id="15" creationId="{B447A31A-9358-4FFD-A757-0A8107DDF5C1}"/>
          </ac:spMkLst>
        </pc:spChg>
        <pc:spChg chg="add mod">
          <ac:chgData name="Josué Silva de Morais" userId="f406c2cd-edfc-4057-be10-75858098c663" providerId="ADAL" clId="{A1824FC7-00A9-4708-B7FB-71BF84356830}" dt="2026-05-11T15:33:04.875" v="2517"/>
          <ac:spMkLst>
            <pc:docMk/>
            <pc:sldMk cId="2247736100" sldId="271"/>
            <ac:spMk id="16" creationId="{8D27427E-11ED-4167-B68D-9EBA81E79386}"/>
          </ac:spMkLst>
        </pc:spChg>
        <pc:spChg chg="add mod">
          <ac:chgData name="Josué Silva de Morais" userId="f406c2cd-edfc-4057-be10-75858098c663" providerId="ADAL" clId="{A1824FC7-00A9-4708-B7FB-71BF84356830}" dt="2026-05-11T15:33:04.883" v="2524"/>
          <ac:spMkLst>
            <pc:docMk/>
            <pc:sldMk cId="2247736100" sldId="271"/>
            <ac:spMk id="17" creationId="{F24D59E2-79E2-4903-A132-2D014B1F38BE}"/>
          </ac:spMkLst>
        </pc:spChg>
        <pc:spChg chg="add mod">
          <ac:chgData name="Josué Silva de Morais" userId="f406c2cd-edfc-4057-be10-75858098c663" providerId="ADAL" clId="{A1824FC7-00A9-4708-B7FB-71BF84356830}" dt="2026-05-11T15:33:04.893" v="2530"/>
          <ac:spMkLst>
            <pc:docMk/>
            <pc:sldMk cId="2247736100" sldId="271"/>
            <ac:spMk id="18" creationId="{12E26A33-119D-4847-A0CC-BF801BE12B47}"/>
          </ac:spMkLst>
        </pc:spChg>
        <pc:spChg chg="add mod">
          <ac:chgData name="Josué Silva de Morais" userId="f406c2cd-edfc-4057-be10-75858098c663" providerId="ADAL" clId="{A1824FC7-00A9-4708-B7FB-71BF84356830}" dt="2026-05-11T15:33:04.905" v="2537"/>
          <ac:spMkLst>
            <pc:docMk/>
            <pc:sldMk cId="2247736100" sldId="271"/>
            <ac:spMk id="19" creationId="{FB2E7DBA-96AF-4F94-8107-AC30A41E7DA7}"/>
          </ac:spMkLst>
        </pc:spChg>
        <pc:spChg chg="add mod">
          <ac:chgData name="Josué Silva de Morais" userId="f406c2cd-edfc-4057-be10-75858098c663" providerId="ADAL" clId="{A1824FC7-00A9-4708-B7FB-71BF84356830}" dt="2026-05-11T15:33:04.912" v="2543"/>
          <ac:spMkLst>
            <pc:docMk/>
            <pc:sldMk cId="2247736100" sldId="271"/>
            <ac:spMk id="20" creationId="{389A3C2A-166C-4C9B-8319-A462AA0A9A3A}"/>
          </ac:spMkLst>
        </pc:spChg>
        <pc:spChg chg="add mod">
          <ac:chgData name="Josué Silva de Morais" userId="f406c2cd-edfc-4057-be10-75858098c663" providerId="ADAL" clId="{A1824FC7-00A9-4708-B7FB-71BF84356830}" dt="2026-05-11T15:33:04.923" v="2550"/>
          <ac:spMkLst>
            <pc:docMk/>
            <pc:sldMk cId="2247736100" sldId="271"/>
            <ac:spMk id="21" creationId="{4437D3B1-1658-4346-A9C4-06D4C11CD0F9}"/>
          </ac:spMkLst>
        </pc:spChg>
        <pc:spChg chg="add mod">
          <ac:chgData name="Josué Silva de Morais" userId="f406c2cd-edfc-4057-be10-75858098c663" providerId="ADAL" clId="{A1824FC7-00A9-4708-B7FB-71BF84356830}" dt="2026-05-11T15:33:04.930" v="2556"/>
          <ac:spMkLst>
            <pc:docMk/>
            <pc:sldMk cId="2247736100" sldId="271"/>
            <ac:spMk id="22" creationId="{7FE824C0-B3F0-4E24-B6F0-62D0F39ACE4B}"/>
          </ac:spMkLst>
        </pc:spChg>
        <pc:spChg chg="add mod">
          <ac:chgData name="Josué Silva de Morais" userId="f406c2cd-edfc-4057-be10-75858098c663" providerId="ADAL" clId="{A1824FC7-00A9-4708-B7FB-71BF84356830}" dt="2026-05-11T15:33:04.940" v="2563"/>
          <ac:spMkLst>
            <pc:docMk/>
            <pc:sldMk cId="2247736100" sldId="271"/>
            <ac:spMk id="23" creationId="{7AF902F9-A4C2-43B2-880A-764A68B339A3}"/>
          </ac:spMkLst>
        </pc:spChg>
        <pc:spChg chg="add mod">
          <ac:chgData name="Josué Silva de Morais" userId="f406c2cd-edfc-4057-be10-75858098c663" providerId="ADAL" clId="{A1824FC7-00A9-4708-B7FB-71BF84356830}" dt="2026-05-11T15:33:04.946" v="2569"/>
          <ac:spMkLst>
            <pc:docMk/>
            <pc:sldMk cId="2247736100" sldId="271"/>
            <ac:spMk id="24" creationId="{AE167AD0-C666-43DA-B60E-B3E599E8A043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35:27.482" v="11518" actId="962"/>
        <pc:sldMkLst>
          <pc:docMk/>
          <pc:sldMk cId="3375211911" sldId="272"/>
        </pc:sldMkLst>
        <pc:spChg chg="add mod">
          <ac:chgData name="Josué Silva de Morais" userId="f406c2cd-edfc-4057-be10-75858098c663" providerId="ADAL" clId="{A1824FC7-00A9-4708-B7FB-71BF84356830}" dt="2026-05-11T15:33:21.147" v="2573"/>
          <ac:spMkLst>
            <pc:docMk/>
            <pc:sldMk cId="3375211911" sldId="272"/>
            <ac:spMk id="2" creationId="{C0E0AE7E-3515-4EAF-9239-1F85A916246F}"/>
          </ac:spMkLst>
        </pc:spChg>
        <pc:spChg chg="add mod">
          <ac:chgData name="Josué Silva de Morais" userId="f406c2cd-edfc-4057-be10-75858098c663" providerId="ADAL" clId="{A1824FC7-00A9-4708-B7FB-71BF84356830}" dt="2026-05-11T15:33:21.163" v="2580"/>
          <ac:spMkLst>
            <pc:docMk/>
            <pc:sldMk cId="3375211911" sldId="272"/>
            <ac:spMk id="3" creationId="{7A11F5AB-88A2-40B7-9376-E70694CFDE62}"/>
          </ac:spMkLst>
        </pc:spChg>
        <pc:spChg chg="add mod">
          <ac:chgData name="Josué Silva de Morais" userId="f406c2cd-edfc-4057-be10-75858098c663" providerId="ADAL" clId="{A1824FC7-00A9-4708-B7FB-71BF84356830}" dt="2026-05-11T16:35:24.100" v="11516" actId="962"/>
          <ac:spMkLst>
            <pc:docMk/>
            <pc:sldMk cId="3375211911" sldId="272"/>
            <ac:spMk id="4" creationId="{822AD420-F2FC-4C89-9620-E1592D268B8F}"/>
          </ac:spMkLst>
        </pc:spChg>
        <pc:spChg chg="add mod">
          <ac:chgData name="Josué Silva de Morais" userId="f406c2cd-edfc-4057-be10-75858098c663" providerId="ADAL" clId="{A1824FC7-00A9-4708-B7FB-71BF84356830}" dt="2026-05-11T15:33:21.175" v="2587"/>
          <ac:spMkLst>
            <pc:docMk/>
            <pc:sldMk cId="3375211911" sldId="272"/>
            <ac:spMk id="5" creationId="{2FBCA358-5DFD-4D5E-B500-0CF2456DA909}"/>
          </ac:spMkLst>
        </pc:spChg>
        <pc:spChg chg="add mod">
          <ac:chgData name="Josué Silva de Morais" userId="f406c2cd-edfc-4057-be10-75858098c663" providerId="ADAL" clId="{A1824FC7-00A9-4708-B7FB-71BF84356830}" dt="2026-05-11T15:33:21.190" v="2594"/>
          <ac:spMkLst>
            <pc:docMk/>
            <pc:sldMk cId="3375211911" sldId="272"/>
            <ac:spMk id="6" creationId="{E3CBDD1C-86E1-41E2-A40E-AAA2636A1BE9}"/>
          </ac:spMkLst>
        </pc:spChg>
        <pc:spChg chg="add mod">
          <ac:chgData name="Josué Silva de Morais" userId="f406c2cd-edfc-4057-be10-75858098c663" providerId="ADAL" clId="{A1824FC7-00A9-4708-B7FB-71BF84356830}" dt="2026-05-11T15:33:21.197" v="2601"/>
          <ac:spMkLst>
            <pc:docMk/>
            <pc:sldMk cId="3375211911" sldId="272"/>
            <ac:spMk id="7" creationId="{ADCB1581-DABA-45C6-BF69-557B0900A660}"/>
          </ac:spMkLst>
        </pc:spChg>
        <pc:spChg chg="add mod">
          <ac:chgData name="Josué Silva de Morais" userId="f406c2cd-edfc-4057-be10-75858098c663" providerId="ADAL" clId="{A1824FC7-00A9-4708-B7FB-71BF84356830}" dt="2026-05-11T15:33:21.210" v="2607"/>
          <ac:spMkLst>
            <pc:docMk/>
            <pc:sldMk cId="3375211911" sldId="272"/>
            <ac:spMk id="8" creationId="{ABF96589-C9B8-4D2E-A66B-2F102669E276}"/>
          </ac:spMkLst>
        </pc:spChg>
        <pc:spChg chg="add mod">
          <ac:chgData name="Josué Silva de Morais" userId="f406c2cd-edfc-4057-be10-75858098c663" providerId="ADAL" clId="{A1824FC7-00A9-4708-B7FB-71BF84356830}" dt="2026-05-11T16:35:27.482" v="11518" actId="962"/>
          <ac:spMkLst>
            <pc:docMk/>
            <pc:sldMk cId="3375211911" sldId="272"/>
            <ac:spMk id="9" creationId="{68169F31-43C6-44A8-995E-A0306AF59A8C}"/>
          </ac:spMkLst>
        </pc:spChg>
        <pc:spChg chg="add mod">
          <ac:chgData name="Josué Silva de Morais" userId="f406c2cd-edfc-4057-be10-75858098c663" providerId="ADAL" clId="{A1824FC7-00A9-4708-B7FB-71BF84356830}" dt="2026-05-11T15:33:21.219" v="2614"/>
          <ac:spMkLst>
            <pc:docMk/>
            <pc:sldMk cId="3375211911" sldId="272"/>
            <ac:spMk id="10" creationId="{B0627501-1F03-4BDE-9459-EF0FAE784DAE}"/>
          </ac:spMkLst>
        </pc:spChg>
        <pc:spChg chg="add mod">
          <ac:chgData name="Josué Silva de Morais" userId="f406c2cd-edfc-4057-be10-75858098c663" providerId="ADAL" clId="{A1824FC7-00A9-4708-B7FB-71BF84356830}" dt="2026-05-11T15:33:21.228" v="2621"/>
          <ac:spMkLst>
            <pc:docMk/>
            <pc:sldMk cId="3375211911" sldId="272"/>
            <ac:spMk id="11" creationId="{AF0DAE47-D999-43EE-BA46-6D6151BCE755}"/>
          </ac:spMkLst>
        </pc:spChg>
        <pc:spChg chg="add mod">
          <ac:chgData name="Josué Silva de Morais" userId="f406c2cd-edfc-4057-be10-75858098c663" providerId="ADAL" clId="{A1824FC7-00A9-4708-B7FB-71BF84356830}" dt="2026-05-11T15:33:21.239" v="2628"/>
          <ac:spMkLst>
            <pc:docMk/>
            <pc:sldMk cId="3375211911" sldId="272"/>
            <ac:spMk id="12" creationId="{6DE0DAE9-C260-4E63-A473-1FEC644A2915}"/>
          </ac:spMkLst>
        </pc:spChg>
        <pc:spChg chg="add mod">
          <ac:chgData name="Josué Silva de Morais" userId="f406c2cd-edfc-4057-be10-75858098c663" providerId="ADAL" clId="{A1824FC7-00A9-4708-B7FB-71BF84356830}" dt="2026-05-11T15:33:21.252" v="2634"/>
          <ac:spMkLst>
            <pc:docMk/>
            <pc:sldMk cId="3375211911" sldId="272"/>
            <ac:spMk id="13" creationId="{005C78DC-5EFB-4CA8-99CE-BF7D83EDE097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2:34.878" v="11365" actId="962"/>
        <pc:sldMkLst>
          <pc:docMk/>
          <pc:sldMk cId="2736118420" sldId="273"/>
        </pc:sldMkLst>
        <pc:spChg chg="add mod">
          <ac:chgData name="Josué Silva de Morais" userId="f406c2cd-edfc-4057-be10-75858098c663" providerId="ADAL" clId="{A1824FC7-00A9-4708-B7FB-71BF84356830}" dt="2026-05-11T15:33:58.370" v="2638"/>
          <ac:spMkLst>
            <pc:docMk/>
            <pc:sldMk cId="2736118420" sldId="273"/>
            <ac:spMk id="2" creationId="{D94888C9-0A96-4C3A-9887-F64F8EE1FA47}"/>
          </ac:spMkLst>
        </pc:spChg>
        <pc:spChg chg="add mod">
          <ac:chgData name="Josué Silva de Morais" userId="f406c2cd-edfc-4057-be10-75858098c663" providerId="ADAL" clId="{A1824FC7-00A9-4708-B7FB-71BF84356830}" dt="2026-05-11T15:33:58.380" v="2645"/>
          <ac:spMkLst>
            <pc:docMk/>
            <pc:sldMk cId="2736118420" sldId="273"/>
            <ac:spMk id="3" creationId="{66FF6F1D-566D-4534-81E6-28F4131D11F1}"/>
          </ac:spMkLst>
        </pc:spChg>
        <pc:spChg chg="add mod">
          <ac:chgData name="Josué Silva de Morais" userId="f406c2cd-edfc-4057-be10-75858098c663" providerId="ADAL" clId="{A1824FC7-00A9-4708-B7FB-71BF84356830}" dt="2026-05-11T15:33:58.388" v="2652"/>
          <ac:spMkLst>
            <pc:docMk/>
            <pc:sldMk cId="2736118420" sldId="273"/>
            <ac:spMk id="4" creationId="{B8822172-9155-4FED-BFCC-98BD1F4BB793}"/>
          </ac:spMkLst>
        </pc:spChg>
        <pc:spChg chg="add mod">
          <ac:chgData name="Josué Silva de Morais" userId="f406c2cd-edfc-4057-be10-75858098c663" providerId="ADAL" clId="{A1824FC7-00A9-4708-B7FB-71BF84356830}" dt="2026-05-11T16:18:43.836" v="11284" actId="962"/>
          <ac:spMkLst>
            <pc:docMk/>
            <pc:sldMk cId="2736118420" sldId="273"/>
            <ac:spMk id="5" creationId="{B08AA1D8-E493-42F6-B613-CE7A34CBECD6}"/>
          </ac:spMkLst>
        </pc:spChg>
        <pc:spChg chg="add mod">
          <ac:chgData name="Josué Silva de Morais" userId="f406c2cd-edfc-4057-be10-75858098c663" providerId="ADAL" clId="{A1824FC7-00A9-4708-B7FB-71BF84356830}" dt="2026-05-11T15:33:58.395" v="2658"/>
          <ac:spMkLst>
            <pc:docMk/>
            <pc:sldMk cId="2736118420" sldId="273"/>
            <ac:spMk id="6" creationId="{6589B17D-8A1A-44D7-A2A0-93DE097078E2}"/>
          </ac:spMkLst>
        </pc:spChg>
        <pc:spChg chg="add mod">
          <ac:chgData name="Josué Silva de Morais" userId="f406c2cd-edfc-4057-be10-75858098c663" providerId="ADAL" clId="{A1824FC7-00A9-4708-B7FB-71BF84356830}" dt="2026-05-11T15:33:58.403" v="2664"/>
          <ac:spMkLst>
            <pc:docMk/>
            <pc:sldMk cId="2736118420" sldId="273"/>
            <ac:spMk id="7" creationId="{2E92C9EF-091F-4E57-8D5C-A598179D2ED0}"/>
          </ac:spMkLst>
        </pc:spChg>
        <pc:spChg chg="add mod">
          <ac:chgData name="Josué Silva de Morais" userId="f406c2cd-edfc-4057-be10-75858098c663" providerId="ADAL" clId="{A1824FC7-00A9-4708-B7FB-71BF84356830}" dt="2026-05-11T15:33:58.406" v="2667"/>
          <ac:spMkLst>
            <pc:docMk/>
            <pc:sldMk cId="2736118420" sldId="273"/>
            <ac:spMk id="8" creationId="{71A6A12E-A656-4D0B-87C9-D729A4CF06FD}"/>
          </ac:spMkLst>
        </pc:spChg>
        <pc:spChg chg="add mod">
          <ac:chgData name="Josué Silva de Morais" userId="f406c2cd-edfc-4057-be10-75858098c663" providerId="ADAL" clId="{A1824FC7-00A9-4708-B7FB-71BF84356830}" dt="2026-05-11T15:33:58.408" v="2670"/>
          <ac:spMkLst>
            <pc:docMk/>
            <pc:sldMk cId="2736118420" sldId="273"/>
            <ac:spMk id="9" creationId="{CC40C732-0B61-4B77-B976-5C2671F08271}"/>
          </ac:spMkLst>
        </pc:spChg>
        <pc:spChg chg="add mod">
          <ac:chgData name="Josué Silva de Morais" userId="f406c2cd-edfc-4057-be10-75858098c663" providerId="ADAL" clId="{A1824FC7-00A9-4708-B7FB-71BF84356830}" dt="2026-05-11T15:33:58.413" v="2673"/>
          <ac:spMkLst>
            <pc:docMk/>
            <pc:sldMk cId="2736118420" sldId="273"/>
            <ac:spMk id="10" creationId="{D628179A-2B61-40ED-B0D3-DB0271687F65}"/>
          </ac:spMkLst>
        </pc:spChg>
        <pc:spChg chg="add mod">
          <ac:chgData name="Josué Silva de Morais" userId="f406c2cd-edfc-4057-be10-75858098c663" providerId="ADAL" clId="{A1824FC7-00A9-4708-B7FB-71BF84356830}" dt="2026-05-11T16:22:33.409" v="11363" actId="962"/>
          <ac:spMkLst>
            <pc:docMk/>
            <pc:sldMk cId="2736118420" sldId="273"/>
            <ac:spMk id="11" creationId="{5304CB98-BB02-4266-9FDC-0320D183E0AA}"/>
          </ac:spMkLst>
        </pc:spChg>
        <pc:spChg chg="add mod">
          <ac:chgData name="Josué Silva de Morais" userId="f406c2cd-edfc-4057-be10-75858098c663" providerId="ADAL" clId="{A1824FC7-00A9-4708-B7FB-71BF84356830}" dt="2026-05-11T16:18:54.643" v="11287" actId="962"/>
          <ac:spMkLst>
            <pc:docMk/>
            <pc:sldMk cId="2736118420" sldId="273"/>
            <ac:spMk id="12" creationId="{2ECDC793-7BD2-4833-9ECE-524CAFF99F6A}"/>
          </ac:spMkLst>
        </pc:spChg>
        <pc:spChg chg="add mod">
          <ac:chgData name="Josué Silva de Morais" userId="f406c2cd-edfc-4057-be10-75858098c663" providerId="ADAL" clId="{A1824FC7-00A9-4708-B7FB-71BF84356830}" dt="2026-05-11T15:33:58.434" v="2686"/>
          <ac:spMkLst>
            <pc:docMk/>
            <pc:sldMk cId="2736118420" sldId="273"/>
            <ac:spMk id="13" creationId="{24954560-4972-40B0-B2FB-0585914FC84D}"/>
          </ac:spMkLst>
        </pc:spChg>
        <pc:spChg chg="add mod">
          <ac:chgData name="Josué Silva de Morais" userId="f406c2cd-edfc-4057-be10-75858098c663" providerId="ADAL" clId="{A1824FC7-00A9-4708-B7FB-71BF84356830}" dt="2026-05-11T15:33:58.441" v="2692"/>
          <ac:spMkLst>
            <pc:docMk/>
            <pc:sldMk cId="2736118420" sldId="273"/>
            <ac:spMk id="14" creationId="{1B23BA30-F765-4B98-AAB4-BC1B2FDD5AB8}"/>
          </ac:spMkLst>
        </pc:spChg>
        <pc:spChg chg="add mod">
          <ac:chgData name="Josué Silva de Morais" userId="f406c2cd-edfc-4057-be10-75858098c663" providerId="ADAL" clId="{A1824FC7-00A9-4708-B7FB-71BF84356830}" dt="2026-05-11T16:22:34.878" v="11365" actId="962"/>
          <ac:spMkLst>
            <pc:docMk/>
            <pc:sldMk cId="2736118420" sldId="273"/>
            <ac:spMk id="15" creationId="{7F11E300-BC1E-470C-8839-0A2C83205BAD}"/>
          </ac:spMkLst>
        </pc:spChg>
        <pc:spChg chg="add mod">
          <ac:chgData name="Josué Silva de Morais" userId="f406c2cd-edfc-4057-be10-75858098c663" providerId="ADAL" clId="{A1824FC7-00A9-4708-B7FB-71BF84356830}" dt="2026-05-11T15:33:58.458" v="2703"/>
          <ac:spMkLst>
            <pc:docMk/>
            <pc:sldMk cId="2736118420" sldId="273"/>
            <ac:spMk id="16" creationId="{F4E6929C-86C9-4CDA-9179-072236888EC7}"/>
          </ac:spMkLst>
        </pc:spChg>
        <pc:spChg chg="add mod">
          <ac:chgData name="Josué Silva de Morais" userId="f406c2cd-edfc-4057-be10-75858098c663" providerId="ADAL" clId="{A1824FC7-00A9-4708-B7FB-71BF84356830}" dt="2026-05-11T15:33:58.468" v="2710"/>
          <ac:spMkLst>
            <pc:docMk/>
            <pc:sldMk cId="2736118420" sldId="273"/>
            <ac:spMk id="17" creationId="{25445B82-E5F9-497B-9A45-3C7DAB99FF2C}"/>
          </ac:spMkLst>
        </pc:spChg>
        <pc:spChg chg="add mod">
          <ac:chgData name="Josué Silva de Morais" userId="f406c2cd-edfc-4057-be10-75858098c663" providerId="ADAL" clId="{A1824FC7-00A9-4708-B7FB-71BF84356830}" dt="2026-05-11T15:33:58.482" v="2721"/>
          <ac:spMkLst>
            <pc:docMk/>
            <pc:sldMk cId="2736118420" sldId="273"/>
            <ac:spMk id="18" creationId="{A1D2B89D-71F5-4BA8-B1DE-40EE1E463D7C}"/>
          </ac:spMkLst>
        </pc:spChg>
        <pc:spChg chg="add mod">
          <ac:chgData name="Josué Silva de Morais" userId="f406c2cd-edfc-4057-be10-75858098c663" providerId="ADAL" clId="{A1824FC7-00A9-4708-B7FB-71BF84356830}" dt="2026-05-11T15:33:58.490" v="2727"/>
          <ac:spMkLst>
            <pc:docMk/>
            <pc:sldMk cId="2736118420" sldId="273"/>
            <ac:spMk id="19" creationId="{8E9BC863-BB67-44DA-9749-EB6349764367}"/>
          </ac:spMkLst>
        </pc:spChg>
        <pc:spChg chg="add mod">
          <ac:chgData name="Josué Silva de Morais" userId="f406c2cd-edfc-4057-be10-75858098c663" providerId="ADAL" clId="{A1824FC7-00A9-4708-B7FB-71BF84356830}" dt="2026-05-11T15:33:58.505" v="2738"/>
          <ac:spMkLst>
            <pc:docMk/>
            <pc:sldMk cId="2736118420" sldId="273"/>
            <ac:spMk id="20" creationId="{200188E8-1A35-49C3-9751-F4F7F4099915}"/>
          </ac:spMkLst>
        </pc:spChg>
        <pc:spChg chg="add mod">
          <ac:chgData name="Josué Silva de Morais" userId="f406c2cd-edfc-4057-be10-75858098c663" providerId="ADAL" clId="{A1824FC7-00A9-4708-B7FB-71BF84356830}" dt="2026-05-11T15:33:58.514" v="2744"/>
          <ac:spMkLst>
            <pc:docMk/>
            <pc:sldMk cId="2736118420" sldId="273"/>
            <ac:spMk id="21" creationId="{C504FF66-C71D-4EEF-8E44-746260AE0783}"/>
          </ac:spMkLst>
        </pc:spChg>
        <pc:spChg chg="add mod">
          <ac:chgData name="Josué Silva de Morais" userId="f406c2cd-edfc-4057-be10-75858098c663" providerId="ADAL" clId="{A1824FC7-00A9-4708-B7FB-71BF84356830}" dt="2026-05-11T15:33:58.530" v="2755"/>
          <ac:spMkLst>
            <pc:docMk/>
            <pc:sldMk cId="2736118420" sldId="273"/>
            <ac:spMk id="22" creationId="{2AC38DEE-FD63-40D5-BC9E-CE80903A11E3}"/>
          </ac:spMkLst>
        </pc:spChg>
        <pc:spChg chg="add mod">
          <ac:chgData name="Josué Silva de Morais" userId="f406c2cd-edfc-4057-be10-75858098c663" providerId="ADAL" clId="{A1824FC7-00A9-4708-B7FB-71BF84356830}" dt="2026-05-11T15:33:58.536" v="2761"/>
          <ac:spMkLst>
            <pc:docMk/>
            <pc:sldMk cId="2736118420" sldId="273"/>
            <ac:spMk id="23" creationId="{7DA69040-C61A-4280-B959-96E1FC5A09BE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0:35.491" v="11361" actId="962"/>
        <pc:sldMkLst>
          <pc:docMk/>
          <pc:sldMk cId="2714013873" sldId="274"/>
        </pc:sldMkLst>
        <pc:spChg chg="add mod">
          <ac:chgData name="Josué Silva de Morais" userId="f406c2cd-edfc-4057-be10-75858098c663" providerId="ADAL" clId="{A1824FC7-00A9-4708-B7FB-71BF84356830}" dt="2026-05-11T15:34:23.154" v="2765"/>
          <ac:spMkLst>
            <pc:docMk/>
            <pc:sldMk cId="2714013873" sldId="274"/>
            <ac:spMk id="2" creationId="{3ECEB8D1-643D-4D63-813D-BF601E51489A}"/>
          </ac:spMkLst>
        </pc:spChg>
        <pc:spChg chg="add mod">
          <ac:chgData name="Josué Silva de Morais" userId="f406c2cd-edfc-4057-be10-75858098c663" providerId="ADAL" clId="{A1824FC7-00A9-4708-B7FB-71BF84356830}" dt="2026-05-11T15:34:23.166" v="2772"/>
          <ac:spMkLst>
            <pc:docMk/>
            <pc:sldMk cId="2714013873" sldId="274"/>
            <ac:spMk id="3" creationId="{3410AB03-5702-4232-A76A-835948EAD9AA}"/>
          </ac:spMkLst>
        </pc:spChg>
        <pc:spChg chg="add mod">
          <ac:chgData name="Josué Silva de Morais" userId="f406c2cd-edfc-4057-be10-75858098c663" providerId="ADAL" clId="{A1824FC7-00A9-4708-B7FB-71BF84356830}" dt="2026-05-11T15:34:23.177" v="2779"/>
          <ac:spMkLst>
            <pc:docMk/>
            <pc:sldMk cId="2714013873" sldId="274"/>
            <ac:spMk id="4" creationId="{76A4A64B-9857-4652-8F7F-F72465800185}"/>
          </ac:spMkLst>
        </pc:spChg>
        <pc:spChg chg="add mod">
          <ac:chgData name="Josué Silva de Morais" userId="f406c2cd-edfc-4057-be10-75858098c663" providerId="ADAL" clId="{A1824FC7-00A9-4708-B7FB-71BF84356830}" dt="2026-05-11T16:20:35.491" v="11361" actId="962"/>
          <ac:spMkLst>
            <pc:docMk/>
            <pc:sldMk cId="2714013873" sldId="274"/>
            <ac:spMk id="5" creationId="{37D22DCE-AE36-4D6F-896C-ED65CF99F6DF}"/>
          </ac:spMkLst>
        </pc:spChg>
        <pc:spChg chg="add mod">
          <ac:chgData name="Josué Silva de Morais" userId="f406c2cd-edfc-4057-be10-75858098c663" providerId="ADAL" clId="{A1824FC7-00A9-4708-B7FB-71BF84356830}" dt="2026-05-11T15:34:23.185" v="2785"/>
          <ac:spMkLst>
            <pc:docMk/>
            <pc:sldMk cId="2714013873" sldId="274"/>
            <ac:spMk id="6" creationId="{F20AF3F4-7459-475D-B489-9A60C3CB2769}"/>
          </ac:spMkLst>
        </pc:spChg>
        <pc:spChg chg="add mod">
          <ac:chgData name="Josué Silva de Morais" userId="f406c2cd-edfc-4057-be10-75858098c663" providerId="ADAL" clId="{A1824FC7-00A9-4708-B7FB-71BF84356830}" dt="2026-05-11T15:34:23.194" v="2791"/>
          <ac:spMkLst>
            <pc:docMk/>
            <pc:sldMk cId="2714013873" sldId="274"/>
            <ac:spMk id="7" creationId="{74A67704-1090-4D4F-87FF-9C8E2514D24D}"/>
          </ac:spMkLst>
        </pc:spChg>
        <pc:spChg chg="add mod">
          <ac:chgData name="Josué Silva de Morais" userId="f406c2cd-edfc-4057-be10-75858098c663" providerId="ADAL" clId="{A1824FC7-00A9-4708-B7FB-71BF84356830}" dt="2026-05-11T15:34:23.198" v="2794"/>
          <ac:spMkLst>
            <pc:docMk/>
            <pc:sldMk cId="2714013873" sldId="274"/>
            <ac:spMk id="8" creationId="{AFF2D1C0-9239-460B-81BC-D4B18CF96DA2}"/>
          </ac:spMkLst>
        </pc:spChg>
        <pc:spChg chg="add mod">
          <ac:chgData name="Josué Silva de Morais" userId="f406c2cd-edfc-4057-be10-75858098c663" providerId="ADAL" clId="{A1824FC7-00A9-4708-B7FB-71BF84356830}" dt="2026-05-11T15:34:23.202" v="2797"/>
          <ac:spMkLst>
            <pc:docMk/>
            <pc:sldMk cId="2714013873" sldId="274"/>
            <ac:spMk id="9" creationId="{3422227D-D914-412A-88F4-7718A348CA64}"/>
          </ac:spMkLst>
        </pc:spChg>
        <pc:spChg chg="add mod">
          <ac:chgData name="Josué Silva de Morais" userId="f406c2cd-edfc-4057-be10-75858098c663" providerId="ADAL" clId="{A1824FC7-00A9-4708-B7FB-71BF84356830}" dt="2026-05-11T15:34:23.206" v="2800"/>
          <ac:spMkLst>
            <pc:docMk/>
            <pc:sldMk cId="2714013873" sldId="274"/>
            <ac:spMk id="10" creationId="{C82EF589-4733-4D48-A218-D716E26ABD24}"/>
          </ac:spMkLst>
        </pc:spChg>
        <pc:spChg chg="add mod">
          <ac:chgData name="Josué Silva de Morais" userId="f406c2cd-edfc-4057-be10-75858098c663" providerId="ADAL" clId="{A1824FC7-00A9-4708-B7FB-71BF84356830}" dt="2026-05-11T15:34:23.222" v="2807"/>
          <ac:spMkLst>
            <pc:docMk/>
            <pc:sldMk cId="2714013873" sldId="274"/>
            <ac:spMk id="11" creationId="{551376AA-9EF3-4CCC-B9FE-9D6D74DD0D98}"/>
          </ac:spMkLst>
        </pc:spChg>
        <pc:spChg chg="add mod">
          <ac:chgData name="Josué Silva de Morais" userId="f406c2cd-edfc-4057-be10-75858098c663" providerId="ADAL" clId="{A1824FC7-00A9-4708-B7FB-71BF84356830}" dt="2026-05-11T15:34:23.233" v="2814"/>
          <ac:spMkLst>
            <pc:docMk/>
            <pc:sldMk cId="2714013873" sldId="274"/>
            <ac:spMk id="12" creationId="{A1FE8749-A069-47FF-88FC-10B70E861AD1}"/>
          </ac:spMkLst>
        </pc:spChg>
        <pc:spChg chg="add mod">
          <ac:chgData name="Josué Silva de Morais" userId="f406c2cd-edfc-4057-be10-75858098c663" providerId="ADAL" clId="{A1824FC7-00A9-4708-B7FB-71BF84356830}" dt="2026-05-11T15:34:23.237" v="2818"/>
          <ac:spMkLst>
            <pc:docMk/>
            <pc:sldMk cId="2714013873" sldId="274"/>
            <ac:spMk id="13" creationId="{C60822C2-EE04-469D-BD84-E3DCBEE750A1}"/>
          </ac:spMkLst>
        </pc:spChg>
        <pc:spChg chg="add mod">
          <ac:chgData name="Josué Silva de Morais" userId="f406c2cd-edfc-4057-be10-75858098c663" providerId="ADAL" clId="{A1824FC7-00A9-4708-B7FB-71BF84356830}" dt="2026-05-11T15:34:23.251" v="2829"/>
          <ac:spMkLst>
            <pc:docMk/>
            <pc:sldMk cId="2714013873" sldId="274"/>
            <ac:spMk id="14" creationId="{CD41274A-BC76-42A4-973B-DC36498BDA8C}"/>
          </ac:spMkLst>
        </pc:spChg>
        <pc:spChg chg="add mod">
          <ac:chgData name="Josué Silva de Morais" userId="f406c2cd-edfc-4057-be10-75858098c663" providerId="ADAL" clId="{A1824FC7-00A9-4708-B7FB-71BF84356830}" dt="2026-05-11T15:34:23.259" v="2836"/>
          <ac:spMkLst>
            <pc:docMk/>
            <pc:sldMk cId="2714013873" sldId="274"/>
            <ac:spMk id="15" creationId="{73569B2B-72DA-48D9-8B96-9628CE8F2C17}"/>
          </ac:spMkLst>
        </pc:spChg>
        <pc:spChg chg="add mod">
          <ac:chgData name="Josué Silva de Morais" userId="f406c2cd-edfc-4057-be10-75858098c663" providerId="ADAL" clId="{A1824FC7-00A9-4708-B7FB-71BF84356830}" dt="2026-05-11T15:34:23.265" v="2839"/>
          <ac:spMkLst>
            <pc:docMk/>
            <pc:sldMk cId="2714013873" sldId="274"/>
            <ac:spMk id="16" creationId="{25854DFC-0247-434A-A779-7EB558A3636A}"/>
          </ac:spMkLst>
        </pc:spChg>
        <pc:spChg chg="add mod">
          <ac:chgData name="Josué Silva de Morais" userId="f406c2cd-edfc-4057-be10-75858098c663" providerId="ADAL" clId="{A1824FC7-00A9-4708-B7FB-71BF84356830}" dt="2026-05-11T15:34:23.269" v="2843"/>
          <ac:spMkLst>
            <pc:docMk/>
            <pc:sldMk cId="2714013873" sldId="274"/>
            <ac:spMk id="17" creationId="{AA6ABBE7-E5C7-4D79-A502-68DAF1A034D5}"/>
          </ac:spMkLst>
        </pc:spChg>
        <pc:spChg chg="add mod">
          <ac:chgData name="Josué Silva de Morais" userId="f406c2cd-edfc-4057-be10-75858098c663" providerId="ADAL" clId="{A1824FC7-00A9-4708-B7FB-71BF84356830}" dt="2026-05-11T15:34:23.282" v="2854"/>
          <ac:spMkLst>
            <pc:docMk/>
            <pc:sldMk cId="2714013873" sldId="274"/>
            <ac:spMk id="18" creationId="{05D23EE6-3031-48E0-AD4E-2A93153586BA}"/>
          </ac:spMkLst>
        </pc:spChg>
        <pc:spChg chg="add mod">
          <ac:chgData name="Josué Silva de Morais" userId="f406c2cd-edfc-4057-be10-75858098c663" providerId="ADAL" clId="{A1824FC7-00A9-4708-B7FB-71BF84356830}" dt="2026-05-11T15:34:23.290" v="2861"/>
          <ac:spMkLst>
            <pc:docMk/>
            <pc:sldMk cId="2714013873" sldId="274"/>
            <ac:spMk id="19" creationId="{7405364C-0CA0-4040-B617-7213F721CC2B}"/>
          </ac:spMkLst>
        </pc:spChg>
        <pc:spChg chg="add mod">
          <ac:chgData name="Josué Silva de Morais" userId="f406c2cd-edfc-4057-be10-75858098c663" providerId="ADAL" clId="{A1824FC7-00A9-4708-B7FB-71BF84356830}" dt="2026-05-11T15:34:23.294" v="2864"/>
          <ac:spMkLst>
            <pc:docMk/>
            <pc:sldMk cId="2714013873" sldId="274"/>
            <ac:spMk id="20" creationId="{A202070C-CA08-480B-8879-B6B823ABFFC8}"/>
          </ac:spMkLst>
        </pc:spChg>
        <pc:spChg chg="add mod">
          <ac:chgData name="Josué Silva de Morais" userId="f406c2cd-edfc-4057-be10-75858098c663" providerId="ADAL" clId="{A1824FC7-00A9-4708-B7FB-71BF84356830}" dt="2026-05-11T15:34:23.300" v="2868"/>
          <ac:spMkLst>
            <pc:docMk/>
            <pc:sldMk cId="2714013873" sldId="274"/>
            <ac:spMk id="21" creationId="{0F9E3F91-E1F7-473F-8678-5BE7134CE680}"/>
          </ac:spMkLst>
        </pc:spChg>
        <pc:spChg chg="add mod">
          <ac:chgData name="Josué Silva de Morais" userId="f406c2cd-edfc-4057-be10-75858098c663" providerId="ADAL" clId="{A1824FC7-00A9-4708-B7FB-71BF84356830}" dt="2026-05-11T15:34:23.311" v="2879"/>
          <ac:spMkLst>
            <pc:docMk/>
            <pc:sldMk cId="2714013873" sldId="274"/>
            <ac:spMk id="22" creationId="{8BB7EADD-6CDA-443C-B93E-3EB06A57B794}"/>
          </ac:spMkLst>
        </pc:spChg>
        <pc:spChg chg="add mod">
          <ac:chgData name="Josué Silva de Morais" userId="f406c2cd-edfc-4057-be10-75858098c663" providerId="ADAL" clId="{A1824FC7-00A9-4708-B7FB-71BF84356830}" dt="2026-05-11T15:34:23.321" v="2886"/>
          <ac:spMkLst>
            <pc:docMk/>
            <pc:sldMk cId="2714013873" sldId="274"/>
            <ac:spMk id="23" creationId="{BD1FC1E2-98F3-4D14-8BBC-9DA496F60F46}"/>
          </ac:spMkLst>
        </pc:spChg>
        <pc:spChg chg="add mod">
          <ac:chgData name="Josué Silva de Morais" userId="f406c2cd-edfc-4057-be10-75858098c663" providerId="ADAL" clId="{A1824FC7-00A9-4708-B7FB-71BF84356830}" dt="2026-05-11T15:34:23.324" v="2889"/>
          <ac:spMkLst>
            <pc:docMk/>
            <pc:sldMk cId="2714013873" sldId="274"/>
            <ac:spMk id="24" creationId="{8B519E91-E2DA-4647-8250-CDC516AE0087}"/>
          </ac:spMkLst>
        </pc:spChg>
        <pc:spChg chg="add mod">
          <ac:chgData name="Josué Silva de Morais" userId="f406c2cd-edfc-4057-be10-75858098c663" providerId="ADAL" clId="{A1824FC7-00A9-4708-B7FB-71BF84356830}" dt="2026-05-11T15:34:23.329" v="2893"/>
          <ac:spMkLst>
            <pc:docMk/>
            <pc:sldMk cId="2714013873" sldId="274"/>
            <ac:spMk id="25" creationId="{ABF16D17-40E1-4216-A954-53B4ECC40AAF}"/>
          </ac:spMkLst>
        </pc:spChg>
        <pc:spChg chg="add mod">
          <ac:chgData name="Josué Silva de Morais" userId="f406c2cd-edfc-4057-be10-75858098c663" providerId="ADAL" clId="{A1824FC7-00A9-4708-B7FB-71BF84356830}" dt="2026-05-11T15:34:23.342" v="2904"/>
          <ac:spMkLst>
            <pc:docMk/>
            <pc:sldMk cId="2714013873" sldId="274"/>
            <ac:spMk id="26" creationId="{6B4C5475-57BD-432C-BA6E-9597003D7EE8}"/>
          </ac:spMkLst>
        </pc:spChg>
        <pc:spChg chg="add mod">
          <ac:chgData name="Josué Silva de Morais" userId="f406c2cd-edfc-4057-be10-75858098c663" providerId="ADAL" clId="{A1824FC7-00A9-4708-B7FB-71BF84356830}" dt="2026-05-11T15:34:23.352" v="2911"/>
          <ac:spMkLst>
            <pc:docMk/>
            <pc:sldMk cId="2714013873" sldId="274"/>
            <ac:spMk id="27" creationId="{B13DCFFE-9876-46C0-A12F-EB656FDD31B6}"/>
          </ac:spMkLst>
        </pc:spChg>
        <pc:spChg chg="add mod">
          <ac:chgData name="Josué Silva de Morais" userId="f406c2cd-edfc-4057-be10-75858098c663" providerId="ADAL" clId="{A1824FC7-00A9-4708-B7FB-71BF84356830}" dt="2026-05-11T15:34:23.355" v="2914"/>
          <ac:spMkLst>
            <pc:docMk/>
            <pc:sldMk cId="2714013873" sldId="274"/>
            <ac:spMk id="28" creationId="{67E9EF45-7C7D-468E-9E70-76DE5A464519}"/>
          </ac:spMkLst>
        </pc:spChg>
        <pc:spChg chg="add mod">
          <ac:chgData name="Josué Silva de Morais" userId="f406c2cd-edfc-4057-be10-75858098c663" providerId="ADAL" clId="{A1824FC7-00A9-4708-B7FB-71BF84356830}" dt="2026-05-11T15:34:23.359" v="2918"/>
          <ac:spMkLst>
            <pc:docMk/>
            <pc:sldMk cId="2714013873" sldId="274"/>
            <ac:spMk id="29" creationId="{584ACB5E-F095-4CEF-921A-2B157F9FD180}"/>
          </ac:spMkLst>
        </pc:spChg>
        <pc:spChg chg="add mod">
          <ac:chgData name="Josué Silva de Morais" userId="f406c2cd-edfc-4057-be10-75858098c663" providerId="ADAL" clId="{A1824FC7-00A9-4708-B7FB-71BF84356830}" dt="2026-05-11T15:34:23.372" v="2929"/>
          <ac:spMkLst>
            <pc:docMk/>
            <pc:sldMk cId="2714013873" sldId="274"/>
            <ac:spMk id="30" creationId="{BDBD2038-B0E3-4C07-8892-3BE425A868C0}"/>
          </ac:spMkLst>
        </pc:spChg>
        <pc:spChg chg="add mod">
          <ac:chgData name="Josué Silva de Morais" userId="f406c2cd-edfc-4057-be10-75858098c663" providerId="ADAL" clId="{A1824FC7-00A9-4708-B7FB-71BF84356830}" dt="2026-05-11T15:34:23.379" v="2936"/>
          <ac:spMkLst>
            <pc:docMk/>
            <pc:sldMk cId="2714013873" sldId="274"/>
            <ac:spMk id="31" creationId="{11ACA87E-0458-4B19-BE5E-900600D29D21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2:44.355" v="11367" actId="962"/>
        <pc:sldMkLst>
          <pc:docMk/>
          <pc:sldMk cId="527048048" sldId="275"/>
        </pc:sldMkLst>
        <pc:spChg chg="add mod">
          <ac:chgData name="Josué Silva de Morais" userId="f406c2cd-edfc-4057-be10-75858098c663" providerId="ADAL" clId="{A1824FC7-00A9-4708-B7FB-71BF84356830}" dt="2026-05-11T15:34:50.632" v="2940"/>
          <ac:spMkLst>
            <pc:docMk/>
            <pc:sldMk cId="527048048" sldId="275"/>
            <ac:spMk id="2" creationId="{4BB4A2EF-9DAB-4C7D-81D2-2C29A23A177E}"/>
          </ac:spMkLst>
        </pc:spChg>
        <pc:spChg chg="add mod">
          <ac:chgData name="Josué Silva de Morais" userId="f406c2cd-edfc-4057-be10-75858098c663" providerId="ADAL" clId="{A1824FC7-00A9-4708-B7FB-71BF84356830}" dt="2026-05-11T15:34:50.644" v="2947"/>
          <ac:spMkLst>
            <pc:docMk/>
            <pc:sldMk cId="527048048" sldId="275"/>
            <ac:spMk id="3" creationId="{8CCF857F-9714-414C-A655-008FC138E66E}"/>
          </ac:spMkLst>
        </pc:spChg>
        <pc:spChg chg="add mod">
          <ac:chgData name="Josué Silva de Morais" userId="f406c2cd-edfc-4057-be10-75858098c663" providerId="ADAL" clId="{A1824FC7-00A9-4708-B7FB-71BF84356830}" dt="2026-05-11T15:34:50.655" v="2954"/>
          <ac:spMkLst>
            <pc:docMk/>
            <pc:sldMk cId="527048048" sldId="275"/>
            <ac:spMk id="4" creationId="{E7C0C86C-EDC8-4F3F-A9E8-34E0BD51A287}"/>
          </ac:spMkLst>
        </pc:spChg>
        <pc:spChg chg="add mod">
          <ac:chgData name="Josué Silva de Morais" userId="f406c2cd-edfc-4057-be10-75858098c663" providerId="ADAL" clId="{A1824FC7-00A9-4708-B7FB-71BF84356830}" dt="2026-05-11T16:22:44.355" v="11367" actId="962"/>
          <ac:spMkLst>
            <pc:docMk/>
            <pc:sldMk cId="527048048" sldId="275"/>
            <ac:spMk id="5" creationId="{BE4EBE59-D7F9-401A-9786-42F6011FDB0D}"/>
          </ac:spMkLst>
        </pc:spChg>
        <pc:spChg chg="add mod">
          <ac:chgData name="Josué Silva de Morais" userId="f406c2cd-edfc-4057-be10-75858098c663" providerId="ADAL" clId="{A1824FC7-00A9-4708-B7FB-71BF84356830}" dt="2026-05-11T15:34:50.665" v="2960"/>
          <ac:spMkLst>
            <pc:docMk/>
            <pc:sldMk cId="527048048" sldId="275"/>
            <ac:spMk id="6" creationId="{E5613FC8-064D-4B71-BF0D-1781707AF911}"/>
          </ac:spMkLst>
        </pc:spChg>
        <pc:spChg chg="add mod">
          <ac:chgData name="Josué Silva de Morais" userId="f406c2cd-edfc-4057-be10-75858098c663" providerId="ADAL" clId="{A1824FC7-00A9-4708-B7FB-71BF84356830}" dt="2026-05-11T15:34:50.676" v="2966"/>
          <ac:spMkLst>
            <pc:docMk/>
            <pc:sldMk cId="527048048" sldId="275"/>
            <ac:spMk id="7" creationId="{5C2B412D-903E-4A32-939E-C14675E84F38}"/>
          </ac:spMkLst>
        </pc:spChg>
        <pc:spChg chg="add mod">
          <ac:chgData name="Josué Silva de Morais" userId="f406c2cd-edfc-4057-be10-75858098c663" providerId="ADAL" clId="{A1824FC7-00A9-4708-B7FB-71BF84356830}" dt="2026-05-11T15:34:50.680" v="2969"/>
          <ac:spMkLst>
            <pc:docMk/>
            <pc:sldMk cId="527048048" sldId="275"/>
            <ac:spMk id="8" creationId="{3D6757F4-063F-4F5D-A7E9-6DBB4C62E80B}"/>
          </ac:spMkLst>
        </pc:spChg>
        <pc:spChg chg="add mod">
          <ac:chgData name="Josué Silva de Morais" userId="f406c2cd-edfc-4057-be10-75858098c663" providerId="ADAL" clId="{A1824FC7-00A9-4708-B7FB-71BF84356830}" dt="2026-05-11T15:34:50.683" v="2972"/>
          <ac:spMkLst>
            <pc:docMk/>
            <pc:sldMk cId="527048048" sldId="275"/>
            <ac:spMk id="9" creationId="{08C74833-85CA-45C6-92DA-2D72AFE59A57}"/>
          </ac:spMkLst>
        </pc:spChg>
        <pc:spChg chg="add mod">
          <ac:chgData name="Josué Silva de Morais" userId="f406c2cd-edfc-4057-be10-75858098c663" providerId="ADAL" clId="{A1824FC7-00A9-4708-B7FB-71BF84356830}" dt="2026-05-11T15:34:50.686" v="2975"/>
          <ac:spMkLst>
            <pc:docMk/>
            <pc:sldMk cId="527048048" sldId="275"/>
            <ac:spMk id="10" creationId="{D87FED88-6BD5-45A8-ACA1-CD467C7820F6}"/>
          </ac:spMkLst>
        </pc:spChg>
        <pc:spChg chg="add mod">
          <ac:chgData name="Josué Silva de Morais" userId="f406c2cd-edfc-4057-be10-75858098c663" providerId="ADAL" clId="{A1824FC7-00A9-4708-B7FB-71BF84356830}" dt="2026-05-11T15:34:50.704" v="2982"/>
          <ac:spMkLst>
            <pc:docMk/>
            <pc:sldMk cId="527048048" sldId="275"/>
            <ac:spMk id="11" creationId="{9667E4C5-47FF-4896-B64F-E75028DC34BD}"/>
          </ac:spMkLst>
        </pc:spChg>
        <pc:spChg chg="add mod">
          <ac:chgData name="Josué Silva de Morais" userId="f406c2cd-edfc-4057-be10-75858098c663" providerId="ADAL" clId="{A1824FC7-00A9-4708-B7FB-71BF84356830}" dt="2026-05-11T15:34:50.711" v="2986"/>
          <ac:spMkLst>
            <pc:docMk/>
            <pc:sldMk cId="527048048" sldId="275"/>
            <ac:spMk id="12" creationId="{38D7C405-3945-4296-8CE5-A2B557CB5C96}"/>
          </ac:spMkLst>
        </pc:spChg>
        <pc:spChg chg="add mod">
          <ac:chgData name="Josué Silva de Morais" userId="f406c2cd-edfc-4057-be10-75858098c663" providerId="ADAL" clId="{A1824FC7-00A9-4708-B7FB-71BF84356830}" dt="2026-05-11T15:34:50.714" v="2989"/>
          <ac:spMkLst>
            <pc:docMk/>
            <pc:sldMk cId="527048048" sldId="275"/>
            <ac:spMk id="13" creationId="{2B8DD216-EE4F-4DBF-8EA7-E32221C122B1}"/>
          </ac:spMkLst>
        </pc:spChg>
        <pc:spChg chg="add mod">
          <ac:chgData name="Josué Silva de Morais" userId="f406c2cd-edfc-4057-be10-75858098c663" providerId="ADAL" clId="{A1824FC7-00A9-4708-B7FB-71BF84356830}" dt="2026-05-11T15:34:50.723" v="2996"/>
          <ac:spMkLst>
            <pc:docMk/>
            <pc:sldMk cId="527048048" sldId="275"/>
            <ac:spMk id="14" creationId="{B460380B-CF04-4605-A5A0-8FDA2E9FA3A8}"/>
          </ac:spMkLst>
        </pc:spChg>
        <pc:spChg chg="add mod">
          <ac:chgData name="Josué Silva de Morais" userId="f406c2cd-edfc-4057-be10-75858098c663" providerId="ADAL" clId="{A1824FC7-00A9-4708-B7FB-71BF84356830}" dt="2026-05-11T15:34:50.732" v="3003"/>
          <ac:spMkLst>
            <pc:docMk/>
            <pc:sldMk cId="527048048" sldId="275"/>
            <ac:spMk id="15" creationId="{A34EBF41-16C9-4CEB-9D62-FAD1A118218A}"/>
          </ac:spMkLst>
        </pc:spChg>
        <pc:spChg chg="add mod">
          <ac:chgData name="Josué Silva de Morais" userId="f406c2cd-edfc-4057-be10-75858098c663" providerId="ADAL" clId="{A1824FC7-00A9-4708-B7FB-71BF84356830}" dt="2026-05-11T15:34:50.744" v="3010"/>
          <ac:spMkLst>
            <pc:docMk/>
            <pc:sldMk cId="527048048" sldId="275"/>
            <ac:spMk id="16" creationId="{2E526E0E-92F4-44CA-966B-A45C2F42F753}"/>
          </ac:spMkLst>
        </pc:spChg>
        <pc:spChg chg="add mod">
          <ac:chgData name="Josué Silva de Morais" userId="f406c2cd-edfc-4057-be10-75858098c663" providerId="ADAL" clId="{A1824FC7-00A9-4708-B7FB-71BF84356830}" dt="2026-05-11T15:34:50.748" v="3014"/>
          <ac:spMkLst>
            <pc:docMk/>
            <pc:sldMk cId="527048048" sldId="275"/>
            <ac:spMk id="17" creationId="{BA29DD25-F472-4B83-9564-A809179CF3D5}"/>
          </ac:spMkLst>
        </pc:spChg>
        <pc:spChg chg="add mod">
          <ac:chgData name="Josué Silva de Morais" userId="f406c2cd-edfc-4057-be10-75858098c663" providerId="ADAL" clId="{A1824FC7-00A9-4708-B7FB-71BF84356830}" dt="2026-05-11T15:34:50.758" v="3021"/>
          <ac:spMkLst>
            <pc:docMk/>
            <pc:sldMk cId="527048048" sldId="275"/>
            <ac:spMk id="18" creationId="{5024AF5A-40BA-4ECA-82FE-8AC301024020}"/>
          </ac:spMkLst>
        </pc:spChg>
        <pc:spChg chg="add mod">
          <ac:chgData name="Josué Silva de Morais" userId="f406c2cd-edfc-4057-be10-75858098c663" providerId="ADAL" clId="{A1824FC7-00A9-4708-B7FB-71BF84356830}" dt="2026-05-11T15:34:50.761" v="3024"/>
          <ac:spMkLst>
            <pc:docMk/>
            <pc:sldMk cId="527048048" sldId="275"/>
            <ac:spMk id="19" creationId="{D44BFAA1-E224-4298-A491-459123B02C44}"/>
          </ac:spMkLst>
        </pc:spChg>
        <pc:spChg chg="add mod">
          <ac:chgData name="Josué Silva de Morais" userId="f406c2cd-edfc-4057-be10-75858098c663" providerId="ADAL" clId="{A1824FC7-00A9-4708-B7FB-71BF84356830}" dt="2026-05-11T15:34:50.768" v="3030"/>
          <ac:spMkLst>
            <pc:docMk/>
            <pc:sldMk cId="527048048" sldId="275"/>
            <ac:spMk id="20" creationId="{4C9B0CE1-90E5-48CB-AB96-A9A54C62F719}"/>
          </ac:spMkLst>
        </pc:spChg>
        <pc:spChg chg="add mod">
          <ac:chgData name="Josué Silva de Morais" userId="f406c2cd-edfc-4057-be10-75858098c663" providerId="ADAL" clId="{A1824FC7-00A9-4708-B7FB-71BF84356830}" dt="2026-05-11T15:34:50.774" v="3033"/>
          <ac:spMkLst>
            <pc:docMk/>
            <pc:sldMk cId="527048048" sldId="275"/>
            <ac:spMk id="21" creationId="{00F56FCC-726F-4BE0-86C9-BE22FD0FB58C}"/>
          </ac:spMkLst>
        </pc:spChg>
        <pc:spChg chg="add mod">
          <ac:chgData name="Josué Silva de Morais" userId="f406c2cd-edfc-4057-be10-75858098c663" providerId="ADAL" clId="{A1824FC7-00A9-4708-B7FB-71BF84356830}" dt="2026-05-11T15:34:50.782" v="3039"/>
          <ac:spMkLst>
            <pc:docMk/>
            <pc:sldMk cId="527048048" sldId="275"/>
            <ac:spMk id="22" creationId="{1ED86D77-5645-44E6-841B-EE9A5F12D9B1}"/>
          </ac:spMkLst>
        </pc:spChg>
        <pc:spChg chg="add mod">
          <ac:chgData name="Josué Silva de Morais" userId="f406c2cd-edfc-4057-be10-75858098c663" providerId="ADAL" clId="{A1824FC7-00A9-4708-B7FB-71BF84356830}" dt="2026-05-11T15:34:50.785" v="3042"/>
          <ac:spMkLst>
            <pc:docMk/>
            <pc:sldMk cId="527048048" sldId="275"/>
            <ac:spMk id="23" creationId="{C4B27612-B74D-4B54-A317-6617D49F6BB1}"/>
          </ac:spMkLst>
        </pc:spChg>
        <pc:spChg chg="add mod">
          <ac:chgData name="Josué Silva de Morais" userId="f406c2cd-edfc-4057-be10-75858098c663" providerId="ADAL" clId="{A1824FC7-00A9-4708-B7FB-71BF84356830}" dt="2026-05-11T15:34:50.795" v="3048"/>
          <ac:spMkLst>
            <pc:docMk/>
            <pc:sldMk cId="527048048" sldId="275"/>
            <ac:spMk id="24" creationId="{3D465CF3-2C2D-4EA4-B630-DDB789E645C4}"/>
          </ac:spMkLst>
        </pc:spChg>
        <pc:spChg chg="add mod">
          <ac:chgData name="Josué Silva de Morais" userId="f406c2cd-edfc-4057-be10-75858098c663" providerId="ADAL" clId="{A1824FC7-00A9-4708-B7FB-71BF84356830}" dt="2026-05-11T15:34:50.808" v="3055"/>
          <ac:spMkLst>
            <pc:docMk/>
            <pc:sldMk cId="527048048" sldId="275"/>
            <ac:spMk id="25" creationId="{C4A7DA03-3488-4560-BDEC-6B3375552977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6:57.226" v="4257" actId="207"/>
        <pc:sldMkLst>
          <pc:docMk/>
          <pc:sldMk cId="2613152858" sldId="276"/>
        </pc:sldMkLst>
        <pc:spChg chg="add mod">
          <ac:chgData name="Josué Silva de Morais" userId="f406c2cd-edfc-4057-be10-75858098c663" providerId="ADAL" clId="{A1824FC7-00A9-4708-B7FB-71BF84356830}" dt="2026-05-11T15:35:29.939" v="3059"/>
          <ac:spMkLst>
            <pc:docMk/>
            <pc:sldMk cId="2613152858" sldId="276"/>
            <ac:spMk id="2" creationId="{269CB2D8-DE3F-4095-A41E-F081E9240B66}"/>
          </ac:spMkLst>
        </pc:spChg>
        <pc:spChg chg="add mod">
          <ac:chgData name="Josué Silva de Morais" userId="f406c2cd-edfc-4057-be10-75858098c663" providerId="ADAL" clId="{A1824FC7-00A9-4708-B7FB-71BF84356830}" dt="2026-05-11T15:36:57.226" v="4257" actId="207"/>
          <ac:spMkLst>
            <pc:docMk/>
            <pc:sldMk cId="2613152858" sldId="276"/>
            <ac:spMk id="3" creationId="{78D49214-081E-45F5-A4BB-F148BEDF8C3E}"/>
          </ac:spMkLst>
        </pc:spChg>
        <pc:spChg chg="add mod">
          <ac:chgData name="Josué Silva de Morais" userId="f406c2cd-edfc-4057-be10-75858098c663" providerId="ADAL" clId="{A1824FC7-00A9-4708-B7FB-71BF84356830}" dt="2026-05-11T15:35:29.945" v="3065"/>
          <ac:spMkLst>
            <pc:docMk/>
            <pc:sldMk cId="2613152858" sldId="276"/>
            <ac:spMk id="4" creationId="{C4A85690-193C-4627-B77E-1207DFDAD00F}"/>
          </ac:spMkLst>
        </pc:spChg>
        <pc:spChg chg="add mod">
          <ac:chgData name="Josué Silva de Morais" userId="f406c2cd-edfc-4057-be10-75858098c663" providerId="ADAL" clId="{A1824FC7-00A9-4708-B7FB-71BF84356830}" dt="2026-05-11T15:35:29.959" v="3073"/>
          <ac:spMkLst>
            <pc:docMk/>
            <pc:sldMk cId="2613152858" sldId="276"/>
            <ac:spMk id="5" creationId="{18267180-20F6-4AF0-BE3D-CBEBBA5B5D8D}"/>
          </ac:spMkLst>
        </pc:spChg>
        <pc:spChg chg="add mod">
          <ac:chgData name="Josué Silva de Morais" userId="f406c2cd-edfc-4057-be10-75858098c663" providerId="ADAL" clId="{A1824FC7-00A9-4708-B7FB-71BF84356830}" dt="2026-05-11T15:35:29.971" v="3080"/>
          <ac:spMkLst>
            <pc:docMk/>
            <pc:sldMk cId="2613152858" sldId="276"/>
            <ac:spMk id="6" creationId="{81F9A481-D2DD-4194-9CDB-F322AC5FAC5F}"/>
          </ac:spMkLst>
        </pc:spChg>
        <pc:spChg chg="add mod">
          <ac:chgData name="Josué Silva de Morais" userId="f406c2cd-edfc-4057-be10-75858098c663" providerId="ADAL" clId="{A1824FC7-00A9-4708-B7FB-71BF84356830}" dt="2026-05-11T15:35:29.979" v="3087"/>
          <ac:spMkLst>
            <pc:docMk/>
            <pc:sldMk cId="2613152858" sldId="276"/>
            <ac:spMk id="7" creationId="{339D1300-D87B-4249-80FD-733D5AF569E6}"/>
          </ac:spMkLst>
        </pc:spChg>
        <pc:spChg chg="add mod">
          <ac:chgData name="Josué Silva de Morais" userId="f406c2cd-edfc-4057-be10-75858098c663" providerId="ADAL" clId="{A1824FC7-00A9-4708-B7FB-71BF84356830}" dt="2026-05-11T15:35:29.991" v="3093"/>
          <ac:spMkLst>
            <pc:docMk/>
            <pc:sldMk cId="2613152858" sldId="276"/>
            <ac:spMk id="8" creationId="{3B3FEDBE-4A71-4846-ADBD-0D3E42517FA2}"/>
          </ac:spMkLst>
        </pc:spChg>
        <pc:spChg chg="add mod">
          <ac:chgData name="Josué Silva de Morais" userId="f406c2cd-edfc-4057-be10-75858098c663" providerId="ADAL" clId="{A1824FC7-00A9-4708-B7FB-71BF84356830}" dt="2026-05-11T15:35:29.995" v="3096"/>
          <ac:spMkLst>
            <pc:docMk/>
            <pc:sldMk cId="2613152858" sldId="276"/>
            <ac:spMk id="9" creationId="{3B53D11D-C06E-4A96-9B95-5917E0E9CDCD}"/>
          </ac:spMkLst>
        </pc:spChg>
        <pc:spChg chg="add mod">
          <ac:chgData name="Josué Silva de Morais" userId="f406c2cd-edfc-4057-be10-75858098c663" providerId="ADAL" clId="{A1824FC7-00A9-4708-B7FB-71BF84356830}" dt="2026-05-11T15:35:30.010" v="3107"/>
          <ac:spMkLst>
            <pc:docMk/>
            <pc:sldMk cId="2613152858" sldId="276"/>
            <ac:spMk id="10" creationId="{A6DEC302-153B-422E-A110-B3B883F83005}"/>
          </ac:spMkLst>
        </pc:spChg>
        <pc:spChg chg="add mod">
          <ac:chgData name="Josué Silva de Morais" userId="f406c2cd-edfc-4057-be10-75858098c663" providerId="ADAL" clId="{A1824FC7-00A9-4708-B7FB-71BF84356830}" dt="2026-05-11T15:35:30.025" v="3118"/>
          <ac:spMkLst>
            <pc:docMk/>
            <pc:sldMk cId="2613152858" sldId="276"/>
            <ac:spMk id="11" creationId="{94A9FFE2-B849-4A14-B1DA-BC80097C2A46}"/>
          </ac:spMkLst>
        </pc:spChg>
        <pc:spChg chg="add mod">
          <ac:chgData name="Josué Silva de Morais" userId="f406c2cd-edfc-4057-be10-75858098c663" providerId="ADAL" clId="{A1824FC7-00A9-4708-B7FB-71BF84356830}" dt="2026-05-11T15:35:30.041" v="3129"/>
          <ac:spMkLst>
            <pc:docMk/>
            <pc:sldMk cId="2613152858" sldId="276"/>
            <ac:spMk id="12" creationId="{9352B083-0296-484D-9B16-14729B6440A5}"/>
          </ac:spMkLst>
        </pc:spChg>
        <pc:spChg chg="add mod">
          <ac:chgData name="Josué Silva de Morais" userId="f406c2cd-edfc-4057-be10-75858098c663" providerId="ADAL" clId="{A1824FC7-00A9-4708-B7FB-71BF84356830}" dt="2026-05-11T15:35:30.057" v="3140"/>
          <ac:spMkLst>
            <pc:docMk/>
            <pc:sldMk cId="2613152858" sldId="276"/>
            <ac:spMk id="13" creationId="{316FCED1-C3F8-4B4A-AEED-95896B299246}"/>
          </ac:spMkLst>
        </pc:spChg>
        <pc:spChg chg="add mod">
          <ac:chgData name="Josué Silva de Morais" userId="f406c2cd-edfc-4057-be10-75858098c663" providerId="ADAL" clId="{A1824FC7-00A9-4708-B7FB-71BF84356830}" dt="2026-05-11T15:35:30.063" v="3146"/>
          <ac:spMkLst>
            <pc:docMk/>
            <pc:sldMk cId="2613152858" sldId="276"/>
            <ac:spMk id="14" creationId="{EA0D47AF-B4D4-43E3-98A6-AC7E591722AC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6:00.048" v="3351"/>
        <pc:sldMkLst>
          <pc:docMk/>
          <pc:sldMk cId="788042290" sldId="277"/>
        </pc:sldMkLst>
        <pc:spChg chg="add mod">
          <ac:chgData name="Josué Silva de Morais" userId="f406c2cd-edfc-4057-be10-75858098c663" providerId="ADAL" clId="{A1824FC7-00A9-4708-B7FB-71BF84356830}" dt="2026-05-11T15:35:59.777" v="3150"/>
          <ac:spMkLst>
            <pc:docMk/>
            <pc:sldMk cId="788042290" sldId="277"/>
            <ac:spMk id="2" creationId="{DF7B2E76-1FD2-444E-93DF-685A6488E76C}"/>
          </ac:spMkLst>
        </pc:spChg>
        <pc:spChg chg="add mod">
          <ac:chgData name="Josué Silva de Morais" userId="f406c2cd-edfc-4057-be10-75858098c663" providerId="ADAL" clId="{A1824FC7-00A9-4708-B7FB-71BF84356830}" dt="2026-05-11T15:35:59.789" v="3157"/>
          <ac:spMkLst>
            <pc:docMk/>
            <pc:sldMk cId="788042290" sldId="277"/>
            <ac:spMk id="3" creationId="{99B16EF5-726B-4724-A04E-FE920E1C24F5}"/>
          </ac:spMkLst>
        </pc:spChg>
        <pc:spChg chg="add mod">
          <ac:chgData name="Josué Silva de Morais" userId="f406c2cd-edfc-4057-be10-75858098c663" providerId="ADAL" clId="{A1824FC7-00A9-4708-B7FB-71BF84356830}" dt="2026-05-11T15:35:59.800" v="3163"/>
          <ac:spMkLst>
            <pc:docMk/>
            <pc:sldMk cId="788042290" sldId="277"/>
            <ac:spMk id="4" creationId="{3A0F6286-3FB5-44E6-93C9-06E66AAE06CB}"/>
          </ac:spMkLst>
        </pc:spChg>
        <pc:spChg chg="add mod">
          <ac:chgData name="Josué Silva de Morais" userId="f406c2cd-edfc-4057-be10-75858098c663" providerId="ADAL" clId="{A1824FC7-00A9-4708-B7FB-71BF84356830}" dt="2026-05-11T15:35:59.803" v="3166"/>
          <ac:spMkLst>
            <pc:docMk/>
            <pc:sldMk cId="788042290" sldId="277"/>
            <ac:spMk id="5" creationId="{A751F75D-262A-4F85-A2F9-6057C55C055C}"/>
          </ac:spMkLst>
        </pc:spChg>
        <pc:spChg chg="add mod">
          <ac:chgData name="Josué Silva de Morais" userId="f406c2cd-edfc-4057-be10-75858098c663" providerId="ADAL" clId="{A1824FC7-00A9-4708-B7FB-71BF84356830}" dt="2026-05-11T15:35:59.811" v="3173"/>
          <ac:spMkLst>
            <pc:docMk/>
            <pc:sldMk cId="788042290" sldId="277"/>
            <ac:spMk id="6" creationId="{20ADE9AA-1562-46AE-B070-7A6BCA033842}"/>
          </ac:spMkLst>
        </pc:spChg>
        <pc:spChg chg="add mod">
          <ac:chgData name="Josué Silva de Morais" userId="f406c2cd-edfc-4057-be10-75858098c663" providerId="ADAL" clId="{A1824FC7-00A9-4708-B7FB-71BF84356830}" dt="2026-05-11T15:35:59.820" v="3180"/>
          <ac:spMkLst>
            <pc:docMk/>
            <pc:sldMk cId="788042290" sldId="277"/>
            <ac:spMk id="7" creationId="{AB301E84-BE16-4545-A5AD-B0DE130014EB}"/>
          </ac:spMkLst>
        </pc:spChg>
        <pc:spChg chg="add mod">
          <ac:chgData name="Josué Silva de Morais" userId="f406c2cd-edfc-4057-be10-75858098c663" providerId="ADAL" clId="{A1824FC7-00A9-4708-B7FB-71BF84356830}" dt="2026-05-11T15:35:59.823" v="3183"/>
          <ac:spMkLst>
            <pc:docMk/>
            <pc:sldMk cId="788042290" sldId="277"/>
            <ac:spMk id="8" creationId="{7BA37849-792A-43B9-BE19-6A685A9EA333}"/>
          </ac:spMkLst>
        </pc:spChg>
        <pc:spChg chg="add mod">
          <ac:chgData name="Josué Silva de Morais" userId="f406c2cd-edfc-4057-be10-75858098c663" providerId="ADAL" clId="{A1824FC7-00A9-4708-B7FB-71BF84356830}" dt="2026-05-11T15:35:59.834" v="3190"/>
          <ac:spMkLst>
            <pc:docMk/>
            <pc:sldMk cId="788042290" sldId="277"/>
            <ac:spMk id="9" creationId="{96289DC0-DD70-4A7F-894A-FEADE1441D3C}"/>
          </ac:spMkLst>
        </pc:spChg>
        <pc:spChg chg="add mod">
          <ac:chgData name="Josué Silva de Morais" userId="f406c2cd-edfc-4057-be10-75858098c663" providerId="ADAL" clId="{A1824FC7-00A9-4708-B7FB-71BF84356830}" dt="2026-05-11T15:35:59.837" v="3193"/>
          <ac:spMkLst>
            <pc:docMk/>
            <pc:sldMk cId="788042290" sldId="277"/>
            <ac:spMk id="10" creationId="{A1452852-B774-40A3-8698-9EC20E3E0C04}"/>
          </ac:spMkLst>
        </pc:spChg>
        <pc:spChg chg="add mod">
          <ac:chgData name="Josué Silva de Morais" userId="f406c2cd-edfc-4057-be10-75858098c663" providerId="ADAL" clId="{A1824FC7-00A9-4708-B7FB-71BF84356830}" dt="2026-05-11T15:35:59.848" v="3200"/>
          <ac:spMkLst>
            <pc:docMk/>
            <pc:sldMk cId="788042290" sldId="277"/>
            <ac:spMk id="11" creationId="{AE228CA5-B3E4-4AB6-A142-3DE83261F96C}"/>
          </ac:spMkLst>
        </pc:spChg>
        <pc:spChg chg="add mod">
          <ac:chgData name="Josué Silva de Morais" userId="f406c2cd-edfc-4057-be10-75858098c663" providerId="ADAL" clId="{A1824FC7-00A9-4708-B7FB-71BF84356830}" dt="2026-05-11T15:35:59.850" v="3203"/>
          <ac:spMkLst>
            <pc:docMk/>
            <pc:sldMk cId="788042290" sldId="277"/>
            <ac:spMk id="12" creationId="{7CECEBA2-31B3-4DD3-B6E9-3CED21E8900B}"/>
          </ac:spMkLst>
        </pc:spChg>
        <pc:spChg chg="add mod">
          <ac:chgData name="Josué Silva de Morais" userId="f406c2cd-edfc-4057-be10-75858098c663" providerId="ADAL" clId="{A1824FC7-00A9-4708-B7FB-71BF84356830}" dt="2026-05-11T15:35:59.859" v="3210"/>
          <ac:spMkLst>
            <pc:docMk/>
            <pc:sldMk cId="788042290" sldId="277"/>
            <ac:spMk id="13" creationId="{F4FAFC6E-4976-434E-87AF-1CA3E2B1D50F}"/>
          </ac:spMkLst>
        </pc:spChg>
        <pc:spChg chg="add mod">
          <ac:chgData name="Josué Silva de Morais" userId="f406c2cd-edfc-4057-be10-75858098c663" providerId="ADAL" clId="{A1824FC7-00A9-4708-B7FB-71BF84356830}" dt="2026-05-11T15:35:59.863" v="3213"/>
          <ac:spMkLst>
            <pc:docMk/>
            <pc:sldMk cId="788042290" sldId="277"/>
            <ac:spMk id="14" creationId="{C76A4FC7-E36D-466D-844B-076E0B683803}"/>
          </ac:spMkLst>
        </pc:spChg>
        <pc:spChg chg="add mod">
          <ac:chgData name="Josué Silva de Morais" userId="f406c2cd-edfc-4057-be10-75858098c663" providerId="ADAL" clId="{A1824FC7-00A9-4708-B7FB-71BF84356830}" dt="2026-05-11T15:35:59.872" v="3220"/>
          <ac:spMkLst>
            <pc:docMk/>
            <pc:sldMk cId="788042290" sldId="277"/>
            <ac:spMk id="15" creationId="{976A5489-D4AF-46A5-9512-C60ED68AFE93}"/>
          </ac:spMkLst>
        </pc:spChg>
        <pc:spChg chg="add mod">
          <ac:chgData name="Josué Silva de Morais" userId="f406c2cd-edfc-4057-be10-75858098c663" providerId="ADAL" clId="{A1824FC7-00A9-4708-B7FB-71BF84356830}" dt="2026-05-11T15:35:59.875" v="3223"/>
          <ac:spMkLst>
            <pc:docMk/>
            <pc:sldMk cId="788042290" sldId="277"/>
            <ac:spMk id="16" creationId="{8C937410-F9A1-4724-8C3B-E47F2382B234}"/>
          </ac:spMkLst>
        </pc:spChg>
        <pc:spChg chg="add mod">
          <ac:chgData name="Josué Silva de Morais" userId="f406c2cd-edfc-4057-be10-75858098c663" providerId="ADAL" clId="{A1824FC7-00A9-4708-B7FB-71BF84356830}" dt="2026-05-11T15:35:59.877" v="3226"/>
          <ac:spMkLst>
            <pc:docMk/>
            <pc:sldMk cId="788042290" sldId="277"/>
            <ac:spMk id="17" creationId="{A0B2A5E6-DE63-42DA-B4F8-9E4F38DB77DC}"/>
          </ac:spMkLst>
        </pc:spChg>
        <pc:spChg chg="add mod">
          <ac:chgData name="Josué Silva de Morais" userId="f406c2cd-edfc-4057-be10-75858098c663" providerId="ADAL" clId="{A1824FC7-00A9-4708-B7FB-71BF84356830}" dt="2026-05-11T15:35:59.888" v="3233"/>
          <ac:spMkLst>
            <pc:docMk/>
            <pc:sldMk cId="788042290" sldId="277"/>
            <ac:spMk id="18" creationId="{D2976099-A974-4A30-8060-00A0DD85FB55}"/>
          </ac:spMkLst>
        </pc:spChg>
        <pc:spChg chg="add mod">
          <ac:chgData name="Josué Silva de Morais" userId="f406c2cd-edfc-4057-be10-75858098c663" providerId="ADAL" clId="{A1824FC7-00A9-4708-B7FB-71BF84356830}" dt="2026-05-11T15:35:59.891" v="3236"/>
          <ac:spMkLst>
            <pc:docMk/>
            <pc:sldMk cId="788042290" sldId="277"/>
            <ac:spMk id="19" creationId="{B5479AA1-3F5F-454A-99B3-0E61FDCCA1FE}"/>
          </ac:spMkLst>
        </pc:spChg>
        <pc:spChg chg="add mod">
          <ac:chgData name="Josué Silva de Morais" userId="f406c2cd-edfc-4057-be10-75858098c663" providerId="ADAL" clId="{A1824FC7-00A9-4708-B7FB-71BF84356830}" dt="2026-05-11T15:35:59.902" v="3243"/>
          <ac:spMkLst>
            <pc:docMk/>
            <pc:sldMk cId="788042290" sldId="277"/>
            <ac:spMk id="20" creationId="{0EA7DAC8-50ED-4464-BEAE-4109A224A63B}"/>
          </ac:spMkLst>
        </pc:spChg>
        <pc:spChg chg="add mod">
          <ac:chgData name="Josué Silva de Morais" userId="f406c2cd-edfc-4057-be10-75858098c663" providerId="ADAL" clId="{A1824FC7-00A9-4708-B7FB-71BF84356830}" dt="2026-05-11T15:35:59.904" v="3246"/>
          <ac:spMkLst>
            <pc:docMk/>
            <pc:sldMk cId="788042290" sldId="277"/>
            <ac:spMk id="21" creationId="{0AD181D2-D4A4-4A83-8598-614C6012DED4}"/>
          </ac:spMkLst>
        </pc:spChg>
        <pc:spChg chg="add mod">
          <ac:chgData name="Josué Silva de Morais" userId="f406c2cd-edfc-4057-be10-75858098c663" providerId="ADAL" clId="{A1824FC7-00A9-4708-B7FB-71BF84356830}" dt="2026-05-11T15:35:59.906" v="3249"/>
          <ac:spMkLst>
            <pc:docMk/>
            <pc:sldMk cId="788042290" sldId="277"/>
            <ac:spMk id="22" creationId="{77FE30B9-2E15-4FA4-9841-0CEF83DDB689}"/>
          </ac:spMkLst>
        </pc:spChg>
        <pc:spChg chg="add mod">
          <ac:chgData name="Josué Silva de Morais" userId="f406c2cd-edfc-4057-be10-75858098c663" providerId="ADAL" clId="{A1824FC7-00A9-4708-B7FB-71BF84356830}" dt="2026-05-11T15:35:59.909" v="3252"/>
          <ac:spMkLst>
            <pc:docMk/>
            <pc:sldMk cId="788042290" sldId="277"/>
            <ac:spMk id="23" creationId="{F902CE0A-05FB-4672-85A6-61B2D0CEE167}"/>
          </ac:spMkLst>
        </pc:spChg>
        <pc:spChg chg="add mod">
          <ac:chgData name="Josué Silva de Morais" userId="f406c2cd-edfc-4057-be10-75858098c663" providerId="ADAL" clId="{A1824FC7-00A9-4708-B7FB-71BF84356830}" dt="2026-05-11T15:35:59.914" v="3255"/>
          <ac:spMkLst>
            <pc:docMk/>
            <pc:sldMk cId="788042290" sldId="277"/>
            <ac:spMk id="24" creationId="{F234C7E1-FDDB-4AA9-9D30-A27E6FDC38CE}"/>
          </ac:spMkLst>
        </pc:spChg>
        <pc:spChg chg="add mod">
          <ac:chgData name="Josué Silva de Morais" userId="f406c2cd-edfc-4057-be10-75858098c663" providerId="ADAL" clId="{A1824FC7-00A9-4708-B7FB-71BF84356830}" dt="2026-05-11T15:35:59.918" v="3258"/>
          <ac:spMkLst>
            <pc:docMk/>
            <pc:sldMk cId="788042290" sldId="277"/>
            <ac:spMk id="25" creationId="{738E0E21-2C74-468E-B80B-F7D8D122F672}"/>
          </ac:spMkLst>
        </pc:spChg>
        <pc:spChg chg="add mod">
          <ac:chgData name="Josué Silva de Morais" userId="f406c2cd-edfc-4057-be10-75858098c663" providerId="ADAL" clId="{A1824FC7-00A9-4708-B7FB-71BF84356830}" dt="2026-05-11T15:35:59.921" v="3261"/>
          <ac:spMkLst>
            <pc:docMk/>
            <pc:sldMk cId="788042290" sldId="277"/>
            <ac:spMk id="26" creationId="{7822860E-FB14-43FB-8984-D2EEE08FA488}"/>
          </ac:spMkLst>
        </pc:spChg>
        <pc:spChg chg="add mod">
          <ac:chgData name="Josué Silva de Morais" userId="f406c2cd-edfc-4057-be10-75858098c663" providerId="ADAL" clId="{A1824FC7-00A9-4708-B7FB-71BF84356830}" dt="2026-05-11T15:35:59.924" v="3264"/>
          <ac:spMkLst>
            <pc:docMk/>
            <pc:sldMk cId="788042290" sldId="277"/>
            <ac:spMk id="27" creationId="{BA301D1F-B742-4008-8A2E-31E729E507B0}"/>
          </ac:spMkLst>
        </pc:spChg>
        <pc:spChg chg="add mod">
          <ac:chgData name="Josué Silva de Morais" userId="f406c2cd-edfc-4057-be10-75858098c663" providerId="ADAL" clId="{A1824FC7-00A9-4708-B7FB-71BF84356830}" dt="2026-05-11T15:35:59.927" v="3267"/>
          <ac:spMkLst>
            <pc:docMk/>
            <pc:sldMk cId="788042290" sldId="277"/>
            <ac:spMk id="28" creationId="{2B7E1180-7600-48ED-A151-43BA26FBA87B}"/>
          </ac:spMkLst>
        </pc:spChg>
        <pc:spChg chg="add mod">
          <ac:chgData name="Josué Silva de Morais" userId="f406c2cd-edfc-4057-be10-75858098c663" providerId="ADAL" clId="{A1824FC7-00A9-4708-B7FB-71BF84356830}" dt="2026-05-11T15:35:59.934" v="3270"/>
          <ac:spMkLst>
            <pc:docMk/>
            <pc:sldMk cId="788042290" sldId="277"/>
            <ac:spMk id="29" creationId="{AFFB5D66-F54E-4276-9787-A3CA19D63217}"/>
          </ac:spMkLst>
        </pc:spChg>
        <pc:spChg chg="add mod">
          <ac:chgData name="Josué Silva de Morais" userId="f406c2cd-edfc-4057-be10-75858098c663" providerId="ADAL" clId="{A1824FC7-00A9-4708-B7FB-71BF84356830}" dt="2026-05-11T15:35:59.936" v="3273"/>
          <ac:spMkLst>
            <pc:docMk/>
            <pc:sldMk cId="788042290" sldId="277"/>
            <ac:spMk id="30" creationId="{06B60DDC-BE46-4A01-BB34-8F116F6FA4DF}"/>
          </ac:spMkLst>
        </pc:spChg>
        <pc:spChg chg="add mod">
          <ac:chgData name="Josué Silva de Morais" userId="f406c2cd-edfc-4057-be10-75858098c663" providerId="ADAL" clId="{A1824FC7-00A9-4708-B7FB-71BF84356830}" dt="2026-05-11T15:35:59.939" v="3276"/>
          <ac:spMkLst>
            <pc:docMk/>
            <pc:sldMk cId="788042290" sldId="277"/>
            <ac:spMk id="31" creationId="{01B8546D-57E2-4B3A-9162-30BBC5B5B75E}"/>
          </ac:spMkLst>
        </pc:spChg>
        <pc:spChg chg="add mod">
          <ac:chgData name="Josué Silva de Morais" userId="f406c2cd-edfc-4057-be10-75858098c663" providerId="ADAL" clId="{A1824FC7-00A9-4708-B7FB-71BF84356830}" dt="2026-05-11T15:35:59.941" v="3279"/>
          <ac:spMkLst>
            <pc:docMk/>
            <pc:sldMk cId="788042290" sldId="277"/>
            <ac:spMk id="32" creationId="{55713664-17BB-48C7-B04F-2ABBCFFA6018}"/>
          </ac:spMkLst>
        </pc:spChg>
        <pc:spChg chg="add mod">
          <ac:chgData name="Josué Silva de Morais" userId="f406c2cd-edfc-4057-be10-75858098c663" providerId="ADAL" clId="{A1824FC7-00A9-4708-B7FB-71BF84356830}" dt="2026-05-11T15:35:59.947" v="3282"/>
          <ac:spMkLst>
            <pc:docMk/>
            <pc:sldMk cId="788042290" sldId="277"/>
            <ac:spMk id="33" creationId="{18C3C5A5-0FFE-49C5-82E1-1B5B4CDF26EE}"/>
          </ac:spMkLst>
        </pc:spChg>
        <pc:spChg chg="add mod">
          <ac:chgData name="Josué Silva de Morais" userId="f406c2cd-edfc-4057-be10-75858098c663" providerId="ADAL" clId="{A1824FC7-00A9-4708-B7FB-71BF84356830}" dt="2026-05-11T15:35:59.950" v="3285"/>
          <ac:spMkLst>
            <pc:docMk/>
            <pc:sldMk cId="788042290" sldId="277"/>
            <ac:spMk id="34" creationId="{C80A62B0-0CA1-4CFC-AA5F-172D7668CEBE}"/>
          </ac:spMkLst>
        </pc:spChg>
        <pc:spChg chg="add mod">
          <ac:chgData name="Josué Silva de Morais" userId="f406c2cd-edfc-4057-be10-75858098c663" providerId="ADAL" clId="{A1824FC7-00A9-4708-B7FB-71BF84356830}" dt="2026-05-11T15:35:59.953" v="3288"/>
          <ac:spMkLst>
            <pc:docMk/>
            <pc:sldMk cId="788042290" sldId="277"/>
            <ac:spMk id="35" creationId="{EB549E6A-8215-453E-BE1D-D08D14FF5397}"/>
          </ac:spMkLst>
        </pc:spChg>
        <pc:spChg chg="add mod">
          <ac:chgData name="Josué Silva de Morais" userId="f406c2cd-edfc-4057-be10-75858098c663" providerId="ADAL" clId="{A1824FC7-00A9-4708-B7FB-71BF84356830}" dt="2026-05-11T15:35:59.956" v="3291"/>
          <ac:spMkLst>
            <pc:docMk/>
            <pc:sldMk cId="788042290" sldId="277"/>
            <ac:spMk id="36" creationId="{EA868EBE-EFF8-4162-AF82-9543E6BA0F0C}"/>
          </ac:spMkLst>
        </pc:spChg>
        <pc:spChg chg="add mod">
          <ac:chgData name="Josué Silva de Morais" userId="f406c2cd-edfc-4057-be10-75858098c663" providerId="ADAL" clId="{A1824FC7-00A9-4708-B7FB-71BF84356830}" dt="2026-05-11T15:35:59.959" v="3294"/>
          <ac:spMkLst>
            <pc:docMk/>
            <pc:sldMk cId="788042290" sldId="277"/>
            <ac:spMk id="37" creationId="{3DD8EFF7-BD8F-4305-B37A-0C2FF365DF83}"/>
          </ac:spMkLst>
        </pc:spChg>
        <pc:spChg chg="add mod">
          <ac:chgData name="Josué Silva de Morais" userId="f406c2cd-edfc-4057-be10-75858098c663" providerId="ADAL" clId="{A1824FC7-00A9-4708-B7FB-71BF84356830}" dt="2026-05-11T15:35:59.964" v="3297"/>
          <ac:spMkLst>
            <pc:docMk/>
            <pc:sldMk cId="788042290" sldId="277"/>
            <ac:spMk id="38" creationId="{DAFC23F0-7E34-401B-9F0D-A9981DC73416}"/>
          </ac:spMkLst>
        </pc:spChg>
        <pc:spChg chg="add mod">
          <ac:chgData name="Josué Silva de Morais" userId="f406c2cd-edfc-4057-be10-75858098c663" providerId="ADAL" clId="{A1824FC7-00A9-4708-B7FB-71BF84356830}" dt="2026-05-11T15:35:59.972" v="3304"/>
          <ac:spMkLst>
            <pc:docMk/>
            <pc:sldMk cId="788042290" sldId="277"/>
            <ac:spMk id="39" creationId="{16AC6FF1-D07F-42A8-817F-4D698B7160BF}"/>
          </ac:spMkLst>
        </pc:spChg>
        <pc:spChg chg="add mod">
          <ac:chgData name="Josué Silva de Morais" userId="f406c2cd-edfc-4057-be10-75858098c663" providerId="ADAL" clId="{A1824FC7-00A9-4708-B7FB-71BF84356830}" dt="2026-05-11T15:35:59.974" v="3307"/>
          <ac:spMkLst>
            <pc:docMk/>
            <pc:sldMk cId="788042290" sldId="277"/>
            <ac:spMk id="40" creationId="{9A94D7E0-3B4F-469E-A310-81881E877FFA}"/>
          </ac:spMkLst>
        </pc:spChg>
        <pc:spChg chg="add mod">
          <ac:chgData name="Josué Silva de Morais" userId="f406c2cd-edfc-4057-be10-75858098c663" providerId="ADAL" clId="{A1824FC7-00A9-4708-B7FB-71BF84356830}" dt="2026-05-11T15:35:59.986" v="3314"/>
          <ac:spMkLst>
            <pc:docMk/>
            <pc:sldMk cId="788042290" sldId="277"/>
            <ac:spMk id="41" creationId="{03E472BF-7105-499F-8067-9D5D604AE130}"/>
          </ac:spMkLst>
        </pc:spChg>
        <pc:spChg chg="add mod">
          <ac:chgData name="Josué Silva de Morais" userId="f406c2cd-edfc-4057-be10-75858098c663" providerId="ADAL" clId="{A1824FC7-00A9-4708-B7FB-71BF84356830}" dt="2026-05-11T15:35:59.989" v="3317"/>
          <ac:spMkLst>
            <pc:docMk/>
            <pc:sldMk cId="788042290" sldId="277"/>
            <ac:spMk id="42" creationId="{F61CBE51-B211-443C-8CDD-03D6C05750C3}"/>
          </ac:spMkLst>
        </pc:spChg>
        <pc:spChg chg="add mod">
          <ac:chgData name="Josué Silva de Morais" userId="f406c2cd-edfc-4057-be10-75858098c663" providerId="ADAL" clId="{A1824FC7-00A9-4708-B7FB-71BF84356830}" dt="2026-05-11T15:36:00" v="3324"/>
          <ac:spMkLst>
            <pc:docMk/>
            <pc:sldMk cId="788042290" sldId="277"/>
            <ac:spMk id="43" creationId="{FC247F79-B8E8-4C3B-BAF2-2A3F38D1DA13}"/>
          </ac:spMkLst>
        </pc:spChg>
        <pc:spChg chg="add mod">
          <ac:chgData name="Josué Silva de Morais" userId="f406c2cd-edfc-4057-be10-75858098c663" providerId="ADAL" clId="{A1824FC7-00A9-4708-B7FB-71BF84356830}" dt="2026-05-11T15:36:00.003" v="3327"/>
          <ac:spMkLst>
            <pc:docMk/>
            <pc:sldMk cId="788042290" sldId="277"/>
            <ac:spMk id="44" creationId="{7F641E70-587E-4CEF-AFEE-09068D930349}"/>
          </ac:spMkLst>
        </pc:spChg>
        <pc:spChg chg="add mod">
          <ac:chgData name="Josué Silva de Morais" userId="f406c2cd-edfc-4057-be10-75858098c663" providerId="ADAL" clId="{A1824FC7-00A9-4708-B7FB-71BF84356830}" dt="2026-05-11T15:36:00.014" v="3334"/>
          <ac:spMkLst>
            <pc:docMk/>
            <pc:sldMk cId="788042290" sldId="277"/>
            <ac:spMk id="45" creationId="{93B1149A-33C0-4EB2-BCD8-9063AE795E98}"/>
          </ac:spMkLst>
        </pc:spChg>
        <pc:spChg chg="add mod">
          <ac:chgData name="Josué Silva de Morais" userId="f406c2cd-edfc-4057-be10-75858098c663" providerId="ADAL" clId="{A1824FC7-00A9-4708-B7FB-71BF84356830}" dt="2026-05-11T15:36:00.019" v="3337"/>
          <ac:spMkLst>
            <pc:docMk/>
            <pc:sldMk cId="788042290" sldId="277"/>
            <ac:spMk id="46" creationId="{B6A16804-2B20-4AA4-A28A-4D28EE5F2CED}"/>
          </ac:spMkLst>
        </pc:spChg>
        <pc:spChg chg="add mod">
          <ac:chgData name="Josué Silva de Morais" userId="f406c2cd-edfc-4057-be10-75858098c663" providerId="ADAL" clId="{A1824FC7-00A9-4708-B7FB-71BF84356830}" dt="2026-05-11T15:36:00.033" v="3344"/>
          <ac:spMkLst>
            <pc:docMk/>
            <pc:sldMk cId="788042290" sldId="277"/>
            <ac:spMk id="47" creationId="{A15951FD-36B4-4797-B56A-3C2A79350C0B}"/>
          </ac:spMkLst>
        </pc:spChg>
        <pc:spChg chg="add mod">
          <ac:chgData name="Josué Silva de Morais" userId="f406c2cd-edfc-4057-be10-75858098c663" providerId="ADAL" clId="{A1824FC7-00A9-4708-B7FB-71BF84356830}" dt="2026-05-11T15:36:00.048" v="3351"/>
          <ac:spMkLst>
            <pc:docMk/>
            <pc:sldMk cId="788042290" sldId="277"/>
            <ac:spMk id="48" creationId="{49177D06-CF18-4BC5-82B3-DBD4D661B722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6:28.615" v="3672"/>
        <pc:sldMkLst>
          <pc:docMk/>
          <pc:sldMk cId="1820738130" sldId="278"/>
        </pc:sldMkLst>
        <pc:spChg chg="add mod">
          <ac:chgData name="Josué Silva de Morais" userId="f406c2cd-edfc-4057-be10-75858098c663" providerId="ADAL" clId="{A1824FC7-00A9-4708-B7FB-71BF84356830}" dt="2026-05-11T15:36:28.198" v="3355"/>
          <ac:spMkLst>
            <pc:docMk/>
            <pc:sldMk cId="1820738130" sldId="278"/>
            <ac:spMk id="2" creationId="{B717418E-1E81-4DF2-8FCC-4B4BA2896312}"/>
          </ac:spMkLst>
        </pc:spChg>
        <pc:spChg chg="add mod">
          <ac:chgData name="Josué Silva de Morais" userId="f406c2cd-edfc-4057-be10-75858098c663" providerId="ADAL" clId="{A1824FC7-00A9-4708-B7FB-71BF84356830}" dt="2026-05-11T15:36:28.209" v="3362"/>
          <ac:spMkLst>
            <pc:docMk/>
            <pc:sldMk cId="1820738130" sldId="278"/>
            <ac:spMk id="3" creationId="{1D9AC356-0317-45B5-BFE9-09DDAF7511DD}"/>
          </ac:spMkLst>
        </pc:spChg>
        <pc:spChg chg="add mod">
          <ac:chgData name="Josué Silva de Morais" userId="f406c2cd-edfc-4057-be10-75858098c663" providerId="ADAL" clId="{A1824FC7-00A9-4708-B7FB-71BF84356830}" dt="2026-05-11T15:36:28.221" v="3368"/>
          <ac:spMkLst>
            <pc:docMk/>
            <pc:sldMk cId="1820738130" sldId="278"/>
            <ac:spMk id="4" creationId="{4918CB93-B808-4211-9ED6-0BB3ECD2BCAD}"/>
          </ac:spMkLst>
        </pc:spChg>
        <pc:spChg chg="add mod">
          <ac:chgData name="Josué Silva de Morais" userId="f406c2cd-edfc-4057-be10-75858098c663" providerId="ADAL" clId="{A1824FC7-00A9-4708-B7FB-71BF84356830}" dt="2026-05-11T15:36:28.226" v="3372"/>
          <ac:spMkLst>
            <pc:docMk/>
            <pc:sldMk cId="1820738130" sldId="278"/>
            <ac:spMk id="5" creationId="{07A9B2AD-1639-491D-909E-460397654A9D}"/>
          </ac:spMkLst>
        </pc:spChg>
        <pc:spChg chg="add mod">
          <ac:chgData name="Josué Silva de Morais" userId="f406c2cd-edfc-4057-be10-75858098c663" providerId="ADAL" clId="{A1824FC7-00A9-4708-B7FB-71BF84356830}" dt="2026-05-11T15:36:28.237" v="3379"/>
          <ac:spMkLst>
            <pc:docMk/>
            <pc:sldMk cId="1820738130" sldId="278"/>
            <ac:spMk id="6" creationId="{626774F1-0CA9-4E81-8DEE-32E5FFDC9A61}"/>
          </ac:spMkLst>
        </pc:spChg>
        <pc:spChg chg="add mod">
          <ac:chgData name="Josué Silva de Morais" userId="f406c2cd-edfc-4057-be10-75858098c663" providerId="ADAL" clId="{A1824FC7-00A9-4708-B7FB-71BF84356830}" dt="2026-05-11T15:36:28.249" v="3386"/>
          <ac:spMkLst>
            <pc:docMk/>
            <pc:sldMk cId="1820738130" sldId="278"/>
            <ac:spMk id="7" creationId="{2D4D09BB-6C3E-426E-A3A7-F85E8D4D681E}"/>
          </ac:spMkLst>
        </pc:spChg>
        <pc:spChg chg="add mod">
          <ac:chgData name="Josué Silva de Morais" userId="f406c2cd-edfc-4057-be10-75858098c663" providerId="ADAL" clId="{A1824FC7-00A9-4708-B7FB-71BF84356830}" dt="2026-05-11T15:36:28.256" v="3393"/>
          <ac:spMkLst>
            <pc:docMk/>
            <pc:sldMk cId="1820738130" sldId="278"/>
            <ac:spMk id="8" creationId="{55906344-442F-41AD-A543-B80DC115E9A3}"/>
          </ac:spMkLst>
        </pc:spChg>
        <pc:spChg chg="add mod">
          <ac:chgData name="Josué Silva de Morais" userId="f406c2cd-edfc-4057-be10-75858098c663" providerId="ADAL" clId="{A1824FC7-00A9-4708-B7FB-71BF84356830}" dt="2026-05-11T15:36:28.268" v="3400"/>
          <ac:spMkLst>
            <pc:docMk/>
            <pc:sldMk cId="1820738130" sldId="278"/>
            <ac:spMk id="9" creationId="{F7671FA9-27C1-4C69-9B3F-5DF9AD2CD0A0}"/>
          </ac:spMkLst>
        </pc:spChg>
        <pc:spChg chg="add mod">
          <ac:chgData name="Josué Silva de Morais" userId="f406c2cd-edfc-4057-be10-75858098c663" providerId="ADAL" clId="{A1824FC7-00A9-4708-B7FB-71BF84356830}" dt="2026-05-11T15:36:28.271" v="3403"/>
          <ac:spMkLst>
            <pc:docMk/>
            <pc:sldMk cId="1820738130" sldId="278"/>
            <ac:spMk id="10" creationId="{EF8561FA-995C-437F-A69E-FC630B975855}"/>
          </ac:spMkLst>
        </pc:spChg>
        <pc:spChg chg="add mod">
          <ac:chgData name="Josué Silva de Morais" userId="f406c2cd-edfc-4057-be10-75858098c663" providerId="ADAL" clId="{A1824FC7-00A9-4708-B7FB-71BF84356830}" dt="2026-05-11T15:36:28.274" v="3406"/>
          <ac:spMkLst>
            <pc:docMk/>
            <pc:sldMk cId="1820738130" sldId="278"/>
            <ac:spMk id="11" creationId="{9B567C62-61F0-4495-BD30-4F1356BEF910}"/>
          </ac:spMkLst>
        </pc:spChg>
        <pc:spChg chg="add mod">
          <ac:chgData name="Josué Silva de Morais" userId="f406c2cd-edfc-4057-be10-75858098c663" providerId="ADAL" clId="{A1824FC7-00A9-4708-B7FB-71BF84356830}" dt="2026-05-11T15:36:28.279" v="3409"/>
          <ac:spMkLst>
            <pc:docMk/>
            <pc:sldMk cId="1820738130" sldId="278"/>
            <ac:spMk id="12" creationId="{29FBE356-0A51-4598-9263-0256F3A74029}"/>
          </ac:spMkLst>
        </pc:spChg>
        <pc:spChg chg="add mod">
          <ac:chgData name="Josué Silva de Morais" userId="f406c2cd-edfc-4057-be10-75858098c663" providerId="ADAL" clId="{A1824FC7-00A9-4708-B7FB-71BF84356830}" dt="2026-05-11T15:36:28.283" v="3412"/>
          <ac:spMkLst>
            <pc:docMk/>
            <pc:sldMk cId="1820738130" sldId="278"/>
            <ac:spMk id="13" creationId="{4759079E-0BC9-4659-A7B3-585B637BA748}"/>
          </ac:spMkLst>
        </pc:spChg>
        <pc:spChg chg="add mod">
          <ac:chgData name="Josué Silva de Morais" userId="f406c2cd-edfc-4057-be10-75858098c663" providerId="ADAL" clId="{A1824FC7-00A9-4708-B7FB-71BF84356830}" dt="2026-05-11T15:36:28.288" v="3415"/>
          <ac:spMkLst>
            <pc:docMk/>
            <pc:sldMk cId="1820738130" sldId="278"/>
            <ac:spMk id="14" creationId="{8D1A5759-1C86-44D6-9500-801DB4B7DA80}"/>
          </ac:spMkLst>
        </pc:spChg>
        <pc:spChg chg="add mod">
          <ac:chgData name="Josué Silva de Morais" userId="f406c2cd-edfc-4057-be10-75858098c663" providerId="ADAL" clId="{A1824FC7-00A9-4708-B7FB-71BF84356830}" dt="2026-05-11T15:36:28.292" v="3418"/>
          <ac:spMkLst>
            <pc:docMk/>
            <pc:sldMk cId="1820738130" sldId="278"/>
            <ac:spMk id="15" creationId="{5870ABA9-7F4A-41C4-8FDF-0D0D3F2FA1EC}"/>
          </ac:spMkLst>
        </pc:spChg>
        <pc:spChg chg="add mod">
          <ac:chgData name="Josué Silva de Morais" userId="f406c2cd-edfc-4057-be10-75858098c663" providerId="ADAL" clId="{A1824FC7-00A9-4708-B7FB-71BF84356830}" dt="2026-05-11T15:36:28.297" v="3421"/>
          <ac:spMkLst>
            <pc:docMk/>
            <pc:sldMk cId="1820738130" sldId="278"/>
            <ac:spMk id="16" creationId="{99ADEE88-CEE9-4905-9B9E-0B1B3788903F}"/>
          </ac:spMkLst>
        </pc:spChg>
        <pc:spChg chg="add mod">
          <ac:chgData name="Josué Silva de Morais" userId="f406c2cd-edfc-4057-be10-75858098c663" providerId="ADAL" clId="{A1824FC7-00A9-4708-B7FB-71BF84356830}" dt="2026-05-11T15:36:28.301" v="3424"/>
          <ac:spMkLst>
            <pc:docMk/>
            <pc:sldMk cId="1820738130" sldId="278"/>
            <ac:spMk id="17" creationId="{BF576A88-B443-4BF2-9F12-24281E5B6B83}"/>
          </ac:spMkLst>
        </pc:spChg>
        <pc:spChg chg="add mod">
          <ac:chgData name="Josué Silva de Morais" userId="f406c2cd-edfc-4057-be10-75858098c663" providerId="ADAL" clId="{A1824FC7-00A9-4708-B7FB-71BF84356830}" dt="2026-05-11T15:36:28.303" v="3427"/>
          <ac:spMkLst>
            <pc:docMk/>
            <pc:sldMk cId="1820738130" sldId="278"/>
            <ac:spMk id="18" creationId="{CD349741-30D5-45D5-A20D-2F0DD20D0CDC}"/>
          </ac:spMkLst>
        </pc:spChg>
        <pc:spChg chg="add mod">
          <ac:chgData name="Josué Silva de Morais" userId="f406c2cd-edfc-4057-be10-75858098c663" providerId="ADAL" clId="{A1824FC7-00A9-4708-B7FB-71BF84356830}" dt="2026-05-11T15:36:28.306" v="3430"/>
          <ac:spMkLst>
            <pc:docMk/>
            <pc:sldMk cId="1820738130" sldId="278"/>
            <ac:spMk id="19" creationId="{0380B328-4BA9-43AC-B4A3-36DA3809EEC7}"/>
          </ac:spMkLst>
        </pc:spChg>
        <pc:spChg chg="add mod">
          <ac:chgData name="Josué Silva de Morais" userId="f406c2cd-edfc-4057-be10-75858098c663" providerId="ADAL" clId="{A1824FC7-00A9-4708-B7FB-71BF84356830}" dt="2026-05-11T15:36:28.312" v="3433"/>
          <ac:spMkLst>
            <pc:docMk/>
            <pc:sldMk cId="1820738130" sldId="278"/>
            <ac:spMk id="20" creationId="{D2271694-BE59-46DC-BDAF-C9377F7E4FF7}"/>
          </ac:spMkLst>
        </pc:spChg>
        <pc:spChg chg="add mod">
          <ac:chgData name="Josué Silva de Morais" userId="f406c2cd-edfc-4057-be10-75858098c663" providerId="ADAL" clId="{A1824FC7-00A9-4708-B7FB-71BF84356830}" dt="2026-05-11T15:36:28.318" v="3436"/>
          <ac:spMkLst>
            <pc:docMk/>
            <pc:sldMk cId="1820738130" sldId="278"/>
            <ac:spMk id="21" creationId="{785A2F9A-F049-4360-8D14-11178D9C3F7A}"/>
          </ac:spMkLst>
        </pc:spChg>
        <pc:spChg chg="add mod">
          <ac:chgData name="Josué Silva de Morais" userId="f406c2cd-edfc-4057-be10-75858098c663" providerId="ADAL" clId="{A1824FC7-00A9-4708-B7FB-71BF84356830}" dt="2026-05-11T15:36:28.321" v="3439"/>
          <ac:spMkLst>
            <pc:docMk/>
            <pc:sldMk cId="1820738130" sldId="278"/>
            <ac:spMk id="22" creationId="{14CEBEC5-4C1B-4AA0-B6B9-964F3A7CAC7E}"/>
          </ac:spMkLst>
        </pc:spChg>
        <pc:spChg chg="add mod">
          <ac:chgData name="Josué Silva de Morais" userId="f406c2cd-edfc-4057-be10-75858098c663" providerId="ADAL" clId="{A1824FC7-00A9-4708-B7FB-71BF84356830}" dt="2026-05-11T15:36:28.327" v="3442"/>
          <ac:spMkLst>
            <pc:docMk/>
            <pc:sldMk cId="1820738130" sldId="278"/>
            <ac:spMk id="23" creationId="{83465AE9-0F14-4672-95F2-A678CD510F21}"/>
          </ac:spMkLst>
        </pc:spChg>
        <pc:spChg chg="add mod">
          <ac:chgData name="Josué Silva de Morais" userId="f406c2cd-edfc-4057-be10-75858098c663" providerId="ADAL" clId="{A1824FC7-00A9-4708-B7FB-71BF84356830}" dt="2026-05-11T15:36:28.331" v="3445"/>
          <ac:spMkLst>
            <pc:docMk/>
            <pc:sldMk cId="1820738130" sldId="278"/>
            <ac:spMk id="24" creationId="{35E6A554-0038-424A-B814-708F328717F1}"/>
          </ac:spMkLst>
        </pc:spChg>
        <pc:spChg chg="add mod">
          <ac:chgData name="Josué Silva de Morais" userId="f406c2cd-edfc-4057-be10-75858098c663" providerId="ADAL" clId="{A1824FC7-00A9-4708-B7FB-71BF84356830}" dt="2026-05-11T15:36:28.334" v="3448"/>
          <ac:spMkLst>
            <pc:docMk/>
            <pc:sldMk cId="1820738130" sldId="278"/>
            <ac:spMk id="25" creationId="{92A86ACA-DF72-473A-94D3-E7C8A3447248}"/>
          </ac:spMkLst>
        </pc:spChg>
        <pc:spChg chg="add mod">
          <ac:chgData name="Josué Silva de Morais" userId="f406c2cd-edfc-4057-be10-75858098c663" providerId="ADAL" clId="{A1824FC7-00A9-4708-B7FB-71BF84356830}" dt="2026-05-11T15:36:28.337" v="3451"/>
          <ac:spMkLst>
            <pc:docMk/>
            <pc:sldMk cId="1820738130" sldId="278"/>
            <ac:spMk id="26" creationId="{A657C7EF-AD8F-42EE-9F4A-84D498A22945}"/>
          </ac:spMkLst>
        </pc:spChg>
        <pc:spChg chg="add mod">
          <ac:chgData name="Josué Silva de Morais" userId="f406c2cd-edfc-4057-be10-75858098c663" providerId="ADAL" clId="{A1824FC7-00A9-4708-B7FB-71BF84356830}" dt="2026-05-11T15:36:28.340" v="3454"/>
          <ac:spMkLst>
            <pc:docMk/>
            <pc:sldMk cId="1820738130" sldId="278"/>
            <ac:spMk id="27" creationId="{66932F6F-5A5A-44A9-BDB9-B8D7F924BD63}"/>
          </ac:spMkLst>
        </pc:spChg>
        <pc:spChg chg="add mod">
          <ac:chgData name="Josué Silva de Morais" userId="f406c2cd-edfc-4057-be10-75858098c663" providerId="ADAL" clId="{A1824FC7-00A9-4708-B7FB-71BF84356830}" dt="2026-05-11T15:36:28.345" v="3457"/>
          <ac:spMkLst>
            <pc:docMk/>
            <pc:sldMk cId="1820738130" sldId="278"/>
            <ac:spMk id="28" creationId="{34685C6A-34A9-4D68-9298-D8D500D6E6A8}"/>
          </ac:spMkLst>
        </pc:spChg>
        <pc:spChg chg="add mod">
          <ac:chgData name="Josué Silva de Morais" userId="f406c2cd-edfc-4057-be10-75858098c663" providerId="ADAL" clId="{A1824FC7-00A9-4708-B7FB-71BF84356830}" dt="2026-05-11T15:36:28.348" v="3460"/>
          <ac:spMkLst>
            <pc:docMk/>
            <pc:sldMk cId="1820738130" sldId="278"/>
            <ac:spMk id="29" creationId="{04194B07-DF72-4771-969C-F70BB65B34C4}"/>
          </ac:spMkLst>
        </pc:spChg>
        <pc:spChg chg="add mod">
          <ac:chgData name="Josué Silva de Morais" userId="f406c2cd-edfc-4057-be10-75858098c663" providerId="ADAL" clId="{A1824FC7-00A9-4708-B7FB-71BF84356830}" dt="2026-05-11T15:36:28.351" v="3463"/>
          <ac:spMkLst>
            <pc:docMk/>
            <pc:sldMk cId="1820738130" sldId="278"/>
            <ac:spMk id="30" creationId="{93576CB4-0994-452D-BE55-FA030DC8A19A}"/>
          </ac:spMkLst>
        </pc:spChg>
        <pc:spChg chg="add mod">
          <ac:chgData name="Josué Silva de Morais" userId="f406c2cd-edfc-4057-be10-75858098c663" providerId="ADAL" clId="{A1824FC7-00A9-4708-B7FB-71BF84356830}" dt="2026-05-11T15:36:28.355" v="3466"/>
          <ac:spMkLst>
            <pc:docMk/>
            <pc:sldMk cId="1820738130" sldId="278"/>
            <ac:spMk id="31" creationId="{0C1EE6ED-4C3D-4B37-A5F2-831CAA4A43AC}"/>
          </ac:spMkLst>
        </pc:spChg>
        <pc:spChg chg="add mod">
          <ac:chgData name="Josué Silva de Morais" userId="f406c2cd-edfc-4057-be10-75858098c663" providerId="ADAL" clId="{A1824FC7-00A9-4708-B7FB-71BF84356830}" dt="2026-05-11T15:36:28.360" v="3469"/>
          <ac:spMkLst>
            <pc:docMk/>
            <pc:sldMk cId="1820738130" sldId="278"/>
            <ac:spMk id="32" creationId="{02AB3741-9136-4FEF-B52B-69DDE564AF60}"/>
          </ac:spMkLst>
        </pc:spChg>
        <pc:spChg chg="add mod">
          <ac:chgData name="Josué Silva de Morais" userId="f406c2cd-edfc-4057-be10-75858098c663" providerId="ADAL" clId="{A1824FC7-00A9-4708-B7FB-71BF84356830}" dt="2026-05-11T15:36:28.364" v="3472"/>
          <ac:spMkLst>
            <pc:docMk/>
            <pc:sldMk cId="1820738130" sldId="278"/>
            <ac:spMk id="33" creationId="{E889A8BE-8914-4A93-9F8C-807E6DF5939A}"/>
          </ac:spMkLst>
        </pc:spChg>
        <pc:spChg chg="add mod">
          <ac:chgData name="Josué Silva de Morais" userId="f406c2cd-edfc-4057-be10-75858098c663" providerId="ADAL" clId="{A1824FC7-00A9-4708-B7FB-71BF84356830}" dt="2026-05-11T15:36:28.366" v="3475"/>
          <ac:spMkLst>
            <pc:docMk/>
            <pc:sldMk cId="1820738130" sldId="278"/>
            <ac:spMk id="34" creationId="{4490CB41-6A41-4F47-BE53-63E7C8B40800}"/>
          </ac:spMkLst>
        </pc:spChg>
        <pc:spChg chg="add mod">
          <ac:chgData name="Josué Silva de Morais" userId="f406c2cd-edfc-4057-be10-75858098c663" providerId="ADAL" clId="{A1824FC7-00A9-4708-B7FB-71BF84356830}" dt="2026-05-11T15:36:28.370" v="3478"/>
          <ac:spMkLst>
            <pc:docMk/>
            <pc:sldMk cId="1820738130" sldId="278"/>
            <ac:spMk id="35" creationId="{F2132BED-1F7A-421A-A94D-45BF30F2B5BA}"/>
          </ac:spMkLst>
        </pc:spChg>
        <pc:spChg chg="add mod">
          <ac:chgData name="Josué Silva de Morais" userId="f406c2cd-edfc-4057-be10-75858098c663" providerId="ADAL" clId="{A1824FC7-00A9-4708-B7FB-71BF84356830}" dt="2026-05-11T15:36:28.374" v="3481"/>
          <ac:spMkLst>
            <pc:docMk/>
            <pc:sldMk cId="1820738130" sldId="278"/>
            <ac:spMk id="36" creationId="{54FC2CAC-8999-412B-A314-8873F77110D5}"/>
          </ac:spMkLst>
        </pc:spChg>
        <pc:spChg chg="add mod">
          <ac:chgData name="Josué Silva de Morais" userId="f406c2cd-edfc-4057-be10-75858098c663" providerId="ADAL" clId="{A1824FC7-00A9-4708-B7FB-71BF84356830}" dt="2026-05-11T15:36:28.378" v="3484"/>
          <ac:spMkLst>
            <pc:docMk/>
            <pc:sldMk cId="1820738130" sldId="278"/>
            <ac:spMk id="37" creationId="{C087602A-199D-4767-BFB5-8DA50FA13830}"/>
          </ac:spMkLst>
        </pc:spChg>
        <pc:spChg chg="add mod">
          <ac:chgData name="Josué Silva de Morais" userId="f406c2cd-edfc-4057-be10-75858098c663" providerId="ADAL" clId="{A1824FC7-00A9-4708-B7FB-71BF84356830}" dt="2026-05-11T15:36:28.382" v="3487"/>
          <ac:spMkLst>
            <pc:docMk/>
            <pc:sldMk cId="1820738130" sldId="278"/>
            <ac:spMk id="38" creationId="{ADD38821-5D64-4A2E-A76B-4745B4820B80}"/>
          </ac:spMkLst>
        </pc:spChg>
        <pc:spChg chg="add mod">
          <ac:chgData name="Josué Silva de Morais" userId="f406c2cd-edfc-4057-be10-75858098c663" providerId="ADAL" clId="{A1824FC7-00A9-4708-B7FB-71BF84356830}" dt="2026-05-11T15:36:28.384" v="3490"/>
          <ac:spMkLst>
            <pc:docMk/>
            <pc:sldMk cId="1820738130" sldId="278"/>
            <ac:spMk id="39" creationId="{0B47F07F-7103-4F9C-884D-C5E9C03616A0}"/>
          </ac:spMkLst>
        </pc:spChg>
        <pc:spChg chg="add mod">
          <ac:chgData name="Josué Silva de Morais" userId="f406c2cd-edfc-4057-be10-75858098c663" providerId="ADAL" clId="{A1824FC7-00A9-4708-B7FB-71BF84356830}" dt="2026-05-11T15:36:28.387" v="3493"/>
          <ac:spMkLst>
            <pc:docMk/>
            <pc:sldMk cId="1820738130" sldId="278"/>
            <ac:spMk id="40" creationId="{BBAD06E4-3278-4180-8078-0B2DE6FA2000}"/>
          </ac:spMkLst>
        </pc:spChg>
        <pc:spChg chg="add mod">
          <ac:chgData name="Josué Silva de Morais" userId="f406c2cd-edfc-4057-be10-75858098c663" providerId="ADAL" clId="{A1824FC7-00A9-4708-B7FB-71BF84356830}" dt="2026-05-11T15:36:28.393" v="3496"/>
          <ac:spMkLst>
            <pc:docMk/>
            <pc:sldMk cId="1820738130" sldId="278"/>
            <ac:spMk id="41" creationId="{BC17A067-9D3E-497B-8200-FEBB07A1D4C1}"/>
          </ac:spMkLst>
        </pc:spChg>
        <pc:spChg chg="add mod">
          <ac:chgData name="Josué Silva de Morais" userId="f406c2cd-edfc-4057-be10-75858098c663" providerId="ADAL" clId="{A1824FC7-00A9-4708-B7FB-71BF84356830}" dt="2026-05-11T15:36:28.397" v="3499"/>
          <ac:spMkLst>
            <pc:docMk/>
            <pc:sldMk cId="1820738130" sldId="278"/>
            <ac:spMk id="42" creationId="{BA29EED0-304C-47F8-8733-F2C1EA65D72D}"/>
          </ac:spMkLst>
        </pc:spChg>
        <pc:spChg chg="add mod">
          <ac:chgData name="Josué Silva de Morais" userId="f406c2cd-edfc-4057-be10-75858098c663" providerId="ADAL" clId="{A1824FC7-00A9-4708-B7FB-71BF84356830}" dt="2026-05-11T15:36:28.400" v="3502"/>
          <ac:spMkLst>
            <pc:docMk/>
            <pc:sldMk cId="1820738130" sldId="278"/>
            <ac:spMk id="43" creationId="{F947419E-4ABB-4E66-8860-BEBE9800EA5B}"/>
          </ac:spMkLst>
        </pc:spChg>
        <pc:spChg chg="add mod">
          <ac:chgData name="Josué Silva de Morais" userId="f406c2cd-edfc-4057-be10-75858098c663" providerId="ADAL" clId="{A1824FC7-00A9-4708-B7FB-71BF84356830}" dt="2026-05-11T15:36:28.402" v="3505"/>
          <ac:spMkLst>
            <pc:docMk/>
            <pc:sldMk cId="1820738130" sldId="278"/>
            <ac:spMk id="44" creationId="{7B1B3610-1809-4F03-8AAC-DE5CF1F949BA}"/>
          </ac:spMkLst>
        </pc:spChg>
        <pc:spChg chg="add mod">
          <ac:chgData name="Josué Silva de Morais" userId="f406c2cd-edfc-4057-be10-75858098c663" providerId="ADAL" clId="{A1824FC7-00A9-4708-B7FB-71BF84356830}" dt="2026-05-11T15:36:28.407" v="3508"/>
          <ac:spMkLst>
            <pc:docMk/>
            <pc:sldMk cId="1820738130" sldId="278"/>
            <ac:spMk id="45" creationId="{1E4FC69B-11EB-468E-AC1B-8D307F8F727E}"/>
          </ac:spMkLst>
        </pc:spChg>
        <pc:spChg chg="add mod">
          <ac:chgData name="Josué Silva de Morais" userId="f406c2cd-edfc-4057-be10-75858098c663" providerId="ADAL" clId="{A1824FC7-00A9-4708-B7FB-71BF84356830}" dt="2026-05-11T15:36:28.412" v="3511"/>
          <ac:spMkLst>
            <pc:docMk/>
            <pc:sldMk cId="1820738130" sldId="278"/>
            <ac:spMk id="46" creationId="{9893091B-4111-48A6-90B3-688338FAD8A7}"/>
          </ac:spMkLst>
        </pc:spChg>
        <pc:spChg chg="add mod">
          <ac:chgData name="Josué Silva de Morais" userId="f406c2cd-edfc-4057-be10-75858098c663" providerId="ADAL" clId="{A1824FC7-00A9-4708-B7FB-71BF84356830}" dt="2026-05-11T15:36:28.416" v="3514"/>
          <ac:spMkLst>
            <pc:docMk/>
            <pc:sldMk cId="1820738130" sldId="278"/>
            <ac:spMk id="47" creationId="{DF9E5796-328E-493C-B6BB-6AD9483E0626}"/>
          </ac:spMkLst>
        </pc:spChg>
        <pc:spChg chg="add mod">
          <ac:chgData name="Josué Silva de Morais" userId="f406c2cd-edfc-4057-be10-75858098c663" providerId="ADAL" clId="{A1824FC7-00A9-4708-B7FB-71BF84356830}" dt="2026-05-11T15:36:28.420" v="3517"/>
          <ac:spMkLst>
            <pc:docMk/>
            <pc:sldMk cId="1820738130" sldId="278"/>
            <ac:spMk id="48" creationId="{26D37F7A-89A5-42A8-AE9D-913665838702}"/>
          </ac:spMkLst>
        </pc:spChg>
        <pc:spChg chg="add mod">
          <ac:chgData name="Josué Silva de Morais" userId="f406c2cd-edfc-4057-be10-75858098c663" providerId="ADAL" clId="{A1824FC7-00A9-4708-B7FB-71BF84356830}" dt="2026-05-11T15:36:28.423" v="3520"/>
          <ac:spMkLst>
            <pc:docMk/>
            <pc:sldMk cId="1820738130" sldId="278"/>
            <ac:spMk id="49" creationId="{581140E2-7A56-4448-B2CB-6B158CC0A751}"/>
          </ac:spMkLst>
        </pc:spChg>
        <pc:spChg chg="add mod">
          <ac:chgData name="Josué Silva de Morais" userId="f406c2cd-edfc-4057-be10-75858098c663" providerId="ADAL" clId="{A1824FC7-00A9-4708-B7FB-71BF84356830}" dt="2026-05-11T15:36:28.430" v="3523"/>
          <ac:spMkLst>
            <pc:docMk/>
            <pc:sldMk cId="1820738130" sldId="278"/>
            <ac:spMk id="50" creationId="{5942BD38-2FE2-4AEA-8ACC-73B4F9D42D87}"/>
          </ac:spMkLst>
        </pc:spChg>
        <pc:spChg chg="add mod">
          <ac:chgData name="Josué Silva de Morais" userId="f406c2cd-edfc-4057-be10-75858098c663" providerId="ADAL" clId="{A1824FC7-00A9-4708-B7FB-71BF84356830}" dt="2026-05-11T15:36:28.433" v="3526"/>
          <ac:spMkLst>
            <pc:docMk/>
            <pc:sldMk cId="1820738130" sldId="278"/>
            <ac:spMk id="51" creationId="{AF84372B-24CB-48DB-84A5-089B1EB765F4}"/>
          </ac:spMkLst>
        </pc:spChg>
        <pc:spChg chg="add mod">
          <ac:chgData name="Josué Silva de Morais" userId="f406c2cd-edfc-4057-be10-75858098c663" providerId="ADAL" clId="{A1824FC7-00A9-4708-B7FB-71BF84356830}" dt="2026-05-11T15:36:28.437" v="3529"/>
          <ac:spMkLst>
            <pc:docMk/>
            <pc:sldMk cId="1820738130" sldId="278"/>
            <ac:spMk id="52" creationId="{19E29B29-13D5-499A-A02D-0E65586DE776}"/>
          </ac:spMkLst>
        </pc:spChg>
        <pc:spChg chg="add mod">
          <ac:chgData name="Josué Silva de Morais" userId="f406c2cd-edfc-4057-be10-75858098c663" providerId="ADAL" clId="{A1824FC7-00A9-4708-B7FB-71BF84356830}" dt="2026-05-11T15:36:28.441" v="3532"/>
          <ac:spMkLst>
            <pc:docMk/>
            <pc:sldMk cId="1820738130" sldId="278"/>
            <ac:spMk id="53" creationId="{1084D805-28E7-4FB1-96F3-AD9709DFA34A}"/>
          </ac:spMkLst>
        </pc:spChg>
        <pc:spChg chg="add mod">
          <ac:chgData name="Josué Silva de Morais" userId="f406c2cd-edfc-4057-be10-75858098c663" providerId="ADAL" clId="{A1824FC7-00A9-4708-B7FB-71BF84356830}" dt="2026-05-11T15:36:28.447" v="3535"/>
          <ac:spMkLst>
            <pc:docMk/>
            <pc:sldMk cId="1820738130" sldId="278"/>
            <ac:spMk id="54" creationId="{DC0994CB-17FB-4098-8851-B0EAE4BC84A3}"/>
          </ac:spMkLst>
        </pc:spChg>
        <pc:spChg chg="add mod">
          <ac:chgData name="Josué Silva de Morais" userId="f406c2cd-edfc-4057-be10-75858098c663" providerId="ADAL" clId="{A1824FC7-00A9-4708-B7FB-71BF84356830}" dt="2026-05-11T15:36:28.451" v="3538"/>
          <ac:spMkLst>
            <pc:docMk/>
            <pc:sldMk cId="1820738130" sldId="278"/>
            <ac:spMk id="55" creationId="{26E542DF-DD9E-4307-B731-9347E000703D}"/>
          </ac:spMkLst>
        </pc:spChg>
        <pc:spChg chg="add mod">
          <ac:chgData name="Josué Silva de Morais" userId="f406c2cd-edfc-4057-be10-75858098c663" providerId="ADAL" clId="{A1824FC7-00A9-4708-B7FB-71BF84356830}" dt="2026-05-11T15:36:28.454" v="3541"/>
          <ac:spMkLst>
            <pc:docMk/>
            <pc:sldMk cId="1820738130" sldId="278"/>
            <ac:spMk id="56" creationId="{59E20EE3-7602-4C2A-BFD8-F09860B0221A}"/>
          </ac:spMkLst>
        </pc:spChg>
        <pc:spChg chg="add mod">
          <ac:chgData name="Josué Silva de Morais" userId="f406c2cd-edfc-4057-be10-75858098c663" providerId="ADAL" clId="{A1824FC7-00A9-4708-B7FB-71BF84356830}" dt="2026-05-11T15:36:28.457" v="3544"/>
          <ac:spMkLst>
            <pc:docMk/>
            <pc:sldMk cId="1820738130" sldId="278"/>
            <ac:spMk id="57" creationId="{D599E6EB-7B6A-49E1-928B-9E5616FDCB7A}"/>
          </ac:spMkLst>
        </pc:spChg>
        <pc:spChg chg="add mod">
          <ac:chgData name="Josué Silva de Morais" userId="f406c2cd-edfc-4057-be10-75858098c663" providerId="ADAL" clId="{A1824FC7-00A9-4708-B7FB-71BF84356830}" dt="2026-05-11T15:36:28.463" v="3547"/>
          <ac:spMkLst>
            <pc:docMk/>
            <pc:sldMk cId="1820738130" sldId="278"/>
            <ac:spMk id="58" creationId="{CFB47746-EFCB-4642-AF46-05699BA07906}"/>
          </ac:spMkLst>
        </pc:spChg>
        <pc:spChg chg="add mod">
          <ac:chgData name="Josué Silva de Morais" userId="f406c2cd-edfc-4057-be10-75858098c663" providerId="ADAL" clId="{A1824FC7-00A9-4708-B7FB-71BF84356830}" dt="2026-05-11T15:36:28.465" v="3550"/>
          <ac:spMkLst>
            <pc:docMk/>
            <pc:sldMk cId="1820738130" sldId="278"/>
            <ac:spMk id="59" creationId="{FD4C31A1-EA1E-42DA-99E3-8E447CDD7818}"/>
          </ac:spMkLst>
        </pc:spChg>
        <pc:spChg chg="add mod">
          <ac:chgData name="Josué Silva de Morais" userId="f406c2cd-edfc-4057-be10-75858098c663" providerId="ADAL" clId="{A1824FC7-00A9-4708-B7FB-71BF84356830}" dt="2026-05-11T15:36:28.469" v="3553"/>
          <ac:spMkLst>
            <pc:docMk/>
            <pc:sldMk cId="1820738130" sldId="278"/>
            <ac:spMk id="60" creationId="{C35315D1-B3CD-4256-B3A4-50584B6BC8CE}"/>
          </ac:spMkLst>
        </pc:spChg>
        <pc:spChg chg="add mod">
          <ac:chgData name="Josué Silva de Morais" userId="f406c2cd-edfc-4057-be10-75858098c663" providerId="ADAL" clId="{A1824FC7-00A9-4708-B7FB-71BF84356830}" dt="2026-05-11T15:36:28.473" v="3556"/>
          <ac:spMkLst>
            <pc:docMk/>
            <pc:sldMk cId="1820738130" sldId="278"/>
            <ac:spMk id="61" creationId="{76601BE1-480B-41A9-9B7E-D2F420F31131}"/>
          </ac:spMkLst>
        </pc:spChg>
        <pc:spChg chg="add mod">
          <ac:chgData name="Josué Silva de Morais" userId="f406c2cd-edfc-4057-be10-75858098c663" providerId="ADAL" clId="{A1824FC7-00A9-4708-B7FB-71BF84356830}" dt="2026-05-11T15:36:28.478" v="3559"/>
          <ac:spMkLst>
            <pc:docMk/>
            <pc:sldMk cId="1820738130" sldId="278"/>
            <ac:spMk id="62" creationId="{E1E76CC7-4A9A-4737-B4C6-88C5FE0D0D96}"/>
          </ac:spMkLst>
        </pc:spChg>
        <pc:spChg chg="add mod">
          <ac:chgData name="Josué Silva de Morais" userId="f406c2cd-edfc-4057-be10-75858098c663" providerId="ADAL" clId="{A1824FC7-00A9-4708-B7FB-71BF84356830}" dt="2026-05-11T15:36:28.480" v="3562"/>
          <ac:spMkLst>
            <pc:docMk/>
            <pc:sldMk cId="1820738130" sldId="278"/>
            <ac:spMk id="63" creationId="{6B67CCC3-3B70-48DF-A58A-FCA986817CED}"/>
          </ac:spMkLst>
        </pc:spChg>
        <pc:spChg chg="add mod">
          <ac:chgData name="Josué Silva de Morais" userId="f406c2cd-edfc-4057-be10-75858098c663" providerId="ADAL" clId="{A1824FC7-00A9-4708-B7FB-71BF84356830}" dt="2026-05-11T15:36:28.484" v="3565"/>
          <ac:spMkLst>
            <pc:docMk/>
            <pc:sldMk cId="1820738130" sldId="278"/>
            <ac:spMk id="64" creationId="{619A6FAD-0668-4443-AF4B-57BC7D1268FB}"/>
          </ac:spMkLst>
        </pc:spChg>
        <pc:spChg chg="add mod">
          <ac:chgData name="Josué Silva de Morais" userId="f406c2cd-edfc-4057-be10-75858098c663" providerId="ADAL" clId="{A1824FC7-00A9-4708-B7FB-71BF84356830}" dt="2026-05-11T15:36:28.486" v="3568"/>
          <ac:spMkLst>
            <pc:docMk/>
            <pc:sldMk cId="1820738130" sldId="278"/>
            <ac:spMk id="65" creationId="{F546CA61-DBE3-4B7B-9B94-2E047F43CC1C}"/>
          </ac:spMkLst>
        </pc:spChg>
        <pc:spChg chg="add mod">
          <ac:chgData name="Josué Silva de Morais" userId="f406c2cd-edfc-4057-be10-75858098c663" providerId="ADAL" clId="{A1824FC7-00A9-4708-B7FB-71BF84356830}" dt="2026-05-11T15:36:28.489" v="3571"/>
          <ac:spMkLst>
            <pc:docMk/>
            <pc:sldMk cId="1820738130" sldId="278"/>
            <ac:spMk id="66" creationId="{475EC0FE-C6C8-4B87-B62D-FF36EDD18A8A}"/>
          </ac:spMkLst>
        </pc:spChg>
        <pc:spChg chg="add mod">
          <ac:chgData name="Josué Silva de Morais" userId="f406c2cd-edfc-4057-be10-75858098c663" providerId="ADAL" clId="{A1824FC7-00A9-4708-B7FB-71BF84356830}" dt="2026-05-11T15:36:28.494" v="3574"/>
          <ac:spMkLst>
            <pc:docMk/>
            <pc:sldMk cId="1820738130" sldId="278"/>
            <ac:spMk id="67" creationId="{CA966015-C8EE-492D-92B6-301061FC4BA1}"/>
          </ac:spMkLst>
        </pc:spChg>
        <pc:spChg chg="add mod">
          <ac:chgData name="Josué Silva de Morais" userId="f406c2cd-edfc-4057-be10-75858098c663" providerId="ADAL" clId="{A1824FC7-00A9-4708-B7FB-71BF84356830}" dt="2026-05-11T15:36:28.497" v="3577"/>
          <ac:spMkLst>
            <pc:docMk/>
            <pc:sldMk cId="1820738130" sldId="278"/>
            <ac:spMk id="68" creationId="{D37797A0-9C47-4AC0-AF9A-F521981FAD17}"/>
          </ac:spMkLst>
        </pc:spChg>
        <pc:spChg chg="add mod">
          <ac:chgData name="Josué Silva de Morais" userId="f406c2cd-edfc-4057-be10-75858098c663" providerId="ADAL" clId="{A1824FC7-00A9-4708-B7FB-71BF84356830}" dt="2026-05-11T15:36:28.501" v="3580"/>
          <ac:spMkLst>
            <pc:docMk/>
            <pc:sldMk cId="1820738130" sldId="278"/>
            <ac:spMk id="69" creationId="{FDF66513-1034-444F-9B91-D0F7C349CAE6}"/>
          </ac:spMkLst>
        </pc:spChg>
        <pc:spChg chg="add mod">
          <ac:chgData name="Josué Silva de Morais" userId="f406c2cd-edfc-4057-be10-75858098c663" providerId="ADAL" clId="{A1824FC7-00A9-4708-B7FB-71BF84356830}" dt="2026-05-11T15:36:28.503" v="3583"/>
          <ac:spMkLst>
            <pc:docMk/>
            <pc:sldMk cId="1820738130" sldId="278"/>
            <ac:spMk id="70" creationId="{F8649E4C-C1D2-4439-922D-6AC7C846BA40}"/>
          </ac:spMkLst>
        </pc:spChg>
        <pc:spChg chg="add mod">
          <ac:chgData name="Josué Silva de Morais" userId="f406c2cd-edfc-4057-be10-75858098c663" providerId="ADAL" clId="{A1824FC7-00A9-4708-B7FB-71BF84356830}" dt="2026-05-11T15:36:28.506" v="3586"/>
          <ac:spMkLst>
            <pc:docMk/>
            <pc:sldMk cId="1820738130" sldId="278"/>
            <ac:spMk id="71" creationId="{FABDB258-D205-4CCF-A8A9-BD3FBBF7F228}"/>
          </ac:spMkLst>
        </pc:spChg>
        <pc:spChg chg="add mod">
          <ac:chgData name="Josué Silva de Morais" userId="f406c2cd-edfc-4057-be10-75858098c663" providerId="ADAL" clId="{A1824FC7-00A9-4708-B7FB-71BF84356830}" dt="2026-05-11T15:36:28.511" v="3589"/>
          <ac:spMkLst>
            <pc:docMk/>
            <pc:sldMk cId="1820738130" sldId="278"/>
            <ac:spMk id="72" creationId="{7F3BF941-75D7-4435-8387-E09759DAFD41}"/>
          </ac:spMkLst>
        </pc:spChg>
        <pc:spChg chg="add mod">
          <ac:chgData name="Josué Silva de Morais" userId="f406c2cd-edfc-4057-be10-75858098c663" providerId="ADAL" clId="{A1824FC7-00A9-4708-B7FB-71BF84356830}" dt="2026-05-11T15:36:28.514" v="3592"/>
          <ac:spMkLst>
            <pc:docMk/>
            <pc:sldMk cId="1820738130" sldId="278"/>
            <ac:spMk id="73" creationId="{40A2C164-B285-4FA8-AA79-6A1C9F949A3E}"/>
          </ac:spMkLst>
        </pc:spChg>
        <pc:spChg chg="add mod">
          <ac:chgData name="Josué Silva de Morais" userId="f406c2cd-edfc-4057-be10-75858098c663" providerId="ADAL" clId="{A1824FC7-00A9-4708-B7FB-71BF84356830}" dt="2026-05-11T15:36:28.518" v="3595"/>
          <ac:spMkLst>
            <pc:docMk/>
            <pc:sldMk cId="1820738130" sldId="278"/>
            <ac:spMk id="74" creationId="{2AF34F6B-90E6-4912-BB1F-0253BBC62D00}"/>
          </ac:spMkLst>
        </pc:spChg>
        <pc:spChg chg="add mod">
          <ac:chgData name="Josué Silva de Morais" userId="f406c2cd-edfc-4057-be10-75858098c663" providerId="ADAL" clId="{A1824FC7-00A9-4708-B7FB-71BF84356830}" dt="2026-05-11T15:36:28.521" v="3598"/>
          <ac:spMkLst>
            <pc:docMk/>
            <pc:sldMk cId="1820738130" sldId="278"/>
            <ac:spMk id="75" creationId="{9A607D52-B9E0-48DB-84F5-636D3C92FBEC}"/>
          </ac:spMkLst>
        </pc:spChg>
        <pc:spChg chg="add mod">
          <ac:chgData name="Josué Silva de Morais" userId="f406c2cd-edfc-4057-be10-75858098c663" providerId="ADAL" clId="{A1824FC7-00A9-4708-B7FB-71BF84356830}" dt="2026-05-11T15:36:28.525" v="3601"/>
          <ac:spMkLst>
            <pc:docMk/>
            <pc:sldMk cId="1820738130" sldId="278"/>
            <ac:spMk id="76" creationId="{F1D471CC-CD32-4D2D-9F45-B67F3FC41C3B}"/>
          </ac:spMkLst>
        </pc:spChg>
        <pc:spChg chg="add mod">
          <ac:chgData name="Josué Silva de Morais" userId="f406c2cd-edfc-4057-be10-75858098c663" providerId="ADAL" clId="{A1824FC7-00A9-4708-B7FB-71BF84356830}" dt="2026-05-11T15:36:28.531" v="3604"/>
          <ac:spMkLst>
            <pc:docMk/>
            <pc:sldMk cId="1820738130" sldId="278"/>
            <ac:spMk id="77" creationId="{A66EDCD4-C972-45AC-9616-3040E64526AA}"/>
          </ac:spMkLst>
        </pc:spChg>
        <pc:spChg chg="add mod">
          <ac:chgData name="Josué Silva de Morais" userId="f406c2cd-edfc-4057-be10-75858098c663" providerId="ADAL" clId="{A1824FC7-00A9-4708-B7FB-71BF84356830}" dt="2026-05-11T15:36:28.537" v="3610"/>
          <ac:spMkLst>
            <pc:docMk/>
            <pc:sldMk cId="1820738130" sldId="278"/>
            <ac:spMk id="78" creationId="{8D2725F7-B282-46F0-98BB-0C72810D7D7A}"/>
          </ac:spMkLst>
        </pc:spChg>
        <pc:spChg chg="add mod">
          <ac:chgData name="Josué Silva de Morais" userId="f406c2cd-edfc-4057-be10-75858098c663" providerId="ADAL" clId="{A1824FC7-00A9-4708-B7FB-71BF84356830}" dt="2026-05-11T15:36:28.547" v="3616"/>
          <ac:spMkLst>
            <pc:docMk/>
            <pc:sldMk cId="1820738130" sldId="278"/>
            <ac:spMk id="79" creationId="{5E1CD215-BFBE-4B01-9134-F7FC988B5FDB}"/>
          </ac:spMkLst>
        </pc:spChg>
        <pc:spChg chg="add mod">
          <ac:chgData name="Josué Silva de Morais" userId="f406c2cd-edfc-4057-be10-75858098c663" providerId="ADAL" clId="{A1824FC7-00A9-4708-B7FB-71BF84356830}" dt="2026-05-11T15:36:28.554" v="3622"/>
          <ac:spMkLst>
            <pc:docMk/>
            <pc:sldMk cId="1820738130" sldId="278"/>
            <ac:spMk id="80" creationId="{52CE6AD5-61B0-46F8-B6A0-C07BCCC8409E}"/>
          </ac:spMkLst>
        </pc:spChg>
        <pc:spChg chg="add mod">
          <ac:chgData name="Josué Silva de Morais" userId="f406c2cd-edfc-4057-be10-75858098c663" providerId="ADAL" clId="{A1824FC7-00A9-4708-B7FB-71BF84356830}" dt="2026-05-11T15:36:28.562" v="3628"/>
          <ac:spMkLst>
            <pc:docMk/>
            <pc:sldMk cId="1820738130" sldId="278"/>
            <ac:spMk id="81" creationId="{1D919A4B-6198-498A-9FB2-0140BF78568C}"/>
          </ac:spMkLst>
        </pc:spChg>
        <pc:spChg chg="add mod">
          <ac:chgData name="Josué Silva de Morais" userId="f406c2cd-edfc-4057-be10-75858098c663" providerId="ADAL" clId="{A1824FC7-00A9-4708-B7FB-71BF84356830}" dt="2026-05-11T15:36:28.569" v="3634"/>
          <ac:spMkLst>
            <pc:docMk/>
            <pc:sldMk cId="1820738130" sldId="278"/>
            <ac:spMk id="82" creationId="{70AC630A-9406-4E36-AD73-8925721278E1}"/>
          </ac:spMkLst>
        </pc:spChg>
        <pc:spChg chg="add mod">
          <ac:chgData name="Josué Silva de Morais" userId="f406c2cd-edfc-4057-be10-75858098c663" providerId="ADAL" clId="{A1824FC7-00A9-4708-B7FB-71BF84356830}" dt="2026-05-11T15:36:28.574" v="3640"/>
          <ac:spMkLst>
            <pc:docMk/>
            <pc:sldMk cId="1820738130" sldId="278"/>
            <ac:spMk id="83" creationId="{4C168146-85D3-454F-B77D-63F2EE26E615}"/>
          </ac:spMkLst>
        </pc:spChg>
        <pc:spChg chg="add mod">
          <ac:chgData name="Josué Silva de Morais" userId="f406c2cd-edfc-4057-be10-75858098c663" providerId="ADAL" clId="{A1824FC7-00A9-4708-B7FB-71BF84356830}" dt="2026-05-11T15:36:28.584" v="3646"/>
          <ac:spMkLst>
            <pc:docMk/>
            <pc:sldMk cId="1820738130" sldId="278"/>
            <ac:spMk id="84" creationId="{78DFF75F-E36B-4047-B11D-40D61E6F7A47}"/>
          </ac:spMkLst>
        </pc:spChg>
        <pc:spChg chg="add mod">
          <ac:chgData name="Josué Silva de Morais" userId="f406c2cd-edfc-4057-be10-75858098c663" providerId="ADAL" clId="{A1824FC7-00A9-4708-B7FB-71BF84356830}" dt="2026-05-11T15:36:28.590" v="3652"/>
          <ac:spMkLst>
            <pc:docMk/>
            <pc:sldMk cId="1820738130" sldId="278"/>
            <ac:spMk id="85" creationId="{EDCE8DFD-E90F-47CB-887D-44426216BEA0}"/>
          </ac:spMkLst>
        </pc:spChg>
        <pc:spChg chg="add mod">
          <ac:chgData name="Josué Silva de Morais" userId="f406c2cd-edfc-4057-be10-75858098c663" providerId="ADAL" clId="{A1824FC7-00A9-4708-B7FB-71BF84356830}" dt="2026-05-11T15:36:28.599" v="3659"/>
          <ac:spMkLst>
            <pc:docMk/>
            <pc:sldMk cId="1820738130" sldId="278"/>
            <ac:spMk id="86" creationId="{DF327079-779B-424C-82F0-3FF8C1F6D1AE}"/>
          </ac:spMkLst>
        </pc:spChg>
        <pc:spChg chg="add mod">
          <ac:chgData name="Josué Silva de Morais" userId="f406c2cd-edfc-4057-be10-75858098c663" providerId="ADAL" clId="{A1824FC7-00A9-4708-B7FB-71BF84356830}" dt="2026-05-11T15:36:28.606" v="3666"/>
          <ac:spMkLst>
            <pc:docMk/>
            <pc:sldMk cId="1820738130" sldId="278"/>
            <ac:spMk id="87" creationId="{5D710810-F2F2-4AB3-ABEA-155EC0A54816}"/>
          </ac:spMkLst>
        </pc:spChg>
        <pc:spChg chg="add mod">
          <ac:chgData name="Josué Silva de Morais" userId="f406c2cd-edfc-4057-be10-75858098c663" providerId="ADAL" clId="{A1824FC7-00A9-4708-B7FB-71BF84356830}" dt="2026-05-11T15:36:28.615" v="3672"/>
          <ac:spMkLst>
            <pc:docMk/>
            <pc:sldMk cId="1820738130" sldId="278"/>
            <ac:spMk id="88" creationId="{1617D3B2-D439-4E3B-ABDF-D19FC1D78ADE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6:57.186" v="4256"/>
        <pc:sldMkLst>
          <pc:docMk/>
          <pc:sldMk cId="1449152946" sldId="279"/>
        </pc:sldMkLst>
        <pc:spChg chg="add mod">
          <ac:chgData name="Josué Silva de Morais" userId="f406c2cd-edfc-4057-be10-75858098c663" providerId="ADAL" clId="{A1824FC7-00A9-4708-B7FB-71BF84356830}" dt="2026-05-11T15:36:56.467" v="3676"/>
          <ac:spMkLst>
            <pc:docMk/>
            <pc:sldMk cId="1449152946" sldId="279"/>
            <ac:spMk id="2" creationId="{9A4E95DA-5E55-466D-AD03-FD83EAF71C37}"/>
          </ac:spMkLst>
        </pc:spChg>
        <pc:spChg chg="add mod">
          <ac:chgData name="Josué Silva de Morais" userId="f406c2cd-edfc-4057-be10-75858098c663" providerId="ADAL" clId="{A1824FC7-00A9-4708-B7FB-71BF84356830}" dt="2026-05-11T15:36:56.477" v="3683"/>
          <ac:spMkLst>
            <pc:docMk/>
            <pc:sldMk cId="1449152946" sldId="279"/>
            <ac:spMk id="3" creationId="{E757D4F8-D304-4549-A7E8-7E8A59450D27}"/>
          </ac:spMkLst>
        </pc:spChg>
        <pc:spChg chg="add mod">
          <ac:chgData name="Josué Silva de Morais" userId="f406c2cd-edfc-4057-be10-75858098c663" providerId="ADAL" clId="{A1824FC7-00A9-4708-B7FB-71BF84356830}" dt="2026-05-11T15:36:56.485" v="3689"/>
          <ac:spMkLst>
            <pc:docMk/>
            <pc:sldMk cId="1449152946" sldId="279"/>
            <ac:spMk id="4" creationId="{CB1A1A05-FFA8-4E51-83DC-DE6D5550613D}"/>
          </ac:spMkLst>
        </pc:spChg>
        <pc:spChg chg="add mod">
          <ac:chgData name="Josué Silva de Morais" userId="f406c2cd-edfc-4057-be10-75858098c663" providerId="ADAL" clId="{A1824FC7-00A9-4708-B7FB-71BF84356830}" dt="2026-05-11T15:36:56.490" v="3693"/>
          <ac:spMkLst>
            <pc:docMk/>
            <pc:sldMk cId="1449152946" sldId="279"/>
            <ac:spMk id="5" creationId="{4975FC4F-E757-4E2E-9A6B-9E9B833584FA}"/>
          </ac:spMkLst>
        </pc:spChg>
        <pc:spChg chg="add mod">
          <ac:chgData name="Josué Silva de Morais" userId="f406c2cd-edfc-4057-be10-75858098c663" providerId="ADAL" clId="{A1824FC7-00A9-4708-B7FB-71BF84356830}" dt="2026-05-11T15:36:56.495" v="3696"/>
          <ac:spMkLst>
            <pc:docMk/>
            <pc:sldMk cId="1449152946" sldId="279"/>
            <ac:spMk id="6" creationId="{AC142987-5DA7-47C5-9361-40BB0477A193}"/>
          </ac:spMkLst>
        </pc:spChg>
        <pc:spChg chg="add mod">
          <ac:chgData name="Josué Silva de Morais" userId="f406c2cd-edfc-4057-be10-75858098c663" providerId="ADAL" clId="{A1824FC7-00A9-4708-B7FB-71BF84356830}" dt="2026-05-11T15:36:56.502" v="3703"/>
          <ac:spMkLst>
            <pc:docMk/>
            <pc:sldMk cId="1449152946" sldId="279"/>
            <ac:spMk id="7" creationId="{49798DD7-D8BF-469B-B6A5-9DD7E939BCF5}"/>
          </ac:spMkLst>
        </pc:spChg>
        <pc:spChg chg="add mod">
          <ac:chgData name="Josué Silva de Morais" userId="f406c2cd-edfc-4057-be10-75858098c663" providerId="ADAL" clId="{A1824FC7-00A9-4708-B7FB-71BF84356830}" dt="2026-05-11T15:36:56.515" v="3710"/>
          <ac:spMkLst>
            <pc:docMk/>
            <pc:sldMk cId="1449152946" sldId="279"/>
            <ac:spMk id="8" creationId="{66231D61-3E97-4548-83F1-816FBF470D34}"/>
          </ac:spMkLst>
        </pc:spChg>
        <pc:spChg chg="add mod">
          <ac:chgData name="Josué Silva de Morais" userId="f406c2cd-edfc-4057-be10-75858098c663" providerId="ADAL" clId="{A1824FC7-00A9-4708-B7FB-71BF84356830}" dt="2026-05-11T15:36:56.523" v="3717"/>
          <ac:spMkLst>
            <pc:docMk/>
            <pc:sldMk cId="1449152946" sldId="279"/>
            <ac:spMk id="9" creationId="{4CE045EC-9D6A-4672-A296-D350B7515F85}"/>
          </ac:spMkLst>
        </pc:spChg>
        <pc:spChg chg="add mod">
          <ac:chgData name="Josué Silva de Morais" userId="f406c2cd-edfc-4057-be10-75858098c663" providerId="ADAL" clId="{A1824FC7-00A9-4708-B7FB-71BF84356830}" dt="2026-05-11T15:36:56.535" v="3724"/>
          <ac:spMkLst>
            <pc:docMk/>
            <pc:sldMk cId="1449152946" sldId="279"/>
            <ac:spMk id="10" creationId="{23C9A7D6-960A-4501-B438-6D15F8090D04}"/>
          </ac:spMkLst>
        </pc:spChg>
        <pc:spChg chg="add mod">
          <ac:chgData name="Josué Silva de Morais" userId="f406c2cd-edfc-4057-be10-75858098c663" providerId="ADAL" clId="{A1824FC7-00A9-4708-B7FB-71BF84356830}" dt="2026-05-11T15:36:56.543" v="3727"/>
          <ac:spMkLst>
            <pc:docMk/>
            <pc:sldMk cId="1449152946" sldId="279"/>
            <ac:spMk id="11" creationId="{E10B5409-CDD3-4D9B-8141-09B05F0A51C6}"/>
          </ac:spMkLst>
        </pc:spChg>
        <pc:spChg chg="add mod">
          <ac:chgData name="Josué Silva de Morais" userId="f406c2cd-edfc-4057-be10-75858098c663" providerId="ADAL" clId="{A1824FC7-00A9-4708-B7FB-71BF84356830}" dt="2026-05-11T15:36:56.548" v="3730"/>
          <ac:spMkLst>
            <pc:docMk/>
            <pc:sldMk cId="1449152946" sldId="279"/>
            <ac:spMk id="12" creationId="{3AFB1412-A950-490A-BAF3-ACB371D3E49F}"/>
          </ac:spMkLst>
        </pc:spChg>
        <pc:spChg chg="add mod">
          <ac:chgData name="Josué Silva de Morais" userId="f406c2cd-edfc-4057-be10-75858098c663" providerId="ADAL" clId="{A1824FC7-00A9-4708-B7FB-71BF84356830}" dt="2026-05-11T15:36:56.553" v="3733"/>
          <ac:spMkLst>
            <pc:docMk/>
            <pc:sldMk cId="1449152946" sldId="279"/>
            <ac:spMk id="13" creationId="{A7F3BCCD-FF22-4BF8-9E20-3C063E777596}"/>
          </ac:spMkLst>
        </pc:spChg>
        <pc:spChg chg="add mod">
          <ac:chgData name="Josué Silva de Morais" userId="f406c2cd-edfc-4057-be10-75858098c663" providerId="ADAL" clId="{A1824FC7-00A9-4708-B7FB-71BF84356830}" dt="2026-05-11T15:36:56.559" v="3736"/>
          <ac:spMkLst>
            <pc:docMk/>
            <pc:sldMk cId="1449152946" sldId="279"/>
            <ac:spMk id="14" creationId="{CA2DD489-A952-4675-8080-FD27F8F359AB}"/>
          </ac:spMkLst>
        </pc:spChg>
        <pc:spChg chg="add mod">
          <ac:chgData name="Josué Silva de Morais" userId="f406c2cd-edfc-4057-be10-75858098c663" providerId="ADAL" clId="{A1824FC7-00A9-4708-B7FB-71BF84356830}" dt="2026-05-11T15:36:56.564" v="3739"/>
          <ac:spMkLst>
            <pc:docMk/>
            <pc:sldMk cId="1449152946" sldId="279"/>
            <ac:spMk id="15" creationId="{A5D4A56F-6496-442A-95A5-F3C0F669125D}"/>
          </ac:spMkLst>
        </pc:spChg>
        <pc:spChg chg="add mod">
          <ac:chgData name="Josué Silva de Morais" userId="f406c2cd-edfc-4057-be10-75858098c663" providerId="ADAL" clId="{A1824FC7-00A9-4708-B7FB-71BF84356830}" dt="2026-05-11T15:36:56.570" v="3742"/>
          <ac:spMkLst>
            <pc:docMk/>
            <pc:sldMk cId="1449152946" sldId="279"/>
            <ac:spMk id="16" creationId="{53EC0359-CB0C-4BA9-B78F-677B3493CFB7}"/>
          </ac:spMkLst>
        </pc:spChg>
        <pc:spChg chg="add mod">
          <ac:chgData name="Josué Silva de Morais" userId="f406c2cd-edfc-4057-be10-75858098c663" providerId="ADAL" clId="{A1824FC7-00A9-4708-B7FB-71BF84356830}" dt="2026-05-11T15:36:56.577" v="3745"/>
          <ac:spMkLst>
            <pc:docMk/>
            <pc:sldMk cId="1449152946" sldId="279"/>
            <ac:spMk id="17" creationId="{B271C2CC-AA2A-4D7C-8B28-4FC2587DD937}"/>
          </ac:spMkLst>
        </pc:spChg>
        <pc:spChg chg="add mod">
          <ac:chgData name="Josué Silva de Morais" userId="f406c2cd-edfc-4057-be10-75858098c663" providerId="ADAL" clId="{A1824FC7-00A9-4708-B7FB-71BF84356830}" dt="2026-05-11T15:36:56.582" v="3748"/>
          <ac:spMkLst>
            <pc:docMk/>
            <pc:sldMk cId="1449152946" sldId="279"/>
            <ac:spMk id="18" creationId="{4C80D4F8-52E0-492B-B6D4-ADBAF6106D71}"/>
          </ac:spMkLst>
        </pc:spChg>
        <pc:spChg chg="add mod">
          <ac:chgData name="Josué Silva de Morais" userId="f406c2cd-edfc-4057-be10-75858098c663" providerId="ADAL" clId="{A1824FC7-00A9-4708-B7FB-71BF84356830}" dt="2026-05-11T15:36:56.587" v="3751"/>
          <ac:spMkLst>
            <pc:docMk/>
            <pc:sldMk cId="1449152946" sldId="279"/>
            <ac:spMk id="19" creationId="{65637FA1-C80E-4CAC-918A-EFFF8A116118}"/>
          </ac:spMkLst>
        </pc:spChg>
        <pc:spChg chg="add mod">
          <ac:chgData name="Josué Silva de Morais" userId="f406c2cd-edfc-4057-be10-75858098c663" providerId="ADAL" clId="{A1824FC7-00A9-4708-B7FB-71BF84356830}" dt="2026-05-11T15:36:56.593" v="3754"/>
          <ac:spMkLst>
            <pc:docMk/>
            <pc:sldMk cId="1449152946" sldId="279"/>
            <ac:spMk id="20" creationId="{294BB4D0-62AF-41A0-BB77-107CE9D3E618}"/>
          </ac:spMkLst>
        </pc:spChg>
        <pc:spChg chg="add mod">
          <ac:chgData name="Josué Silva de Morais" userId="f406c2cd-edfc-4057-be10-75858098c663" providerId="ADAL" clId="{A1824FC7-00A9-4708-B7FB-71BF84356830}" dt="2026-05-11T15:36:56.596" v="3757"/>
          <ac:spMkLst>
            <pc:docMk/>
            <pc:sldMk cId="1449152946" sldId="279"/>
            <ac:spMk id="21" creationId="{FEBB4BE0-755B-4602-A75B-2224113B716C}"/>
          </ac:spMkLst>
        </pc:spChg>
        <pc:spChg chg="add mod">
          <ac:chgData name="Josué Silva de Morais" userId="f406c2cd-edfc-4057-be10-75858098c663" providerId="ADAL" clId="{A1824FC7-00A9-4708-B7FB-71BF84356830}" dt="2026-05-11T15:36:56.601" v="3760"/>
          <ac:spMkLst>
            <pc:docMk/>
            <pc:sldMk cId="1449152946" sldId="279"/>
            <ac:spMk id="22" creationId="{4B608F53-93DB-42CD-A8AB-B384FEB733A1}"/>
          </ac:spMkLst>
        </pc:spChg>
        <pc:spChg chg="add mod">
          <ac:chgData name="Josué Silva de Morais" userId="f406c2cd-edfc-4057-be10-75858098c663" providerId="ADAL" clId="{A1824FC7-00A9-4708-B7FB-71BF84356830}" dt="2026-05-11T15:36:56.607" v="3763"/>
          <ac:spMkLst>
            <pc:docMk/>
            <pc:sldMk cId="1449152946" sldId="279"/>
            <ac:spMk id="23" creationId="{E4C71DB5-714C-4015-9137-10C3D07F47A1}"/>
          </ac:spMkLst>
        </pc:spChg>
        <pc:spChg chg="add mod">
          <ac:chgData name="Josué Silva de Morais" userId="f406c2cd-edfc-4057-be10-75858098c663" providerId="ADAL" clId="{A1824FC7-00A9-4708-B7FB-71BF84356830}" dt="2026-05-11T15:36:56.612" v="3766"/>
          <ac:spMkLst>
            <pc:docMk/>
            <pc:sldMk cId="1449152946" sldId="279"/>
            <ac:spMk id="24" creationId="{6678A736-A010-4C31-8C28-9A961647F5B6}"/>
          </ac:spMkLst>
        </pc:spChg>
        <pc:spChg chg="add mod">
          <ac:chgData name="Josué Silva de Morais" userId="f406c2cd-edfc-4057-be10-75858098c663" providerId="ADAL" clId="{A1824FC7-00A9-4708-B7FB-71BF84356830}" dt="2026-05-11T15:36:56.615" v="3769"/>
          <ac:spMkLst>
            <pc:docMk/>
            <pc:sldMk cId="1449152946" sldId="279"/>
            <ac:spMk id="25" creationId="{0CD6D3EF-2B24-4188-BD3D-7616B6883786}"/>
          </ac:spMkLst>
        </pc:spChg>
        <pc:spChg chg="add mod">
          <ac:chgData name="Josué Silva de Morais" userId="f406c2cd-edfc-4057-be10-75858098c663" providerId="ADAL" clId="{A1824FC7-00A9-4708-B7FB-71BF84356830}" dt="2026-05-11T15:36:56.617" v="3772"/>
          <ac:spMkLst>
            <pc:docMk/>
            <pc:sldMk cId="1449152946" sldId="279"/>
            <ac:spMk id="26" creationId="{DAD5F4A5-9BED-475A-8423-378EB9E934B5}"/>
          </ac:spMkLst>
        </pc:spChg>
        <pc:spChg chg="add mod">
          <ac:chgData name="Josué Silva de Morais" userId="f406c2cd-edfc-4057-be10-75858098c663" providerId="ADAL" clId="{A1824FC7-00A9-4708-B7FB-71BF84356830}" dt="2026-05-11T15:36:56.622" v="3775"/>
          <ac:spMkLst>
            <pc:docMk/>
            <pc:sldMk cId="1449152946" sldId="279"/>
            <ac:spMk id="27" creationId="{845A644F-2D18-4BBC-8D4E-90291971DE24}"/>
          </ac:spMkLst>
        </pc:spChg>
        <pc:spChg chg="add mod">
          <ac:chgData name="Josué Silva de Morais" userId="f406c2cd-edfc-4057-be10-75858098c663" providerId="ADAL" clId="{A1824FC7-00A9-4708-B7FB-71BF84356830}" dt="2026-05-11T15:36:56.627" v="3778"/>
          <ac:spMkLst>
            <pc:docMk/>
            <pc:sldMk cId="1449152946" sldId="279"/>
            <ac:spMk id="28" creationId="{A5E0BF35-C75D-49CC-AACC-636CECD3ED75}"/>
          </ac:spMkLst>
        </pc:spChg>
        <pc:spChg chg="add mod">
          <ac:chgData name="Josué Silva de Morais" userId="f406c2cd-edfc-4057-be10-75858098c663" providerId="ADAL" clId="{A1824FC7-00A9-4708-B7FB-71BF84356830}" dt="2026-05-11T15:36:56.631" v="3781"/>
          <ac:spMkLst>
            <pc:docMk/>
            <pc:sldMk cId="1449152946" sldId="279"/>
            <ac:spMk id="29" creationId="{9975C181-7687-4428-AFAE-04E4275D7490}"/>
          </ac:spMkLst>
        </pc:spChg>
        <pc:spChg chg="add mod">
          <ac:chgData name="Josué Silva de Morais" userId="f406c2cd-edfc-4057-be10-75858098c663" providerId="ADAL" clId="{A1824FC7-00A9-4708-B7FB-71BF84356830}" dt="2026-05-11T15:36:56.634" v="3784"/>
          <ac:spMkLst>
            <pc:docMk/>
            <pc:sldMk cId="1449152946" sldId="279"/>
            <ac:spMk id="30" creationId="{9A82954B-CDA4-41E7-A22D-F4F543CD5AC2}"/>
          </ac:spMkLst>
        </pc:spChg>
        <pc:spChg chg="add mod">
          <ac:chgData name="Josué Silva de Morais" userId="f406c2cd-edfc-4057-be10-75858098c663" providerId="ADAL" clId="{A1824FC7-00A9-4708-B7FB-71BF84356830}" dt="2026-05-11T15:36:56.637" v="3787"/>
          <ac:spMkLst>
            <pc:docMk/>
            <pc:sldMk cId="1449152946" sldId="279"/>
            <ac:spMk id="31" creationId="{1D0C8AB6-DFAE-4720-AA1D-E18A4DC09CAE}"/>
          </ac:spMkLst>
        </pc:spChg>
        <pc:spChg chg="add mod">
          <ac:chgData name="Josué Silva de Morais" userId="f406c2cd-edfc-4057-be10-75858098c663" providerId="ADAL" clId="{A1824FC7-00A9-4708-B7FB-71BF84356830}" dt="2026-05-11T15:36:56.642" v="3790"/>
          <ac:spMkLst>
            <pc:docMk/>
            <pc:sldMk cId="1449152946" sldId="279"/>
            <ac:spMk id="32" creationId="{E662934B-AA59-4FA9-BB1A-5949DCFBF4E6}"/>
          </ac:spMkLst>
        </pc:spChg>
        <pc:spChg chg="add mod">
          <ac:chgData name="Josué Silva de Morais" userId="f406c2cd-edfc-4057-be10-75858098c663" providerId="ADAL" clId="{A1824FC7-00A9-4708-B7FB-71BF84356830}" dt="2026-05-11T15:36:56.645" v="3793"/>
          <ac:spMkLst>
            <pc:docMk/>
            <pc:sldMk cId="1449152946" sldId="279"/>
            <ac:spMk id="33" creationId="{FDEDF80E-C26C-44B6-AE47-58F79EC1FACD}"/>
          </ac:spMkLst>
        </pc:spChg>
        <pc:spChg chg="add mod">
          <ac:chgData name="Josué Silva de Morais" userId="f406c2cd-edfc-4057-be10-75858098c663" providerId="ADAL" clId="{A1824FC7-00A9-4708-B7FB-71BF84356830}" dt="2026-05-11T15:36:56.648" v="3796"/>
          <ac:spMkLst>
            <pc:docMk/>
            <pc:sldMk cId="1449152946" sldId="279"/>
            <ac:spMk id="34" creationId="{CAD09D5A-5D02-4E67-82EE-07AF8D37A9E1}"/>
          </ac:spMkLst>
        </pc:spChg>
        <pc:spChg chg="add mod">
          <ac:chgData name="Josué Silva de Morais" userId="f406c2cd-edfc-4057-be10-75858098c663" providerId="ADAL" clId="{A1824FC7-00A9-4708-B7FB-71BF84356830}" dt="2026-05-11T15:36:56.651" v="3799"/>
          <ac:spMkLst>
            <pc:docMk/>
            <pc:sldMk cId="1449152946" sldId="279"/>
            <ac:spMk id="35" creationId="{D98B2980-F049-4CC9-8AFF-E07477B4E234}"/>
          </ac:spMkLst>
        </pc:spChg>
        <pc:spChg chg="add mod">
          <ac:chgData name="Josué Silva de Morais" userId="f406c2cd-edfc-4057-be10-75858098c663" providerId="ADAL" clId="{A1824FC7-00A9-4708-B7FB-71BF84356830}" dt="2026-05-11T15:36:56.660" v="3805"/>
          <ac:spMkLst>
            <pc:docMk/>
            <pc:sldMk cId="1449152946" sldId="279"/>
            <ac:spMk id="36" creationId="{0AD3BA46-3EA0-4913-9CBC-06C5ADD531B7}"/>
          </ac:spMkLst>
        </pc:spChg>
        <pc:spChg chg="add mod">
          <ac:chgData name="Josué Silva de Morais" userId="f406c2cd-edfc-4057-be10-75858098c663" providerId="ADAL" clId="{A1824FC7-00A9-4708-B7FB-71BF84356830}" dt="2026-05-11T15:36:56.666" v="3811"/>
          <ac:spMkLst>
            <pc:docMk/>
            <pc:sldMk cId="1449152946" sldId="279"/>
            <ac:spMk id="37" creationId="{5E5CB0F6-A02C-415B-8F36-320FB7A6EAF3}"/>
          </ac:spMkLst>
        </pc:spChg>
        <pc:spChg chg="add mod">
          <ac:chgData name="Josué Silva de Morais" userId="f406c2cd-edfc-4057-be10-75858098c663" providerId="ADAL" clId="{A1824FC7-00A9-4708-B7FB-71BF84356830}" dt="2026-05-11T15:36:56.673" v="3817"/>
          <ac:spMkLst>
            <pc:docMk/>
            <pc:sldMk cId="1449152946" sldId="279"/>
            <ac:spMk id="38" creationId="{6ACB8EB2-19F3-4154-8A51-B93B2C6BBA22}"/>
          </ac:spMkLst>
        </pc:spChg>
        <pc:spChg chg="add mod">
          <ac:chgData name="Josué Silva de Morais" userId="f406c2cd-edfc-4057-be10-75858098c663" providerId="ADAL" clId="{A1824FC7-00A9-4708-B7FB-71BF84356830}" dt="2026-05-11T15:36:56.680" v="3823"/>
          <ac:spMkLst>
            <pc:docMk/>
            <pc:sldMk cId="1449152946" sldId="279"/>
            <ac:spMk id="39" creationId="{866F444A-7B0C-4EB7-8077-E961FC6371FA}"/>
          </ac:spMkLst>
        </pc:spChg>
        <pc:spChg chg="add mod">
          <ac:chgData name="Josué Silva de Morais" userId="f406c2cd-edfc-4057-be10-75858098c663" providerId="ADAL" clId="{A1824FC7-00A9-4708-B7FB-71BF84356830}" dt="2026-05-11T15:36:56.685" v="3829"/>
          <ac:spMkLst>
            <pc:docMk/>
            <pc:sldMk cId="1449152946" sldId="279"/>
            <ac:spMk id="40" creationId="{8D943471-589E-4D2B-9C21-98C4315E25F0}"/>
          </ac:spMkLst>
        </pc:spChg>
        <pc:spChg chg="add mod">
          <ac:chgData name="Josué Silva de Morais" userId="f406c2cd-edfc-4057-be10-75858098c663" providerId="ADAL" clId="{A1824FC7-00A9-4708-B7FB-71BF84356830}" dt="2026-05-11T15:36:56.691" v="3833"/>
          <ac:spMkLst>
            <pc:docMk/>
            <pc:sldMk cId="1449152946" sldId="279"/>
            <ac:spMk id="41" creationId="{8BBCCD89-C5D1-45AA-8FA3-87551CC694E8}"/>
          </ac:spMkLst>
        </pc:spChg>
        <pc:spChg chg="add mod">
          <ac:chgData name="Josué Silva de Morais" userId="f406c2cd-edfc-4057-be10-75858098c663" providerId="ADAL" clId="{A1824FC7-00A9-4708-B7FB-71BF84356830}" dt="2026-05-11T15:36:56.696" v="3836"/>
          <ac:spMkLst>
            <pc:docMk/>
            <pc:sldMk cId="1449152946" sldId="279"/>
            <ac:spMk id="42" creationId="{EA0D8760-5CA4-4A2A-A81E-7F0D03DCE3E8}"/>
          </ac:spMkLst>
        </pc:spChg>
        <pc:spChg chg="add mod">
          <ac:chgData name="Josué Silva de Morais" userId="f406c2cd-edfc-4057-be10-75858098c663" providerId="ADAL" clId="{A1824FC7-00A9-4708-B7FB-71BF84356830}" dt="2026-05-11T15:36:56.706" v="3843"/>
          <ac:spMkLst>
            <pc:docMk/>
            <pc:sldMk cId="1449152946" sldId="279"/>
            <ac:spMk id="43" creationId="{5FD6606B-35E3-4E82-97CD-2866540C3EE2}"/>
          </ac:spMkLst>
        </pc:spChg>
        <pc:spChg chg="add mod">
          <ac:chgData name="Josué Silva de Morais" userId="f406c2cd-edfc-4057-be10-75858098c663" providerId="ADAL" clId="{A1824FC7-00A9-4708-B7FB-71BF84356830}" dt="2026-05-11T15:36:56.714" v="3850"/>
          <ac:spMkLst>
            <pc:docMk/>
            <pc:sldMk cId="1449152946" sldId="279"/>
            <ac:spMk id="44" creationId="{DBFBDFA5-13ED-45F6-A737-06799C3C6BED}"/>
          </ac:spMkLst>
        </pc:spChg>
        <pc:spChg chg="add mod">
          <ac:chgData name="Josué Silva de Morais" userId="f406c2cd-edfc-4057-be10-75858098c663" providerId="ADAL" clId="{A1824FC7-00A9-4708-B7FB-71BF84356830}" dt="2026-05-11T15:36:56.720" v="3857"/>
          <ac:spMkLst>
            <pc:docMk/>
            <pc:sldMk cId="1449152946" sldId="279"/>
            <ac:spMk id="45" creationId="{F23632DE-71B1-47EB-B5D3-362E69A8BD2E}"/>
          </ac:spMkLst>
        </pc:spChg>
        <pc:spChg chg="add mod">
          <ac:chgData name="Josué Silva de Morais" userId="f406c2cd-edfc-4057-be10-75858098c663" providerId="ADAL" clId="{A1824FC7-00A9-4708-B7FB-71BF84356830}" dt="2026-05-11T15:36:56.731" v="3864"/>
          <ac:spMkLst>
            <pc:docMk/>
            <pc:sldMk cId="1449152946" sldId="279"/>
            <ac:spMk id="46" creationId="{4179D72E-D583-4419-B94B-C479C6E7250D}"/>
          </ac:spMkLst>
        </pc:spChg>
        <pc:spChg chg="add mod">
          <ac:chgData name="Josué Silva de Morais" userId="f406c2cd-edfc-4057-be10-75858098c663" providerId="ADAL" clId="{A1824FC7-00A9-4708-B7FB-71BF84356830}" dt="2026-05-11T15:36:56.733" v="3867"/>
          <ac:spMkLst>
            <pc:docMk/>
            <pc:sldMk cId="1449152946" sldId="279"/>
            <ac:spMk id="47" creationId="{3CED9207-D42B-435E-B042-0DADF8EF773C}"/>
          </ac:spMkLst>
        </pc:spChg>
        <pc:spChg chg="add mod">
          <ac:chgData name="Josué Silva de Morais" userId="f406c2cd-edfc-4057-be10-75858098c663" providerId="ADAL" clId="{A1824FC7-00A9-4708-B7FB-71BF84356830}" dt="2026-05-11T15:36:56.735" v="3870"/>
          <ac:spMkLst>
            <pc:docMk/>
            <pc:sldMk cId="1449152946" sldId="279"/>
            <ac:spMk id="48" creationId="{5D9D3EC4-535E-44C1-A925-03023196AB93}"/>
          </ac:spMkLst>
        </pc:spChg>
        <pc:spChg chg="add mod">
          <ac:chgData name="Josué Silva de Morais" userId="f406c2cd-edfc-4057-be10-75858098c663" providerId="ADAL" clId="{A1824FC7-00A9-4708-B7FB-71BF84356830}" dt="2026-05-11T15:36:56.740" v="3873"/>
          <ac:spMkLst>
            <pc:docMk/>
            <pc:sldMk cId="1449152946" sldId="279"/>
            <ac:spMk id="49" creationId="{FB0C9DE6-FD17-43BB-A512-4E01877A3033}"/>
          </ac:spMkLst>
        </pc:spChg>
        <pc:spChg chg="add mod">
          <ac:chgData name="Josué Silva de Morais" userId="f406c2cd-edfc-4057-be10-75858098c663" providerId="ADAL" clId="{A1824FC7-00A9-4708-B7FB-71BF84356830}" dt="2026-05-11T15:36:56.745" v="3876"/>
          <ac:spMkLst>
            <pc:docMk/>
            <pc:sldMk cId="1449152946" sldId="279"/>
            <ac:spMk id="50" creationId="{001C87CE-6017-4AE6-9AB1-95F0CDC2BB41}"/>
          </ac:spMkLst>
        </pc:spChg>
        <pc:spChg chg="add mod">
          <ac:chgData name="Josué Silva de Morais" userId="f406c2cd-edfc-4057-be10-75858098c663" providerId="ADAL" clId="{A1824FC7-00A9-4708-B7FB-71BF84356830}" dt="2026-05-11T15:36:56.748" v="3879"/>
          <ac:spMkLst>
            <pc:docMk/>
            <pc:sldMk cId="1449152946" sldId="279"/>
            <ac:spMk id="51" creationId="{6C96887C-FD97-45A0-BFCA-CBBFE3E35770}"/>
          </ac:spMkLst>
        </pc:spChg>
        <pc:spChg chg="add mod">
          <ac:chgData name="Josué Silva de Morais" userId="f406c2cd-edfc-4057-be10-75858098c663" providerId="ADAL" clId="{A1824FC7-00A9-4708-B7FB-71BF84356830}" dt="2026-05-11T15:36:56.751" v="3882"/>
          <ac:spMkLst>
            <pc:docMk/>
            <pc:sldMk cId="1449152946" sldId="279"/>
            <ac:spMk id="52" creationId="{B3E194EC-DFF6-4574-AC32-AD25FFD37FDF}"/>
          </ac:spMkLst>
        </pc:spChg>
        <pc:spChg chg="add mod">
          <ac:chgData name="Josué Silva de Morais" userId="f406c2cd-edfc-4057-be10-75858098c663" providerId="ADAL" clId="{A1824FC7-00A9-4708-B7FB-71BF84356830}" dt="2026-05-11T15:36:56.754" v="3885"/>
          <ac:spMkLst>
            <pc:docMk/>
            <pc:sldMk cId="1449152946" sldId="279"/>
            <ac:spMk id="53" creationId="{6DB1BE21-B96C-40F9-A1FF-EC7A0EAF4083}"/>
          </ac:spMkLst>
        </pc:spChg>
        <pc:spChg chg="add mod">
          <ac:chgData name="Josué Silva de Morais" userId="f406c2cd-edfc-4057-be10-75858098c663" providerId="ADAL" clId="{A1824FC7-00A9-4708-B7FB-71BF84356830}" dt="2026-05-11T15:36:56.759" v="3888"/>
          <ac:spMkLst>
            <pc:docMk/>
            <pc:sldMk cId="1449152946" sldId="279"/>
            <ac:spMk id="54" creationId="{D1A28361-B44E-4AD4-A0CE-8A25315A6EA5}"/>
          </ac:spMkLst>
        </pc:spChg>
        <pc:spChg chg="add mod">
          <ac:chgData name="Josué Silva de Morais" userId="f406c2cd-edfc-4057-be10-75858098c663" providerId="ADAL" clId="{A1824FC7-00A9-4708-B7FB-71BF84356830}" dt="2026-05-11T15:36:56.761" v="3891"/>
          <ac:spMkLst>
            <pc:docMk/>
            <pc:sldMk cId="1449152946" sldId="279"/>
            <ac:spMk id="55" creationId="{910B4AEA-F1E1-4407-B0DD-E24A4C75C2D8}"/>
          </ac:spMkLst>
        </pc:spChg>
        <pc:spChg chg="add mod">
          <ac:chgData name="Josué Silva de Morais" userId="f406c2cd-edfc-4057-be10-75858098c663" providerId="ADAL" clId="{A1824FC7-00A9-4708-B7FB-71BF84356830}" dt="2026-05-11T15:36:56.763" v="3894"/>
          <ac:spMkLst>
            <pc:docMk/>
            <pc:sldMk cId="1449152946" sldId="279"/>
            <ac:spMk id="56" creationId="{8E3DA8B2-0C06-49C4-B098-47CB3A78C101}"/>
          </ac:spMkLst>
        </pc:spChg>
        <pc:spChg chg="add mod">
          <ac:chgData name="Josué Silva de Morais" userId="f406c2cd-edfc-4057-be10-75858098c663" providerId="ADAL" clId="{A1824FC7-00A9-4708-B7FB-71BF84356830}" dt="2026-05-11T15:36:56.766" v="3897"/>
          <ac:spMkLst>
            <pc:docMk/>
            <pc:sldMk cId="1449152946" sldId="279"/>
            <ac:spMk id="57" creationId="{265BF38D-9752-417B-990C-30AC17A4BACE}"/>
          </ac:spMkLst>
        </pc:spChg>
        <pc:spChg chg="add mod">
          <ac:chgData name="Josué Silva de Morais" userId="f406c2cd-edfc-4057-be10-75858098c663" providerId="ADAL" clId="{A1824FC7-00A9-4708-B7FB-71BF84356830}" dt="2026-05-11T15:36:56.769" v="3900"/>
          <ac:spMkLst>
            <pc:docMk/>
            <pc:sldMk cId="1449152946" sldId="279"/>
            <ac:spMk id="58" creationId="{79B30E41-2E49-4DE3-A2E9-7E256A4A8349}"/>
          </ac:spMkLst>
        </pc:spChg>
        <pc:spChg chg="add mod">
          <ac:chgData name="Josué Silva de Morais" userId="f406c2cd-edfc-4057-be10-75858098c663" providerId="ADAL" clId="{A1824FC7-00A9-4708-B7FB-71BF84356830}" dt="2026-05-11T15:36:56.774" v="3903"/>
          <ac:spMkLst>
            <pc:docMk/>
            <pc:sldMk cId="1449152946" sldId="279"/>
            <ac:spMk id="59" creationId="{14DBE981-6FB7-4A07-B2AD-4A1E1E67B637}"/>
          </ac:spMkLst>
        </pc:spChg>
        <pc:spChg chg="add mod">
          <ac:chgData name="Josué Silva de Morais" userId="f406c2cd-edfc-4057-be10-75858098c663" providerId="ADAL" clId="{A1824FC7-00A9-4708-B7FB-71BF84356830}" dt="2026-05-11T15:36:56.777" v="3906"/>
          <ac:spMkLst>
            <pc:docMk/>
            <pc:sldMk cId="1449152946" sldId="279"/>
            <ac:spMk id="60" creationId="{14021E39-30D1-48EE-B6FE-BF62F4008508}"/>
          </ac:spMkLst>
        </pc:spChg>
        <pc:spChg chg="add mod">
          <ac:chgData name="Josué Silva de Morais" userId="f406c2cd-edfc-4057-be10-75858098c663" providerId="ADAL" clId="{A1824FC7-00A9-4708-B7FB-71BF84356830}" dt="2026-05-11T15:36:56.779" v="3909"/>
          <ac:spMkLst>
            <pc:docMk/>
            <pc:sldMk cId="1449152946" sldId="279"/>
            <ac:spMk id="61" creationId="{9A46CA01-5AB2-4227-B52C-0018AB973AD8}"/>
          </ac:spMkLst>
        </pc:spChg>
        <pc:spChg chg="add mod">
          <ac:chgData name="Josué Silva de Morais" userId="f406c2cd-edfc-4057-be10-75858098c663" providerId="ADAL" clId="{A1824FC7-00A9-4708-B7FB-71BF84356830}" dt="2026-05-11T15:36:56.782" v="3912"/>
          <ac:spMkLst>
            <pc:docMk/>
            <pc:sldMk cId="1449152946" sldId="279"/>
            <ac:spMk id="62" creationId="{F2A74FB9-6C3D-4353-A0ED-00AAAA1B60E2}"/>
          </ac:spMkLst>
        </pc:spChg>
        <pc:spChg chg="add mod">
          <ac:chgData name="Josué Silva de Morais" userId="f406c2cd-edfc-4057-be10-75858098c663" providerId="ADAL" clId="{A1824FC7-00A9-4708-B7FB-71BF84356830}" dt="2026-05-11T15:36:56.784" v="3915"/>
          <ac:spMkLst>
            <pc:docMk/>
            <pc:sldMk cId="1449152946" sldId="279"/>
            <ac:spMk id="63" creationId="{EF7D1C78-9CF6-44E4-81D2-BDA6A4AFFC64}"/>
          </ac:spMkLst>
        </pc:spChg>
        <pc:spChg chg="add mod">
          <ac:chgData name="Josué Silva de Morais" userId="f406c2cd-edfc-4057-be10-75858098c663" providerId="ADAL" clId="{A1824FC7-00A9-4708-B7FB-71BF84356830}" dt="2026-05-11T15:36:56.787" v="3918"/>
          <ac:spMkLst>
            <pc:docMk/>
            <pc:sldMk cId="1449152946" sldId="279"/>
            <ac:spMk id="64" creationId="{6D0F2727-D375-410E-B390-C545DCE9993F}"/>
          </ac:spMkLst>
        </pc:spChg>
        <pc:spChg chg="add mod">
          <ac:chgData name="Josué Silva de Morais" userId="f406c2cd-edfc-4057-be10-75858098c663" providerId="ADAL" clId="{A1824FC7-00A9-4708-B7FB-71BF84356830}" dt="2026-05-11T15:36:56.792" v="3921"/>
          <ac:spMkLst>
            <pc:docMk/>
            <pc:sldMk cId="1449152946" sldId="279"/>
            <ac:spMk id="65" creationId="{867A5BB7-6AD6-47DB-95E6-207248016084}"/>
          </ac:spMkLst>
        </pc:spChg>
        <pc:spChg chg="add mod">
          <ac:chgData name="Josué Silva de Morais" userId="f406c2cd-edfc-4057-be10-75858098c663" providerId="ADAL" clId="{A1824FC7-00A9-4708-B7FB-71BF84356830}" dt="2026-05-11T15:36:56.795" v="3924"/>
          <ac:spMkLst>
            <pc:docMk/>
            <pc:sldMk cId="1449152946" sldId="279"/>
            <ac:spMk id="66" creationId="{0CB470E6-0ADC-4835-89A3-793724A0C8A0}"/>
          </ac:spMkLst>
        </pc:spChg>
        <pc:spChg chg="add mod">
          <ac:chgData name="Josué Silva de Morais" userId="f406c2cd-edfc-4057-be10-75858098c663" providerId="ADAL" clId="{A1824FC7-00A9-4708-B7FB-71BF84356830}" dt="2026-05-11T15:36:56.797" v="3927"/>
          <ac:spMkLst>
            <pc:docMk/>
            <pc:sldMk cId="1449152946" sldId="279"/>
            <ac:spMk id="67" creationId="{74314E90-DC94-4B58-B760-6F67E2FC32E1}"/>
          </ac:spMkLst>
        </pc:spChg>
        <pc:spChg chg="add mod">
          <ac:chgData name="Josué Silva de Morais" userId="f406c2cd-edfc-4057-be10-75858098c663" providerId="ADAL" clId="{A1824FC7-00A9-4708-B7FB-71BF84356830}" dt="2026-05-11T15:36:56.801" v="3930"/>
          <ac:spMkLst>
            <pc:docMk/>
            <pc:sldMk cId="1449152946" sldId="279"/>
            <ac:spMk id="68" creationId="{BA690C83-7E6D-4A02-BE1B-C862B0BE4365}"/>
          </ac:spMkLst>
        </pc:spChg>
        <pc:spChg chg="add mod">
          <ac:chgData name="Josué Silva de Morais" userId="f406c2cd-edfc-4057-be10-75858098c663" providerId="ADAL" clId="{A1824FC7-00A9-4708-B7FB-71BF84356830}" dt="2026-05-11T15:36:56.804" v="3933"/>
          <ac:spMkLst>
            <pc:docMk/>
            <pc:sldMk cId="1449152946" sldId="279"/>
            <ac:spMk id="69" creationId="{628FBE3C-5518-4747-98C0-A1721ABE4BA6}"/>
          </ac:spMkLst>
        </pc:spChg>
        <pc:spChg chg="add mod">
          <ac:chgData name="Josué Silva de Morais" userId="f406c2cd-edfc-4057-be10-75858098c663" providerId="ADAL" clId="{A1824FC7-00A9-4708-B7FB-71BF84356830}" dt="2026-05-11T15:36:56.810" v="3936"/>
          <ac:spMkLst>
            <pc:docMk/>
            <pc:sldMk cId="1449152946" sldId="279"/>
            <ac:spMk id="70" creationId="{E06E7791-BE1F-4DD8-BA68-895CD3547F69}"/>
          </ac:spMkLst>
        </pc:spChg>
        <pc:spChg chg="add mod">
          <ac:chgData name="Josué Silva de Morais" userId="f406c2cd-edfc-4057-be10-75858098c663" providerId="ADAL" clId="{A1824FC7-00A9-4708-B7FB-71BF84356830}" dt="2026-05-11T15:36:56.812" v="3939"/>
          <ac:spMkLst>
            <pc:docMk/>
            <pc:sldMk cId="1449152946" sldId="279"/>
            <ac:spMk id="71" creationId="{1ACF5F03-F9C7-44B0-886B-4389E2DC54D4}"/>
          </ac:spMkLst>
        </pc:spChg>
        <pc:spChg chg="add mod">
          <ac:chgData name="Josué Silva de Morais" userId="f406c2cd-edfc-4057-be10-75858098c663" providerId="ADAL" clId="{A1824FC7-00A9-4708-B7FB-71BF84356830}" dt="2026-05-11T15:36:56.818" v="3945"/>
          <ac:spMkLst>
            <pc:docMk/>
            <pc:sldMk cId="1449152946" sldId="279"/>
            <ac:spMk id="72" creationId="{F9623F26-E545-4647-80F2-B45D5B894A1B}"/>
          </ac:spMkLst>
        </pc:spChg>
        <pc:spChg chg="add mod">
          <ac:chgData name="Josué Silva de Morais" userId="f406c2cd-edfc-4057-be10-75858098c663" providerId="ADAL" clId="{A1824FC7-00A9-4708-B7FB-71BF84356830}" dt="2026-05-11T15:36:56.826" v="3951"/>
          <ac:spMkLst>
            <pc:docMk/>
            <pc:sldMk cId="1449152946" sldId="279"/>
            <ac:spMk id="73" creationId="{8F7FCA73-0729-4188-8186-8BB92A6A739C}"/>
          </ac:spMkLst>
        </pc:spChg>
        <pc:spChg chg="add mod">
          <ac:chgData name="Josué Silva de Morais" userId="f406c2cd-edfc-4057-be10-75858098c663" providerId="ADAL" clId="{A1824FC7-00A9-4708-B7FB-71BF84356830}" dt="2026-05-11T15:36:56.833" v="3957"/>
          <ac:spMkLst>
            <pc:docMk/>
            <pc:sldMk cId="1449152946" sldId="279"/>
            <ac:spMk id="74" creationId="{FB328465-D4D5-4B8D-97C1-93B08D19A33D}"/>
          </ac:spMkLst>
        </pc:spChg>
        <pc:spChg chg="add mod">
          <ac:chgData name="Josué Silva de Morais" userId="f406c2cd-edfc-4057-be10-75858098c663" providerId="ADAL" clId="{A1824FC7-00A9-4708-B7FB-71BF84356830}" dt="2026-05-11T15:36:56.841" v="3963"/>
          <ac:spMkLst>
            <pc:docMk/>
            <pc:sldMk cId="1449152946" sldId="279"/>
            <ac:spMk id="75" creationId="{4F714D9F-57CF-4B6C-8641-B81BD1368D13}"/>
          </ac:spMkLst>
        </pc:spChg>
        <pc:spChg chg="add mod">
          <ac:chgData name="Josué Silva de Morais" userId="f406c2cd-edfc-4057-be10-75858098c663" providerId="ADAL" clId="{A1824FC7-00A9-4708-B7FB-71BF84356830}" dt="2026-05-11T15:36:56.849" v="3969"/>
          <ac:spMkLst>
            <pc:docMk/>
            <pc:sldMk cId="1449152946" sldId="279"/>
            <ac:spMk id="76" creationId="{DE2A2740-DAEF-4D6B-92B4-FDE1ADB76956}"/>
          </ac:spMkLst>
        </pc:spChg>
        <pc:spChg chg="add mod">
          <ac:chgData name="Josué Silva de Morais" userId="f406c2cd-edfc-4057-be10-75858098c663" providerId="ADAL" clId="{A1824FC7-00A9-4708-B7FB-71BF84356830}" dt="2026-05-11T15:36:56.852" v="3973"/>
          <ac:spMkLst>
            <pc:docMk/>
            <pc:sldMk cId="1449152946" sldId="279"/>
            <ac:spMk id="77" creationId="{C2EF26F4-4F61-478B-A7FD-7A3073475BF8}"/>
          </ac:spMkLst>
        </pc:spChg>
        <pc:spChg chg="add mod">
          <ac:chgData name="Josué Silva de Morais" userId="f406c2cd-edfc-4057-be10-75858098c663" providerId="ADAL" clId="{A1824FC7-00A9-4708-B7FB-71BF84356830}" dt="2026-05-11T15:36:56.856" v="3976"/>
          <ac:spMkLst>
            <pc:docMk/>
            <pc:sldMk cId="1449152946" sldId="279"/>
            <ac:spMk id="78" creationId="{99477F1C-DEA4-46D6-A60C-89121A9B2591}"/>
          </ac:spMkLst>
        </pc:spChg>
        <pc:spChg chg="add mod">
          <ac:chgData name="Josué Silva de Morais" userId="f406c2cd-edfc-4057-be10-75858098c663" providerId="ADAL" clId="{A1824FC7-00A9-4708-B7FB-71BF84356830}" dt="2026-05-11T15:36:56.865" v="3983"/>
          <ac:spMkLst>
            <pc:docMk/>
            <pc:sldMk cId="1449152946" sldId="279"/>
            <ac:spMk id="79" creationId="{B9528592-BA15-4E88-8294-4D758CFAAC3E}"/>
          </ac:spMkLst>
        </pc:spChg>
        <pc:spChg chg="add mod">
          <ac:chgData name="Josué Silva de Morais" userId="f406c2cd-edfc-4057-be10-75858098c663" providerId="ADAL" clId="{A1824FC7-00A9-4708-B7FB-71BF84356830}" dt="2026-05-11T15:36:56.874" v="3990"/>
          <ac:spMkLst>
            <pc:docMk/>
            <pc:sldMk cId="1449152946" sldId="279"/>
            <ac:spMk id="80" creationId="{8681A876-BB50-4C6E-A20C-03DBF31633B4}"/>
          </ac:spMkLst>
        </pc:spChg>
        <pc:spChg chg="add mod">
          <ac:chgData name="Josué Silva de Morais" userId="f406c2cd-edfc-4057-be10-75858098c663" providerId="ADAL" clId="{A1824FC7-00A9-4708-B7FB-71BF84356830}" dt="2026-05-11T15:36:56.881" v="3997"/>
          <ac:spMkLst>
            <pc:docMk/>
            <pc:sldMk cId="1449152946" sldId="279"/>
            <ac:spMk id="81" creationId="{44D28076-E7C5-4E5D-A7F8-37EFC315AF17}"/>
          </ac:spMkLst>
        </pc:spChg>
        <pc:spChg chg="add mod">
          <ac:chgData name="Josué Silva de Morais" userId="f406c2cd-edfc-4057-be10-75858098c663" providerId="ADAL" clId="{A1824FC7-00A9-4708-B7FB-71BF84356830}" dt="2026-05-11T15:36:56.889" v="4004"/>
          <ac:spMkLst>
            <pc:docMk/>
            <pc:sldMk cId="1449152946" sldId="279"/>
            <ac:spMk id="82" creationId="{37A35C49-2E44-4843-8861-A5ED91CFA228}"/>
          </ac:spMkLst>
        </pc:spChg>
        <pc:spChg chg="add mod">
          <ac:chgData name="Josué Silva de Morais" userId="f406c2cd-edfc-4057-be10-75858098c663" providerId="ADAL" clId="{A1824FC7-00A9-4708-B7FB-71BF84356830}" dt="2026-05-11T15:36:56.894" v="4007"/>
          <ac:spMkLst>
            <pc:docMk/>
            <pc:sldMk cId="1449152946" sldId="279"/>
            <ac:spMk id="83" creationId="{F0DCF695-948C-43A7-AB7B-AD63B4127A8A}"/>
          </ac:spMkLst>
        </pc:spChg>
        <pc:spChg chg="add mod">
          <ac:chgData name="Josué Silva de Morais" userId="f406c2cd-edfc-4057-be10-75858098c663" providerId="ADAL" clId="{A1824FC7-00A9-4708-B7FB-71BF84356830}" dt="2026-05-11T15:36:56.897" v="4010"/>
          <ac:spMkLst>
            <pc:docMk/>
            <pc:sldMk cId="1449152946" sldId="279"/>
            <ac:spMk id="84" creationId="{A1712359-08A7-4F0D-9440-98E881F812AB}"/>
          </ac:spMkLst>
        </pc:spChg>
        <pc:spChg chg="add mod">
          <ac:chgData name="Josué Silva de Morais" userId="f406c2cd-edfc-4057-be10-75858098c663" providerId="ADAL" clId="{A1824FC7-00A9-4708-B7FB-71BF84356830}" dt="2026-05-11T15:36:56.900" v="4013"/>
          <ac:spMkLst>
            <pc:docMk/>
            <pc:sldMk cId="1449152946" sldId="279"/>
            <ac:spMk id="85" creationId="{424B664B-E454-4154-92C1-1006EC1CB354}"/>
          </ac:spMkLst>
        </pc:spChg>
        <pc:spChg chg="add mod">
          <ac:chgData name="Josué Silva de Morais" userId="f406c2cd-edfc-4057-be10-75858098c663" providerId="ADAL" clId="{A1824FC7-00A9-4708-B7FB-71BF84356830}" dt="2026-05-11T15:36:56.902" v="4016"/>
          <ac:spMkLst>
            <pc:docMk/>
            <pc:sldMk cId="1449152946" sldId="279"/>
            <ac:spMk id="86" creationId="{A624A3F7-F350-4643-BAD3-CD2E7A67DA83}"/>
          </ac:spMkLst>
        </pc:spChg>
        <pc:spChg chg="add mod">
          <ac:chgData name="Josué Silva de Morais" userId="f406c2cd-edfc-4057-be10-75858098c663" providerId="ADAL" clId="{A1824FC7-00A9-4708-B7FB-71BF84356830}" dt="2026-05-11T15:36:56.907" v="4019"/>
          <ac:spMkLst>
            <pc:docMk/>
            <pc:sldMk cId="1449152946" sldId="279"/>
            <ac:spMk id="87" creationId="{EA13315E-68B2-4C1A-9185-54E06E1D30CA}"/>
          </ac:spMkLst>
        </pc:spChg>
        <pc:spChg chg="add mod">
          <ac:chgData name="Josué Silva de Morais" userId="f406c2cd-edfc-4057-be10-75858098c663" providerId="ADAL" clId="{A1824FC7-00A9-4708-B7FB-71BF84356830}" dt="2026-05-11T15:36:56.910" v="4022"/>
          <ac:spMkLst>
            <pc:docMk/>
            <pc:sldMk cId="1449152946" sldId="279"/>
            <ac:spMk id="88" creationId="{08F25FE5-4C64-40D9-9E59-B512C3C7CF2A}"/>
          </ac:spMkLst>
        </pc:spChg>
        <pc:spChg chg="add mod">
          <ac:chgData name="Josué Silva de Morais" userId="f406c2cd-edfc-4057-be10-75858098c663" providerId="ADAL" clId="{A1824FC7-00A9-4708-B7FB-71BF84356830}" dt="2026-05-11T15:36:56.912" v="4025"/>
          <ac:spMkLst>
            <pc:docMk/>
            <pc:sldMk cId="1449152946" sldId="279"/>
            <ac:spMk id="89" creationId="{D1399F01-59DD-42CA-B25A-1615D3A59B34}"/>
          </ac:spMkLst>
        </pc:spChg>
        <pc:spChg chg="add mod">
          <ac:chgData name="Josué Silva de Morais" userId="f406c2cd-edfc-4057-be10-75858098c663" providerId="ADAL" clId="{A1824FC7-00A9-4708-B7FB-71BF84356830}" dt="2026-05-11T15:36:56.915" v="4028"/>
          <ac:spMkLst>
            <pc:docMk/>
            <pc:sldMk cId="1449152946" sldId="279"/>
            <ac:spMk id="90" creationId="{0D85EFA2-74CA-48BA-9F57-EFD9ABF2C08D}"/>
          </ac:spMkLst>
        </pc:spChg>
        <pc:spChg chg="add mod">
          <ac:chgData name="Josué Silva de Morais" userId="f406c2cd-edfc-4057-be10-75858098c663" providerId="ADAL" clId="{A1824FC7-00A9-4708-B7FB-71BF84356830}" dt="2026-05-11T15:36:56.918" v="4031"/>
          <ac:spMkLst>
            <pc:docMk/>
            <pc:sldMk cId="1449152946" sldId="279"/>
            <ac:spMk id="91" creationId="{2EDA7E2B-8235-4654-9211-3511788F0F35}"/>
          </ac:spMkLst>
        </pc:spChg>
        <pc:spChg chg="add mod">
          <ac:chgData name="Josué Silva de Morais" userId="f406c2cd-edfc-4057-be10-75858098c663" providerId="ADAL" clId="{A1824FC7-00A9-4708-B7FB-71BF84356830}" dt="2026-05-11T15:36:56.920" v="4034"/>
          <ac:spMkLst>
            <pc:docMk/>
            <pc:sldMk cId="1449152946" sldId="279"/>
            <ac:spMk id="92" creationId="{4912B036-9595-43B6-8633-ABAB889B3A04}"/>
          </ac:spMkLst>
        </pc:spChg>
        <pc:spChg chg="add mod">
          <ac:chgData name="Josué Silva de Morais" userId="f406c2cd-edfc-4057-be10-75858098c663" providerId="ADAL" clId="{A1824FC7-00A9-4708-B7FB-71BF84356830}" dt="2026-05-11T15:36:56.926" v="4037"/>
          <ac:spMkLst>
            <pc:docMk/>
            <pc:sldMk cId="1449152946" sldId="279"/>
            <ac:spMk id="93" creationId="{61396204-C425-432C-B2C3-30EC5C023452}"/>
          </ac:spMkLst>
        </pc:spChg>
        <pc:spChg chg="add mod">
          <ac:chgData name="Josué Silva de Morais" userId="f406c2cd-edfc-4057-be10-75858098c663" providerId="ADAL" clId="{A1824FC7-00A9-4708-B7FB-71BF84356830}" dt="2026-05-11T15:36:56.930" v="4040"/>
          <ac:spMkLst>
            <pc:docMk/>
            <pc:sldMk cId="1449152946" sldId="279"/>
            <ac:spMk id="94" creationId="{F04163F4-A0E4-41A0-ACC6-4B553B8F01B4}"/>
          </ac:spMkLst>
        </pc:spChg>
        <pc:spChg chg="add mod">
          <ac:chgData name="Josué Silva de Morais" userId="f406c2cd-edfc-4057-be10-75858098c663" providerId="ADAL" clId="{A1824FC7-00A9-4708-B7FB-71BF84356830}" dt="2026-05-11T15:36:56.933" v="4043"/>
          <ac:spMkLst>
            <pc:docMk/>
            <pc:sldMk cId="1449152946" sldId="279"/>
            <ac:spMk id="95" creationId="{1855EA36-270E-4CB8-B20B-2529C338ECA9}"/>
          </ac:spMkLst>
        </pc:spChg>
        <pc:spChg chg="add mod">
          <ac:chgData name="Josué Silva de Morais" userId="f406c2cd-edfc-4057-be10-75858098c663" providerId="ADAL" clId="{A1824FC7-00A9-4708-B7FB-71BF84356830}" dt="2026-05-11T15:36:56.937" v="4046"/>
          <ac:spMkLst>
            <pc:docMk/>
            <pc:sldMk cId="1449152946" sldId="279"/>
            <ac:spMk id="96" creationId="{4F121DEA-BA45-4F84-BC71-9808B5508FBB}"/>
          </ac:spMkLst>
        </pc:spChg>
        <pc:spChg chg="add mod">
          <ac:chgData name="Josué Silva de Morais" userId="f406c2cd-edfc-4057-be10-75858098c663" providerId="ADAL" clId="{A1824FC7-00A9-4708-B7FB-71BF84356830}" dt="2026-05-11T15:36:56.943" v="4049"/>
          <ac:spMkLst>
            <pc:docMk/>
            <pc:sldMk cId="1449152946" sldId="279"/>
            <ac:spMk id="97" creationId="{EC9C4B6E-45C1-4AAF-9D39-23E62F71EB83}"/>
          </ac:spMkLst>
        </pc:spChg>
        <pc:spChg chg="add mod">
          <ac:chgData name="Josué Silva de Morais" userId="f406c2cd-edfc-4057-be10-75858098c663" providerId="ADAL" clId="{A1824FC7-00A9-4708-B7FB-71BF84356830}" dt="2026-05-11T15:36:56.945" v="4052"/>
          <ac:spMkLst>
            <pc:docMk/>
            <pc:sldMk cId="1449152946" sldId="279"/>
            <ac:spMk id="98" creationId="{3C2DBD14-52CC-45B6-BEA0-CC0571368FFC}"/>
          </ac:spMkLst>
        </pc:spChg>
        <pc:spChg chg="add mod">
          <ac:chgData name="Josué Silva de Morais" userId="f406c2cd-edfc-4057-be10-75858098c663" providerId="ADAL" clId="{A1824FC7-00A9-4708-B7FB-71BF84356830}" dt="2026-05-11T15:36:56.948" v="4055"/>
          <ac:spMkLst>
            <pc:docMk/>
            <pc:sldMk cId="1449152946" sldId="279"/>
            <ac:spMk id="99" creationId="{5EC59FFE-49D0-4174-BCB8-3AA205F41154}"/>
          </ac:spMkLst>
        </pc:spChg>
        <pc:spChg chg="add mod">
          <ac:chgData name="Josué Silva de Morais" userId="f406c2cd-edfc-4057-be10-75858098c663" providerId="ADAL" clId="{A1824FC7-00A9-4708-B7FB-71BF84356830}" dt="2026-05-11T15:36:56.951" v="4058"/>
          <ac:spMkLst>
            <pc:docMk/>
            <pc:sldMk cId="1449152946" sldId="279"/>
            <ac:spMk id="100" creationId="{2506FC19-C400-40FF-91B0-ECA056E0D710}"/>
          </ac:spMkLst>
        </pc:spChg>
        <pc:spChg chg="add mod">
          <ac:chgData name="Josué Silva de Morais" userId="f406c2cd-edfc-4057-be10-75858098c663" providerId="ADAL" clId="{A1824FC7-00A9-4708-B7FB-71BF84356830}" dt="2026-05-11T15:36:56.956" v="4061"/>
          <ac:spMkLst>
            <pc:docMk/>
            <pc:sldMk cId="1449152946" sldId="279"/>
            <ac:spMk id="101" creationId="{52B7C74F-E199-4269-93B2-4494F7D1E8FD}"/>
          </ac:spMkLst>
        </pc:spChg>
        <pc:spChg chg="add mod">
          <ac:chgData name="Josué Silva de Morais" userId="f406c2cd-edfc-4057-be10-75858098c663" providerId="ADAL" clId="{A1824FC7-00A9-4708-B7FB-71BF84356830}" dt="2026-05-11T15:36:56.959" v="4064"/>
          <ac:spMkLst>
            <pc:docMk/>
            <pc:sldMk cId="1449152946" sldId="279"/>
            <ac:spMk id="102" creationId="{3DB5D9E9-3D23-43E3-BA4F-56AB8F25CED8}"/>
          </ac:spMkLst>
        </pc:spChg>
        <pc:spChg chg="add mod">
          <ac:chgData name="Josué Silva de Morais" userId="f406c2cd-edfc-4057-be10-75858098c663" providerId="ADAL" clId="{A1824FC7-00A9-4708-B7FB-71BF84356830}" dt="2026-05-11T15:36:56.963" v="4067"/>
          <ac:spMkLst>
            <pc:docMk/>
            <pc:sldMk cId="1449152946" sldId="279"/>
            <ac:spMk id="103" creationId="{E2D88E31-70AA-4B23-AE2A-50014FD1BBDD}"/>
          </ac:spMkLst>
        </pc:spChg>
        <pc:spChg chg="add mod">
          <ac:chgData name="Josué Silva de Morais" userId="f406c2cd-edfc-4057-be10-75858098c663" providerId="ADAL" clId="{A1824FC7-00A9-4708-B7FB-71BF84356830}" dt="2026-05-11T15:36:56.965" v="4070"/>
          <ac:spMkLst>
            <pc:docMk/>
            <pc:sldMk cId="1449152946" sldId="279"/>
            <ac:spMk id="104" creationId="{039D723E-A835-4DAA-A414-AB97B70674A9}"/>
          </ac:spMkLst>
        </pc:spChg>
        <pc:spChg chg="add mod">
          <ac:chgData name="Josué Silva de Morais" userId="f406c2cd-edfc-4057-be10-75858098c663" providerId="ADAL" clId="{A1824FC7-00A9-4708-B7FB-71BF84356830}" dt="2026-05-11T15:36:56.968" v="4073"/>
          <ac:spMkLst>
            <pc:docMk/>
            <pc:sldMk cId="1449152946" sldId="279"/>
            <ac:spMk id="105" creationId="{B8835E04-D96A-4F2F-BEAD-CA4CF2392DA8}"/>
          </ac:spMkLst>
        </pc:spChg>
        <pc:spChg chg="add mod">
          <ac:chgData name="Josué Silva de Morais" userId="f406c2cd-edfc-4057-be10-75858098c663" providerId="ADAL" clId="{A1824FC7-00A9-4708-B7FB-71BF84356830}" dt="2026-05-11T15:36:56.972" v="4076"/>
          <ac:spMkLst>
            <pc:docMk/>
            <pc:sldMk cId="1449152946" sldId="279"/>
            <ac:spMk id="106" creationId="{5F78EB15-1234-4DFC-A7CE-1B973024AA1D}"/>
          </ac:spMkLst>
        </pc:spChg>
        <pc:spChg chg="add mod">
          <ac:chgData name="Josué Silva de Morais" userId="f406c2cd-edfc-4057-be10-75858098c663" providerId="ADAL" clId="{A1824FC7-00A9-4708-B7FB-71BF84356830}" dt="2026-05-11T15:36:56.977" v="4079"/>
          <ac:spMkLst>
            <pc:docMk/>
            <pc:sldMk cId="1449152946" sldId="279"/>
            <ac:spMk id="107" creationId="{AA61AD18-7B47-4964-BD0D-EF62AD24B3D7}"/>
          </ac:spMkLst>
        </pc:spChg>
        <pc:spChg chg="add mod">
          <ac:chgData name="Josué Silva de Morais" userId="f406c2cd-edfc-4057-be10-75858098c663" providerId="ADAL" clId="{A1824FC7-00A9-4708-B7FB-71BF84356830}" dt="2026-05-11T15:36:56.982" v="4085"/>
          <ac:spMkLst>
            <pc:docMk/>
            <pc:sldMk cId="1449152946" sldId="279"/>
            <ac:spMk id="108" creationId="{B5AF7189-3D1C-4B42-AF58-A6CFF4125284}"/>
          </ac:spMkLst>
        </pc:spChg>
        <pc:spChg chg="add mod">
          <ac:chgData name="Josué Silva de Morais" userId="f406c2cd-edfc-4057-be10-75858098c663" providerId="ADAL" clId="{A1824FC7-00A9-4708-B7FB-71BF84356830}" dt="2026-05-11T15:36:56.990" v="4091"/>
          <ac:spMkLst>
            <pc:docMk/>
            <pc:sldMk cId="1449152946" sldId="279"/>
            <ac:spMk id="109" creationId="{8B760817-F77E-4FB8-9B7A-0276AFF393D8}"/>
          </ac:spMkLst>
        </pc:spChg>
        <pc:spChg chg="add mod">
          <ac:chgData name="Josué Silva de Morais" userId="f406c2cd-edfc-4057-be10-75858098c663" providerId="ADAL" clId="{A1824FC7-00A9-4708-B7FB-71BF84356830}" dt="2026-05-11T15:36:56.996" v="4097"/>
          <ac:spMkLst>
            <pc:docMk/>
            <pc:sldMk cId="1449152946" sldId="279"/>
            <ac:spMk id="110" creationId="{F2E68594-3279-4A23-BE87-119A8EBDE0AB}"/>
          </ac:spMkLst>
        </pc:spChg>
        <pc:spChg chg="add mod">
          <ac:chgData name="Josué Silva de Morais" userId="f406c2cd-edfc-4057-be10-75858098c663" providerId="ADAL" clId="{A1824FC7-00A9-4708-B7FB-71BF84356830}" dt="2026-05-11T15:36:57.003" v="4103"/>
          <ac:spMkLst>
            <pc:docMk/>
            <pc:sldMk cId="1449152946" sldId="279"/>
            <ac:spMk id="111" creationId="{0DA24725-AD88-45B0-825C-349AF637152F}"/>
          </ac:spMkLst>
        </pc:spChg>
        <pc:spChg chg="add mod">
          <ac:chgData name="Josué Silva de Morais" userId="f406c2cd-edfc-4057-be10-75858098c663" providerId="ADAL" clId="{A1824FC7-00A9-4708-B7FB-71BF84356830}" dt="2026-05-11T15:36:57.012" v="4109"/>
          <ac:spMkLst>
            <pc:docMk/>
            <pc:sldMk cId="1449152946" sldId="279"/>
            <ac:spMk id="112" creationId="{7898B1E5-6D42-47CB-BAE6-C6433E894599}"/>
          </ac:spMkLst>
        </pc:spChg>
        <pc:spChg chg="add mod">
          <ac:chgData name="Josué Silva de Morais" userId="f406c2cd-edfc-4057-be10-75858098c663" providerId="ADAL" clId="{A1824FC7-00A9-4708-B7FB-71BF84356830}" dt="2026-05-11T15:36:57.016" v="4113"/>
          <ac:spMkLst>
            <pc:docMk/>
            <pc:sldMk cId="1449152946" sldId="279"/>
            <ac:spMk id="113" creationId="{006EE6CC-B692-4CD4-9B26-BD93B680B4F4}"/>
          </ac:spMkLst>
        </pc:spChg>
        <pc:spChg chg="add mod">
          <ac:chgData name="Josué Silva de Morais" userId="f406c2cd-edfc-4057-be10-75858098c663" providerId="ADAL" clId="{A1824FC7-00A9-4708-B7FB-71BF84356830}" dt="2026-05-11T15:36:57.019" v="4116"/>
          <ac:spMkLst>
            <pc:docMk/>
            <pc:sldMk cId="1449152946" sldId="279"/>
            <ac:spMk id="114" creationId="{EDDFDDE8-4C9B-4CAE-BB3C-8C845D80505F}"/>
          </ac:spMkLst>
        </pc:spChg>
        <pc:spChg chg="add mod">
          <ac:chgData name="Josué Silva de Morais" userId="f406c2cd-edfc-4057-be10-75858098c663" providerId="ADAL" clId="{A1824FC7-00A9-4708-B7FB-71BF84356830}" dt="2026-05-11T15:36:57.028" v="4123"/>
          <ac:spMkLst>
            <pc:docMk/>
            <pc:sldMk cId="1449152946" sldId="279"/>
            <ac:spMk id="115" creationId="{CBD8E81C-3A30-4F24-AC83-2DF3CEBC369C}"/>
          </ac:spMkLst>
        </pc:spChg>
        <pc:spChg chg="add mod">
          <ac:chgData name="Josué Silva de Morais" userId="f406c2cd-edfc-4057-be10-75858098c663" providerId="ADAL" clId="{A1824FC7-00A9-4708-B7FB-71BF84356830}" dt="2026-05-11T15:36:57.035" v="4130"/>
          <ac:spMkLst>
            <pc:docMk/>
            <pc:sldMk cId="1449152946" sldId="279"/>
            <ac:spMk id="116" creationId="{787C71E5-D092-449F-A089-B6FE64447571}"/>
          </ac:spMkLst>
        </pc:spChg>
        <pc:spChg chg="add mod">
          <ac:chgData name="Josué Silva de Morais" userId="f406c2cd-edfc-4057-be10-75858098c663" providerId="ADAL" clId="{A1824FC7-00A9-4708-B7FB-71BF84356830}" dt="2026-05-11T15:36:57.045" v="4137"/>
          <ac:spMkLst>
            <pc:docMk/>
            <pc:sldMk cId="1449152946" sldId="279"/>
            <ac:spMk id="117" creationId="{1EB75CAE-BAF4-4910-B8D1-4D30F9225312}"/>
          </ac:spMkLst>
        </pc:spChg>
        <pc:spChg chg="add mod">
          <ac:chgData name="Josué Silva de Morais" userId="f406c2cd-edfc-4057-be10-75858098c663" providerId="ADAL" clId="{A1824FC7-00A9-4708-B7FB-71BF84356830}" dt="2026-05-11T15:36:57.052" v="4144"/>
          <ac:spMkLst>
            <pc:docMk/>
            <pc:sldMk cId="1449152946" sldId="279"/>
            <ac:spMk id="118" creationId="{6CBEB342-862F-4478-BF17-F201E1E048ED}"/>
          </ac:spMkLst>
        </pc:spChg>
        <pc:spChg chg="add mod">
          <ac:chgData name="Josué Silva de Morais" userId="f406c2cd-edfc-4057-be10-75858098c663" providerId="ADAL" clId="{A1824FC7-00A9-4708-B7FB-71BF84356830}" dt="2026-05-11T15:36:57.054" v="4147"/>
          <ac:spMkLst>
            <pc:docMk/>
            <pc:sldMk cId="1449152946" sldId="279"/>
            <ac:spMk id="119" creationId="{8DFFC027-804F-4A3E-BB20-9E9790F72AE5}"/>
          </ac:spMkLst>
        </pc:spChg>
        <pc:spChg chg="add mod">
          <ac:chgData name="Josué Silva de Morais" userId="f406c2cd-edfc-4057-be10-75858098c663" providerId="ADAL" clId="{A1824FC7-00A9-4708-B7FB-71BF84356830}" dt="2026-05-11T15:36:57.059" v="4150"/>
          <ac:spMkLst>
            <pc:docMk/>
            <pc:sldMk cId="1449152946" sldId="279"/>
            <ac:spMk id="120" creationId="{B1A83719-3F0A-4A2E-BB76-580BC5A494B4}"/>
          </ac:spMkLst>
        </pc:spChg>
        <pc:spChg chg="add mod">
          <ac:chgData name="Josué Silva de Morais" userId="f406c2cd-edfc-4057-be10-75858098c663" providerId="ADAL" clId="{A1824FC7-00A9-4708-B7FB-71BF84356830}" dt="2026-05-11T15:36:57.062" v="4153"/>
          <ac:spMkLst>
            <pc:docMk/>
            <pc:sldMk cId="1449152946" sldId="279"/>
            <ac:spMk id="121" creationId="{F6D0846B-17EF-4EF2-8D33-85A05ECF45E9}"/>
          </ac:spMkLst>
        </pc:spChg>
        <pc:spChg chg="add mod">
          <ac:chgData name="Josué Silva de Morais" userId="f406c2cd-edfc-4057-be10-75858098c663" providerId="ADAL" clId="{A1824FC7-00A9-4708-B7FB-71BF84356830}" dt="2026-05-11T15:36:57.066" v="4156"/>
          <ac:spMkLst>
            <pc:docMk/>
            <pc:sldMk cId="1449152946" sldId="279"/>
            <ac:spMk id="122" creationId="{F32B2AAA-19E6-4AED-AD09-935B9AD38735}"/>
          </ac:spMkLst>
        </pc:spChg>
        <pc:spChg chg="add mod">
          <ac:chgData name="Josué Silva de Morais" userId="f406c2cd-edfc-4057-be10-75858098c663" providerId="ADAL" clId="{A1824FC7-00A9-4708-B7FB-71BF84356830}" dt="2026-05-11T15:36:57.069" v="4159"/>
          <ac:spMkLst>
            <pc:docMk/>
            <pc:sldMk cId="1449152946" sldId="279"/>
            <ac:spMk id="123" creationId="{17A3E8DF-CB36-4BC3-A731-DFB7FD4C89B3}"/>
          </ac:spMkLst>
        </pc:spChg>
        <pc:spChg chg="add mod">
          <ac:chgData name="Josué Silva de Morais" userId="f406c2cd-edfc-4057-be10-75858098c663" providerId="ADAL" clId="{A1824FC7-00A9-4708-B7FB-71BF84356830}" dt="2026-05-11T15:36:57.073" v="4162"/>
          <ac:spMkLst>
            <pc:docMk/>
            <pc:sldMk cId="1449152946" sldId="279"/>
            <ac:spMk id="124" creationId="{D0483A29-7204-4D1C-82ED-D524D5DD7DBF}"/>
          </ac:spMkLst>
        </pc:spChg>
        <pc:spChg chg="add mod">
          <ac:chgData name="Josué Silva de Morais" userId="f406c2cd-edfc-4057-be10-75858098c663" providerId="ADAL" clId="{A1824FC7-00A9-4708-B7FB-71BF84356830}" dt="2026-05-11T15:36:57.076" v="4165"/>
          <ac:spMkLst>
            <pc:docMk/>
            <pc:sldMk cId="1449152946" sldId="279"/>
            <ac:spMk id="125" creationId="{91D8E282-DBFD-4A76-A895-EAAB67AB6242}"/>
          </ac:spMkLst>
        </pc:spChg>
        <pc:spChg chg="add mod">
          <ac:chgData name="Josué Silva de Morais" userId="f406c2cd-edfc-4057-be10-75858098c663" providerId="ADAL" clId="{A1824FC7-00A9-4708-B7FB-71BF84356830}" dt="2026-05-11T15:36:57.079" v="4168"/>
          <ac:spMkLst>
            <pc:docMk/>
            <pc:sldMk cId="1449152946" sldId="279"/>
            <ac:spMk id="126" creationId="{69539A66-8928-4B87-873A-63F7CBA54B18}"/>
          </ac:spMkLst>
        </pc:spChg>
        <pc:spChg chg="add mod">
          <ac:chgData name="Josué Silva de Morais" userId="f406c2cd-edfc-4057-be10-75858098c663" providerId="ADAL" clId="{A1824FC7-00A9-4708-B7FB-71BF84356830}" dt="2026-05-11T15:36:57.082" v="4171"/>
          <ac:spMkLst>
            <pc:docMk/>
            <pc:sldMk cId="1449152946" sldId="279"/>
            <ac:spMk id="127" creationId="{EAD9E8CE-4345-432A-A855-192420F6312E}"/>
          </ac:spMkLst>
        </pc:spChg>
        <pc:spChg chg="add mod">
          <ac:chgData name="Josué Silva de Morais" userId="f406c2cd-edfc-4057-be10-75858098c663" providerId="ADAL" clId="{A1824FC7-00A9-4708-B7FB-71BF84356830}" dt="2026-05-11T15:36:57.085" v="4174"/>
          <ac:spMkLst>
            <pc:docMk/>
            <pc:sldMk cId="1449152946" sldId="279"/>
            <ac:spMk id="128" creationId="{1404B747-AAAE-4E44-B229-1695791C986F}"/>
          </ac:spMkLst>
        </pc:spChg>
        <pc:spChg chg="add mod">
          <ac:chgData name="Josué Silva de Morais" userId="f406c2cd-edfc-4057-be10-75858098c663" providerId="ADAL" clId="{A1824FC7-00A9-4708-B7FB-71BF84356830}" dt="2026-05-11T15:36:57.087" v="4177"/>
          <ac:spMkLst>
            <pc:docMk/>
            <pc:sldMk cId="1449152946" sldId="279"/>
            <ac:spMk id="129" creationId="{DC267D35-9966-48EB-9763-07D9475293EB}"/>
          </ac:spMkLst>
        </pc:spChg>
        <pc:spChg chg="add mod">
          <ac:chgData name="Josué Silva de Morais" userId="f406c2cd-edfc-4057-be10-75858098c663" providerId="ADAL" clId="{A1824FC7-00A9-4708-B7FB-71BF84356830}" dt="2026-05-11T15:36:57.092" v="4180"/>
          <ac:spMkLst>
            <pc:docMk/>
            <pc:sldMk cId="1449152946" sldId="279"/>
            <ac:spMk id="130" creationId="{494229E3-7301-4956-B9A0-C99D4D44C4F9}"/>
          </ac:spMkLst>
        </pc:spChg>
        <pc:spChg chg="add mod">
          <ac:chgData name="Josué Silva de Morais" userId="f406c2cd-edfc-4057-be10-75858098c663" providerId="ADAL" clId="{A1824FC7-00A9-4708-B7FB-71BF84356830}" dt="2026-05-11T15:36:57.095" v="4183"/>
          <ac:spMkLst>
            <pc:docMk/>
            <pc:sldMk cId="1449152946" sldId="279"/>
            <ac:spMk id="131" creationId="{4E904308-D5AA-425C-A2F5-29EDE2E4CECF}"/>
          </ac:spMkLst>
        </pc:spChg>
        <pc:spChg chg="add mod">
          <ac:chgData name="Josué Silva de Morais" userId="f406c2cd-edfc-4057-be10-75858098c663" providerId="ADAL" clId="{A1824FC7-00A9-4708-B7FB-71BF84356830}" dt="2026-05-11T15:36:57.099" v="4186"/>
          <ac:spMkLst>
            <pc:docMk/>
            <pc:sldMk cId="1449152946" sldId="279"/>
            <ac:spMk id="132" creationId="{13EC093C-983C-4E01-B965-1745FCD30FE7}"/>
          </ac:spMkLst>
        </pc:spChg>
        <pc:spChg chg="add mod">
          <ac:chgData name="Josué Silva de Morais" userId="f406c2cd-edfc-4057-be10-75858098c663" providerId="ADAL" clId="{A1824FC7-00A9-4708-B7FB-71BF84356830}" dt="2026-05-11T15:36:57.103" v="4189"/>
          <ac:spMkLst>
            <pc:docMk/>
            <pc:sldMk cId="1449152946" sldId="279"/>
            <ac:spMk id="133" creationId="{E063AAD9-8A26-4FF8-9397-ADEFE9A111E5}"/>
          </ac:spMkLst>
        </pc:spChg>
        <pc:spChg chg="add mod">
          <ac:chgData name="Josué Silva de Morais" userId="f406c2cd-edfc-4057-be10-75858098c663" providerId="ADAL" clId="{A1824FC7-00A9-4708-B7FB-71BF84356830}" dt="2026-05-11T15:36:57.108" v="4192"/>
          <ac:spMkLst>
            <pc:docMk/>
            <pc:sldMk cId="1449152946" sldId="279"/>
            <ac:spMk id="134" creationId="{A92860AA-95EE-4265-A632-F0A1786F8136}"/>
          </ac:spMkLst>
        </pc:spChg>
        <pc:spChg chg="add mod">
          <ac:chgData name="Josué Silva de Morais" userId="f406c2cd-edfc-4057-be10-75858098c663" providerId="ADAL" clId="{A1824FC7-00A9-4708-B7FB-71BF84356830}" dt="2026-05-11T15:36:57.113" v="4195"/>
          <ac:spMkLst>
            <pc:docMk/>
            <pc:sldMk cId="1449152946" sldId="279"/>
            <ac:spMk id="135" creationId="{C3DB014F-0589-4ED1-9210-35F042C72184}"/>
          </ac:spMkLst>
        </pc:spChg>
        <pc:spChg chg="add mod">
          <ac:chgData name="Josué Silva de Morais" userId="f406c2cd-edfc-4057-be10-75858098c663" providerId="ADAL" clId="{A1824FC7-00A9-4708-B7FB-71BF84356830}" dt="2026-05-11T15:36:57.116" v="4198"/>
          <ac:spMkLst>
            <pc:docMk/>
            <pc:sldMk cId="1449152946" sldId="279"/>
            <ac:spMk id="136" creationId="{4A2492F0-4887-47EC-9A4B-49F927437A9C}"/>
          </ac:spMkLst>
        </pc:spChg>
        <pc:spChg chg="add mod">
          <ac:chgData name="Josué Silva de Morais" userId="f406c2cd-edfc-4057-be10-75858098c663" providerId="ADAL" clId="{A1824FC7-00A9-4708-B7FB-71BF84356830}" dt="2026-05-11T15:36:57.118" v="4201"/>
          <ac:spMkLst>
            <pc:docMk/>
            <pc:sldMk cId="1449152946" sldId="279"/>
            <ac:spMk id="137" creationId="{B7BC4429-60C9-4DDE-B999-57F9FFA4D940}"/>
          </ac:spMkLst>
        </pc:spChg>
        <pc:spChg chg="add mod">
          <ac:chgData name="Josué Silva de Morais" userId="f406c2cd-edfc-4057-be10-75858098c663" providerId="ADAL" clId="{A1824FC7-00A9-4708-B7FB-71BF84356830}" dt="2026-05-11T15:36:57.123" v="4204"/>
          <ac:spMkLst>
            <pc:docMk/>
            <pc:sldMk cId="1449152946" sldId="279"/>
            <ac:spMk id="138" creationId="{864D316A-A290-4A38-B710-3C2D64A9F7FE}"/>
          </ac:spMkLst>
        </pc:spChg>
        <pc:spChg chg="add mod">
          <ac:chgData name="Josué Silva de Morais" userId="f406c2cd-edfc-4057-be10-75858098c663" providerId="ADAL" clId="{A1824FC7-00A9-4708-B7FB-71BF84356830}" dt="2026-05-11T15:36:57.128" v="4207"/>
          <ac:spMkLst>
            <pc:docMk/>
            <pc:sldMk cId="1449152946" sldId="279"/>
            <ac:spMk id="139" creationId="{118D3930-55E7-4CB7-B5DD-CD57570D8C89}"/>
          </ac:spMkLst>
        </pc:spChg>
        <pc:spChg chg="add mod">
          <ac:chgData name="Josué Silva de Morais" userId="f406c2cd-edfc-4057-be10-75858098c663" providerId="ADAL" clId="{A1824FC7-00A9-4708-B7FB-71BF84356830}" dt="2026-05-11T15:36:57.131" v="4210"/>
          <ac:spMkLst>
            <pc:docMk/>
            <pc:sldMk cId="1449152946" sldId="279"/>
            <ac:spMk id="140" creationId="{E95E2D18-5CDC-4B4D-B32B-DBE4F9A8B86A}"/>
          </ac:spMkLst>
        </pc:spChg>
        <pc:spChg chg="add mod">
          <ac:chgData name="Josué Silva de Morais" userId="f406c2cd-edfc-4057-be10-75858098c663" providerId="ADAL" clId="{A1824FC7-00A9-4708-B7FB-71BF84356830}" dt="2026-05-11T15:36:57.133" v="4213"/>
          <ac:spMkLst>
            <pc:docMk/>
            <pc:sldMk cId="1449152946" sldId="279"/>
            <ac:spMk id="141" creationId="{80410AD4-FF3D-403D-82EB-387DFCF15D9A}"/>
          </ac:spMkLst>
        </pc:spChg>
        <pc:spChg chg="add mod">
          <ac:chgData name="Josué Silva de Morais" userId="f406c2cd-edfc-4057-be10-75858098c663" providerId="ADAL" clId="{A1824FC7-00A9-4708-B7FB-71BF84356830}" dt="2026-05-11T15:36:57.136" v="4216"/>
          <ac:spMkLst>
            <pc:docMk/>
            <pc:sldMk cId="1449152946" sldId="279"/>
            <ac:spMk id="142" creationId="{DB71E6B4-0E80-4991-8968-C45BDD9076B7}"/>
          </ac:spMkLst>
        </pc:spChg>
        <pc:spChg chg="add mod">
          <ac:chgData name="Josué Silva de Morais" userId="f406c2cd-edfc-4057-be10-75858098c663" providerId="ADAL" clId="{A1824FC7-00A9-4708-B7FB-71BF84356830}" dt="2026-05-11T15:36:57.140" v="4219"/>
          <ac:spMkLst>
            <pc:docMk/>
            <pc:sldMk cId="1449152946" sldId="279"/>
            <ac:spMk id="143" creationId="{C0A9949F-30EB-466C-8AFE-2EBEBD7C0902}"/>
          </ac:spMkLst>
        </pc:spChg>
        <pc:spChg chg="add mod">
          <ac:chgData name="Josué Silva de Morais" userId="f406c2cd-edfc-4057-be10-75858098c663" providerId="ADAL" clId="{A1824FC7-00A9-4708-B7FB-71BF84356830}" dt="2026-05-11T15:36:57.147" v="4225"/>
          <ac:spMkLst>
            <pc:docMk/>
            <pc:sldMk cId="1449152946" sldId="279"/>
            <ac:spMk id="144" creationId="{510488F5-78A6-41DE-8BE9-B1F77371FBC8}"/>
          </ac:spMkLst>
        </pc:spChg>
        <pc:spChg chg="add mod">
          <ac:chgData name="Josué Silva de Morais" userId="f406c2cd-edfc-4057-be10-75858098c663" providerId="ADAL" clId="{A1824FC7-00A9-4708-B7FB-71BF84356830}" dt="2026-05-11T15:36:57.153" v="4231"/>
          <ac:spMkLst>
            <pc:docMk/>
            <pc:sldMk cId="1449152946" sldId="279"/>
            <ac:spMk id="145" creationId="{54F9959D-E121-4564-9A46-DFEF5FF843FF}"/>
          </ac:spMkLst>
        </pc:spChg>
        <pc:spChg chg="add mod">
          <ac:chgData name="Josué Silva de Morais" userId="f406c2cd-edfc-4057-be10-75858098c663" providerId="ADAL" clId="{A1824FC7-00A9-4708-B7FB-71BF84356830}" dt="2026-05-11T15:36:57.161" v="4237"/>
          <ac:spMkLst>
            <pc:docMk/>
            <pc:sldMk cId="1449152946" sldId="279"/>
            <ac:spMk id="146" creationId="{18595B98-C572-4E4D-8D13-CA7BE94A1951}"/>
          </ac:spMkLst>
        </pc:spChg>
        <pc:spChg chg="add mod">
          <ac:chgData name="Josué Silva de Morais" userId="f406c2cd-edfc-4057-be10-75858098c663" providerId="ADAL" clId="{A1824FC7-00A9-4708-B7FB-71BF84356830}" dt="2026-05-11T15:36:57.167" v="4243"/>
          <ac:spMkLst>
            <pc:docMk/>
            <pc:sldMk cId="1449152946" sldId="279"/>
            <ac:spMk id="147" creationId="{5488B8CB-2608-4988-880C-5F125D89BDE0}"/>
          </ac:spMkLst>
        </pc:spChg>
        <pc:spChg chg="add mod">
          <ac:chgData name="Josué Silva de Morais" userId="f406c2cd-edfc-4057-be10-75858098c663" providerId="ADAL" clId="{A1824FC7-00A9-4708-B7FB-71BF84356830}" dt="2026-05-11T15:36:57.178" v="4249"/>
          <ac:spMkLst>
            <pc:docMk/>
            <pc:sldMk cId="1449152946" sldId="279"/>
            <ac:spMk id="148" creationId="{D837500F-39CD-4808-AF97-ED6076966D64}"/>
          </ac:spMkLst>
        </pc:spChg>
        <pc:spChg chg="add mod">
          <ac:chgData name="Josué Silva de Morais" userId="f406c2cd-edfc-4057-be10-75858098c663" providerId="ADAL" clId="{A1824FC7-00A9-4708-B7FB-71BF84356830}" dt="2026-05-11T15:36:57.186" v="4256"/>
          <ac:spMkLst>
            <pc:docMk/>
            <pc:sldMk cId="1449152946" sldId="279"/>
            <ac:spMk id="149" creationId="{A7F07FC5-7BC5-44BC-9AA2-70A9E2CBF112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7:31.293" v="4526"/>
        <pc:sldMkLst>
          <pc:docMk/>
          <pc:sldMk cId="646831409" sldId="280"/>
        </pc:sldMkLst>
        <pc:spChg chg="add mod">
          <ac:chgData name="Josué Silva de Morais" userId="f406c2cd-edfc-4057-be10-75858098c663" providerId="ADAL" clId="{A1824FC7-00A9-4708-B7FB-71BF84356830}" dt="2026-05-11T15:37:30.726" v="4262"/>
          <ac:spMkLst>
            <pc:docMk/>
            <pc:sldMk cId="646831409" sldId="280"/>
            <ac:spMk id="2" creationId="{5D948C84-5B8D-43D5-95E5-BECCC4CBFA16}"/>
          </ac:spMkLst>
        </pc:spChg>
        <pc:spChg chg="add mod">
          <ac:chgData name="Josué Silva de Morais" userId="f406c2cd-edfc-4057-be10-75858098c663" providerId="ADAL" clId="{A1824FC7-00A9-4708-B7FB-71BF84356830}" dt="2026-05-11T15:37:30.742" v="4269"/>
          <ac:spMkLst>
            <pc:docMk/>
            <pc:sldMk cId="646831409" sldId="280"/>
            <ac:spMk id="3" creationId="{73EFA8BC-0729-4129-9C51-E72D10788AD3}"/>
          </ac:spMkLst>
        </pc:spChg>
        <pc:spChg chg="add mod">
          <ac:chgData name="Josué Silva de Morais" userId="f406c2cd-edfc-4057-be10-75858098c663" providerId="ADAL" clId="{A1824FC7-00A9-4708-B7FB-71BF84356830}" dt="2026-05-11T15:37:30.757" v="4275"/>
          <ac:spMkLst>
            <pc:docMk/>
            <pc:sldMk cId="646831409" sldId="280"/>
            <ac:spMk id="4" creationId="{F6ED1E1F-F2D0-47FC-A272-2D182213BC53}"/>
          </ac:spMkLst>
        </pc:spChg>
        <pc:spChg chg="add mod">
          <ac:chgData name="Josué Silva de Morais" userId="f406c2cd-edfc-4057-be10-75858098c663" providerId="ADAL" clId="{A1824FC7-00A9-4708-B7FB-71BF84356830}" dt="2026-05-11T15:37:30.764" v="4279"/>
          <ac:spMkLst>
            <pc:docMk/>
            <pc:sldMk cId="646831409" sldId="280"/>
            <ac:spMk id="5" creationId="{42DE2534-A8B9-4012-95E0-7C5290C19862}"/>
          </ac:spMkLst>
        </pc:spChg>
        <pc:spChg chg="add mod">
          <ac:chgData name="Josué Silva de Morais" userId="f406c2cd-edfc-4057-be10-75858098c663" providerId="ADAL" clId="{A1824FC7-00A9-4708-B7FB-71BF84356830}" dt="2026-05-11T15:37:30.772" v="4282"/>
          <ac:spMkLst>
            <pc:docMk/>
            <pc:sldMk cId="646831409" sldId="280"/>
            <ac:spMk id="6" creationId="{566ECB42-7BFF-4C93-B251-7E2DDB13C03C}"/>
          </ac:spMkLst>
        </pc:spChg>
        <pc:spChg chg="add mod">
          <ac:chgData name="Josué Silva de Morais" userId="f406c2cd-edfc-4057-be10-75858098c663" providerId="ADAL" clId="{A1824FC7-00A9-4708-B7FB-71BF84356830}" dt="2026-05-11T15:37:30.790" v="4289"/>
          <ac:spMkLst>
            <pc:docMk/>
            <pc:sldMk cId="646831409" sldId="280"/>
            <ac:spMk id="7" creationId="{A525DFD9-73C8-4EC3-BB4C-FFFF55200BC6}"/>
          </ac:spMkLst>
        </pc:spChg>
        <pc:spChg chg="add mod">
          <ac:chgData name="Josué Silva de Morais" userId="f406c2cd-edfc-4057-be10-75858098c663" providerId="ADAL" clId="{A1824FC7-00A9-4708-B7FB-71BF84356830}" dt="2026-05-11T15:37:30.800" v="4295"/>
          <ac:spMkLst>
            <pc:docMk/>
            <pc:sldMk cId="646831409" sldId="280"/>
            <ac:spMk id="8" creationId="{5D00B24D-5042-49EA-A1B6-55C09384A54F}"/>
          </ac:spMkLst>
        </pc:spChg>
        <pc:spChg chg="add mod">
          <ac:chgData name="Josué Silva de Morais" userId="f406c2cd-edfc-4057-be10-75858098c663" providerId="ADAL" clId="{A1824FC7-00A9-4708-B7FB-71BF84356830}" dt="2026-05-11T15:37:30.826" v="4306"/>
          <ac:spMkLst>
            <pc:docMk/>
            <pc:sldMk cId="646831409" sldId="280"/>
            <ac:spMk id="9" creationId="{BCCB4125-ED77-4B74-A29D-6E90F2A5C5CE}"/>
          </ac:spMkLst>
        </pc:spChg>
        <pc:spChg chg="add mod">
          <ac:chgData name="Josué Silva de Morais" userId="f406c2cd-edfc-4057-be10-75858098c663" providerId="ADAL" clId="{A1824FC7-00A9-4708-B7FB-71BF84356830}" dt="2026-05-11T15:37:30.840" v="4311"/>
          <ac:spMkLst>
            <pc:docMk/>
            <pc:sldMk cId="646831409" sldId="280"/>
            <ac:spMk id="10" creationId="{235F9C09-24BB-4667-9080-10C80A39B8D3}"/>
          </ac:spMkLst>
        </pc:spChg>
        <pc:spChg chg="add mod">
          <ac:chgData name="Josué Silva de Morais" userId="f406c2cd-edfc-4057-be10-75858098c663" providerId="ADAL" clId="{A1824FC7-00A9-4708-B7FB-71BF84356830}" dt="2026-05-11T15:37:30.855" v="4318"/>
          <ac:spMkLst>
            <pc:docMk/>
            <pc:sldMk cId="646831409" sldId="280"/>
            <ac:spMk id="11" creationId="{93190F40-0D3A-4DB3-9B95-AB9FC86011F6}"/>
          </ac:spMkLst>
        </pc:spChg>
        <pc:spChg chg="add mod">
          <ac:chgData name="Josué Silva de Morais" userId="f406c2cd-edfc-4057-be10-75858098c663" providerId="ADAL" clId="{A1824FC7-00A9-4708-B7FB-71BF84356830}" dt="2026-05-11T15:37:30.880" v="4329"/>
          <ac:spMkLst>
            <pc:docMk/>
            <pc:sldMk cId="646831409" sldId="280"/>
            <ac:spMk id="12" creationId="{6560898A-4C0E-4E4F-848E-31E637A3F63D}"/>
          </ac:spMkLst>
        </pc:spChg>
        <pc:spChg chg="add mod">
          <ac:chgData name="Josué Silva de Morais" userId="f406c2cd-edfc-4057-be10-75858098c663" providerId="ADAL" clId="{A1824FC7-00A9-4708-B7FB-71BF84356830}" dt="2026-05-11T15:37:30.892" v="4334"/>
          <ac:spMkLst>
            <pc:docMk/>
            <pc:sldMk cId="646831409" sldId="280"/>
            <ac:spMk id="13" creationId="{C4D1E013-E34D-4761-8F1D-40657F511EE2}"/>
          </ac:spMkLst>
        </pc:spChg>
        <pc:spChg chg="add mod">
          <ac:chgData name="Josué Silva de Morais" userId="f406c2cd-edfc-4057-be10-75858098c663" providerId="ADAL" clId="{A1824FC7-00A9-4708-B7FB-71BF84356830}" dt="2026-05-11T15:37:30.908" v="4341"/>
          <ac:spMkLst>
            <pc:docMk/>
            <pc:sldMk cId="646831409" sldId="280"/>
            <ac:spMk id="14" creationId="{5C6CB2C7-8EE3-4AA3-B377-442B7323A216}"/>
          </ac:spMkLst>
        </pc:spChg>
        <pc:spChg chg="add mod">
          <ac:chgData name="Josué Silva de Morais" userId="f406c2cd-edfc-4057-be10-75858098c663" providerId="ADAL" clId="{A1824FC7-00A9-4708-B7FB-71BF84356830}" dt="2026-05-11T15:37:30.930" v="4352"/>
          <ac:spMkLst>
            <pc:docMk/>
            <pc:sldMk cId="646831409" sldId="280"/>
            <ac:spMk id="15" creationId="{0086BA22-DA77-440A-B104-989834613AC7}"/>
          </ac:spMkLst>
        </pc:spChg>
        <pc:spChg chg="add mod">
          <ac:chgData name="Josué Silva de Morais" userId="f406c2cd-edfc-4057-be10-75858098c663" providerId="ADAL" clId="{A1824FC7-00A9-4708-B7FB-71BF84356830}" dt="2026-05-11T15:37:30.942" v="4357"/>
          <ac:spMkLst>
            <pc:docMk/>
            <pc:sldMk cId="646831409" sldId="280"/>
            <ac:spMk id="16" creationId="{389A1D58-5CB6-41F5-8FDD-23AF58C79723}"/>
          </ac:spMkLst>
        </pc:spChg>
        <pc:spChg chg="add mod">
          <ac:chgData name="Josué Silva de Morais" userId="f406c2cd-edfc-4057-be10-75858098c663" providerId="ADAL" clId="{A1824FC7-00A9-4708-B7FB-71BF84356830}" dt="2026-05-11T15:37:30.958" v="4364"/>
          <ac:spMkLst>
            <pc:docMk/>
            <pc:sldMk cId="646831409" sldId="280"/>
            <ac:spMk id="17" creationId="{8CDDEA58-5850-412E-966E-46C7ECBF39E5}"/>
          </ac:spMkLst>
        </pc:spChg>
        <pc:spChg chg="add mod">
          <ac:chgData name="Josué Silva de Morais" userId="f406c2cd-edfc-4057-be10-75858098c663" providerId="ADAL" clId="{A1824FC7-00A9-4708-B7FB-71BF84356830}" dt="2026-05-11T15:37:30.978" v="4375"/>
          <ac:spMkLst>
            <pc:docMk/>
            <pc:sldMk cId="646831409" sldId="280"/>
            <ac:spMk id="18" creationId="{A69B71DD-7860-4B88-B7D4-01DCD9F8A984}"/>
          </ac:spMkLst>
        </pc:spChg>
        <pc:spChg chg="add mod">
          <ac:chgData name="Josué Silva de Morais" userId="f406c2cd-edfc-4057-be10-75858098c663" providerId="ADAL" clId="{A1824FC7-00A9-4708-B7FB-71BF84356830}" dt="2026-05-11T15:37:30.990" v="4380"/>
          <ac:spMkLst>
            <pc:docMk/>
            <pc:sldMk cId="646831409" sldId="280"/>
            <ac:spMk id="19" creationId="{D66A4761-C6BC-4933-8348-A0311E26080C}"/>
          </ac:spMkLst>
        </pc:spChg>
        <pc:spChg chg="add mod">
          <ac:chgData name="Josué Silva de Morais" userId="f406c2cd-edfc-4057-be10-75858098c663" providerId="ADAL" clId="{A1824FC7-00A9-4708-B7FB-71BF84356830}" dt="2026-05-11T15:37:31.005" v="4387"/>
          <ac:spMkLst>
            <pc:docMk/>
            <pc:sldMk cId="646831409" sldId="280"/>
            <ac:spMk id="20" creationId="{EE2C66FC-977E-427D-BC3D-4892BCA06971}"/>
          </ac:spMkLst>
        </pc:spChg>
        <pc:spChg chg="add mod">
          <ac:chgData name="Josué Silva de Morais" userId="f406c2cd-edfc-4057-be10-75858098c663" providerId="ADAL" clId="{A1824FC7-00A9-4708-B7FB-71BF84356830}" dt="2026-05-11T15:37:31.012" v="4391"/>
          <ac:spMkLst>
            <pc:docMk/>
            <pc:sldMk cId="646831409" sldId="280"/>
            <ac:spMk id="21" creationId="{4675CD2B-C591-46C0-A029-E86D12A81CB3}"/>
          </ac:spMkLst>
        </pc:spChg>
        <pc:spChg chg="add mod">
          <ac:chgData name="Josué Silva de Morais" userId="f406c2cd-edfc-4057-be10-75858098c663" providerId="ADAL" clId="{A1824FC7-00A9-4708-B7FB-71BF84356830}" dt="2026-05-11T15:37:31.016" v="4394"/>
          <ac:spMkLst>
            <pc:docMk/>
            <pc:sldMk cId="646831409" sldId="280"/>
            <ac:spMk id="22" creationId="{660318A6-43B9-49A7-8D26-68A175080C53}"/>
          </ac:spMkLst>
        </pc:spChg>
        <pc:spChg chg="add mod">
          <ac:chgData name="Josué Silva de Morais" userId="f406c2cd-edfc-4057-be10-75858098c663" providerId="ADAL" clId="{A1824FC7-00A9-4708-B7FB-71BF84356830}" dt="2026-05-11T15:37:31.030" v="4401"/>
          <ac:spMkLst>
            <pc:docMk/>
            <pc:sldMk cId="646831409" sldId="280"/>
            <ac:spMk id="23" creationId="{A84EEAAE-A9A2-4EE8-998A-E4E89D5A7744}"/>
          </ac:spMkLst>
        </pc:spChg>
        <pc:spChg chg="add mod">
          <ac:chgData name="Josué Silva de Morais" userId="f406c2cd-edfc-4057-be10-75858098c663" providerId="ADAL" clId="{A1824FC7-00A9-4708-B7FB-71BF84356830}" dt="2026-05-11T15:37:31.042" v="4407"/>
          <ac:spMkLst>
            <pc:docMk/>
            <pc:sldMk cId="646831409" sldId="280"/>
            <ac:spMk id="24" creationId="{C8A8D3DD-3D66-450B-ABDB-9B4AA5D2F63E}"/>
          </ac:spMkLst>
        </pc:spChg>
        <pc:spChg chg="add mod">
          <ac:chgData name="Josué Silva de Morais" userId="f406c2cd-edfc-4057-be10-75858098c663" providerId="ADAL" clId="{A1824FC7-00A9-4708-B7FB-71BF84356830}" dt="2026-05-11T15:37:31.062" v="4418"/>
          <ac:spMkLst>
            <pc:docMk/>
            <pc:sldMk cId="646831409" sldId="280"/>
            <ac:spMk id="25" creationId="{93EFBADF-60CB-4BC3-8348-ECC7AE1BFADF}"/>
          </ac:spMkLst>
        </pc:spChg>
        <pc:spChg chg="add mod">
          <ac:chgData name="Josué Silva de Morais" userId="f406c2cd-edfc-4057-be10-75858098c663" providerId="ADAL" clId="{A1824FC7-00A9-4708-B7FB-71BF84356830}" dt="2026-05-11T15:37:31.075" v="4423"/>
          <ac:spMkLst>
            <pc:docMk/>
            <pc:sldMk cId="646831409" sldId="280"/>
            <ac:spMk id="26" creationId="{BB9A3238-5976-43D9-89BB-0132A689E273}"/>
          </ac:spMkLst>
        </pc:spChg>
        <pc:spChg chg="add mod">
          <ac:chgData name="Josué Silva de Morais" userId="f406c2cd-edfc-4057-be10-75858098c663" providerId="ADAL" clId="{A1824FC7-00A9-4708-B7FB-71BF84356830}" dt="2026-05-11T15:37:31.090" v="4430"/>
          <ac:spMkLst>
            <pc:docMk/>
            <pc:sldMk cId="646831409" sldId="280"/>
            <ac:spMk id="27" creationId="{8D6711B3-14FA-44BC-95C5-F29B35A22D77}"/>
          </ac:spMkLst>
        </pc:spChg>
        <pc:spChg chg="add mod">
          <ac:chgData name="Josué Silva de Morais" userId="f406c2cd-edfc-4057-be10-75858098c663" providerId="ADAL" clId="{A1824FC7-00A9-4708-B7FB-71BF84356830}" dt="2026-05-11T15:37:31.111" v="4441"/>
          <ac:spMkLst>
            <pc:docMk/>
            <pc:sldMk cId="646831409" sldId="280"/>
            <ac:spMk id="28" creationId="{3FCC9926-A66B-4726-8EB3-FBAA87E53F95}"/>
          </ac:spMkLst>
        </pc:spChg>
        <pc:spChg chg="add mod">
          <ac:chgData name="Josué Silva de Morais" userId="f406c2cd-edfc-4057-be10-75858098c663" providerId="ADAL" clId="{A1824FC7-00A9-4708-B7FB-71BF84356830}" dt="2026-05-11T15:37:31.123" v="4446"/>
          <ac:spMkLst>
            <pc:docMk/>
            <pc:sldMk cId="646831409" sldId="280"/>
            <ac:spMk id="29" creationId="{42B661D8-AC59-458E-848A-0CE64C38E419}"/>
          </ac:spMkLst>
        </pc:spChg>
        <pc:spChg chg="add mod">
          <ac:chgData name="Josué Silva de Morais" userId="f406c2cd-edfc-4057-be10-75858098c663" providerId="ADAL" clId="{A1824FC7-00A9-4708-B7FB-71BF84356830}" dt="2026-05-11T15:37:31.139" v="4453"/>
          <ac:spMkLst>
            <pc:docMk/>
            <pc:sldMk cId="646831409" sldId="280"/>
            <ac:spMk id="30" creationId="{B188BEC2-365F-4327-8724-D23C1829F49A}"/>
          </ac:spMkLst>
        </pc:spChg>
        <pc:spChg chg="add mod">
          <ac:chgData name="Josué Silva de Morais" userId="f406c2cd-edfc-4057-be10-75858098c663" providerId="ADAL" clId="{A1824FC7-00A9-4708-B7FB-71BF84356830}" dt="2026-05-11T15:37:31.160" v="4464"/>
          <ac:spMkLst>
            <pc:docMk/>
            <pc:sldMk cId="646831409" sldId="280"/>
            <ac:spMk id="31" creationId="{E807B79D-2CA3-4F65-A836-55EFCD4A2EDE}"/>
          </ac:spMkLst>
        </pc:spChg>
        <pc:spChg chg="add mod">
          <ac:chgData name="Josué Silva de Morais" userId="f406c2cd-edfc-4057-be10-75858098c663" providerId="ADAL" clId="{A1824FC7-00A9-4708-B7FB-71BF84356830}" dt="2026-05-11T15:37:31.173" v="4469"/>
          <ac:spMkLst>
            <pc:docMk/>
            <pc:sldMk cId="646831409" sldId="280"/>
            <ac:spMk id="32" creationId="{52A3B8E4-3018-4B86-BCA8-94F4B77EEB66}"/>
          </ac:spMkLst>
        </pc:spChg>
        <pc:spChg chg="add mod">
          <ac:chgData name="Josué Silva de Morais" userId="f406c2cd-edfc-4057-be10-75858098c663" providerId="ADAL" clId="{A1824FC7-00A9-4708-B7FB-71BF84356830}" dt="2026-05-11T15:37:31.188" v="4476"/>
          <ac:spMkLst>
            <pc:docMk/>
            <pc:sldMk cId="646831409" sldId="280"/>
            <ac:spMk id="33" creationId="{F271FA08-16E2-4B9B-99CF-A31808E1AD9F}"/>
          </ac:spMkLst>
        </pc:spChg>
        <pc:spChg chg="add mod">
          <ac:chgData name="Josué Silva de Morais" userId="f406c2cd-edfc-4057-be10-75858098c663" providerId="ADAL" clId="{A1824FC7-00A9-4708-B7FB-71BF84356830}" dt="2026-05-11T15:37:31.209" v="4487"/>
          <ac:spMkLst>
            <pc:docMk/>
            <pc:sldMk cId="646831409" sldId="280"/>
            <ac:spMk id="34" creationId="{1E9FE9B9-A8E1-4CAA-AFD7-4D654E7E52EC}"/>
          </ac:spMkLst>
        </pc:spChg>
        <pc:spChg chg="add mod">
          <ac:chgData name="Josué Silva de Morais" userId="f406c2cd-edfc-4057-be10-75858098c663" providerId="ADAL" clId="{A1824FC7-00A9-4708-B7FB-71BF84356830}" dt="2026-05-11T15:37:31.220" v="4492"/>
          <ac:spMkLst>
            <pc:docMk/>
            <pc:sldMk cId="646831409" sldId="280"/>
            <ac:spMk id="35" creationId="{26F0D2DF-90E5-4627-BBC1-9EE25F6E9171}"/>
          </ac:spMkLst>
        </pc:spChg>
        <pc:spChg chg="add mod">
          <ac:chgData name="Josué Silva de Morais" userId="f406c2cd-edfc-4057-be10-75858098c663" providerId="ADAL" clId="{A1824FC7-00A9-4708-B7FB-71BF84356830}" dt="2026-05-11T15:37:31.236" v="4499"/>
          <ac:spMkLst>
            <pc:docMk/>
            <pc:sldMk cId="646831409" sldId="280"/>
            <ac:spMk id="36" creationId="{04455951-9D2F-4F47-B612-688B454FF368}"/>
          </ac:spMkLst>
        </pc:spChg>
        <pc:spChg chg="add mod">
          <ac:chgData name="Josué Silva de Morais" userId="f406c2cd-edfc-4057-be10-75858098c663" providerId="ADAL" clId="{A1824FC7-00A9-4708-B7FB-71BF84356830}" dt="2026-05-11T15:37:31.242" v="4503"/>
          <ac:spMkLst>
            <pc:docMk/>
            <pc:sldMk cId="646831409" sldId="280"/>
            <ac:spMk id="37" creationId="{065AFBFE-54DF-403A-92DC-546288BFDAF7}"/>
          </ac:spMkLst>
        </pc:spChg>
        <pc:spChg chg="add mod">
          <ac:chgData name="Josué Silva de Morais" userId="f406c2cd-edfc-4057-be10-75858098c663" providerId="ADAL" clId="{A1824FC7-00A9-4708-B7FB-71BF84356830}" dt="2026-05-11T15:37:31.263" v="4513"/>
          <ac:spMkLst>
            <pc:docMk/>
            <pc:sldMk cId="646831409" sldId="280"/>
            <ac:spMk id="38" creationId="{87C0C4B2-76EB-4DB8-AE3A-2C4003B64B6F}"/>
          </ac:spMkLst>
        </pc:spChg>
        <pc:spChg chg="add mod">
          <ac:chgData name="Josué Silva de Morais" userId="f406c2cd-edfc-4057-be10-75858098c663" providerId="ADAL" clId="{A1824FC7-00A9-4708-B7FB-71BF84356830}" dt="2026-05-11T15:37:31.277" v="4520"/>
          <ac:spMkLst>
            <pc:docMk/>
            <pc:sldMk cId="646831409" sldId="280"/>
            <ac:spMk id="39" creationId="{9C51EC38-BB63-45F8-BAC3-466FF16E8E8C}"/>
          </ac:spMkLst>
        </pc:spChg>
        <pc:spChg chg="add mod">
          <ac:chgData name="Josué Silva de Morais" userId="f406c2cd-edfc-4057-be10-75858098c663" providerId="ADAL" clId="{A1824FC7-00A9-4708-B7FB-71BF84356830}" dt="2026-05-11T15:37:31.293" v="4526"/>
          <ac:spMkLst>
            <pc:docMk/>
            <pc:sldMk cId="646831409" sldId="280"/>
            <ac:spMk id="40" creationId="{5A2E2077-7D77-46B6-80B0-2123302993B9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2:52.230" v="11369" actId="962"/>
        <pc:sldMkLst>
          <pc:docMk/>
          <pc:sldMk cId="1137979743" sldId="281"/>
        </pc:sldMkLst>
        <pc:spChg chg="add mod">
          <ac:chgData name="Josué Silva de Morais" userId="f406c2cd-edfc-4057-be10-75858098c663" providerId="ADAL" clId="{A1824FC7-00A9-4708-B7FB-71BF84356830}" dt="2026-05-11T15:38:01.106" v="4530"/>
          <ac:spMkLst>
            <pc:docMk/>
            <pc:sldMk cId="1137979743" sldId="281"/>
            <ac:spMk id="2" creationId="{B3804A11-E477-4C3A-821F-894876E29EE5}"/>
          </ac:spMkLst>
        </pc:spChg>
        <pc:spChg chg="add mod">
          <ac:chgData name="Josué Silva de Morais" userId="f406c2cd-edfc-4057-be10-75858098c663" providerId="ADAL" clId="{A1824FC7-00A9-4708-B7FB-71BF84356830}" dt="2026-05-11T15:38:01.114" v="4537"/>
          <ac:spMkLst>
            <pc:docMk/>
            <pc:sldMk cId="1137979743" sldId="281"/>
            <ac:spMk id="3" creationId="{9E97730D-9A79-42F2-9766-AFA9D88D2481}"/>
          </ac:spMkLst>
        </pc:spChg>
        <pc:spChg chg="add mod">
          <ac:chgData name="Josué Silva de Morais" userId="f406c2cd-edfc-4057-be10-75858098c663" providerId="ADAL" clId="{A1824FC7-00A9-4708-B7FB-71BF84356830}" dt="2026-05-11T15:38:01.124" v="4544"/>
          <ac:spMkLst>
            <pc:docMk/>
            <pc:sldMk cId="1137979743" sldId="281"/>
            <ac:spMk id="4" creationId="{47D29C14-FDC8-421A-BF06-1030D103F5E4}"/>
          </ac:spMkLst>
        </pc:spChg>
        <pc:spChg chg="add mod">
          <ac:chgData name="Josué Silva de Morais" userId="f406c2cd-edfc-4057-be10-75858098c663" providerId="ADAL" clId="{A1824FC7-00A9-4708-B7FB-71BF84356830}" dt="2026-05-11T16:22:52.230" v="11369" actId="962"/>
          <ac:spMkLst>
            <pc:docMk/>
            <pc:sldMk cId="1137979743" sldId="281"/>
            <ac:spMk id="5" creationId="{80D8D787-C1FB-4737-89DC-C607F7A7A92E}"/>
          </ac:spMkLst>
        </pc:spChg>
        <pc:spChg chg="add mod">
          <ac:chgData name="Josué Silva de Morais" userId="f406c2cd-edfc-4057-be10-75858098c663" providerId="ADAL" clId="{A1824FC7-00A9-4708-B7FB-71BF84356830}" dt="2026-05-11T15:38:01.127" v="4550"/>
          <ac:spMkLst>
            <pc:docMk/>
            <pc:sldMk cId="1137979743" sldId="281"/>
            <ac:spMk id="6" creationId="{7CE6ED6E-C470-4CCA-9F4D-8454B003ED12}"/>
          </ac:spMkLst>
        </pc:spChg>
        <pc:spChg chg="add mod">
          <ac:chgData name="Josué Silva de Morais" userId="f406c2cd-edfc-4057-be10-75858098c663" providerId="ADAL" clId="{A1824FC7-00A9-4708-B7FB-71BF84356830}" dt="2026-05-11T15:38:01.132" v="4553"/>
          <ac:spMkLst>
            <pc:docMk/>
            <pc:sldMk cId="1137979743" sldId="281"/>
            <ac:spMk id="7" creationId="{702A53B2-BFF1-4CF7-8ADB-9D536E2C59DF}"/>
          </ac:spMkLst>
        </pc:spChg>
        <pc:spChg chg="add mod">
          <ac:chgData name="Josué Silva de Morais" userId="f406c2cd-edfc-4057-be10-75858098c663" providerId="ADAL" clId="{A1824FC7-00A9-4708-B7FB-71BF84356830}" dt="2026-05-11T15:38:01.136" v="4556"/>
          <ac:spMkLst>
            <pc:docMk/>
            <pc:sldMk cId="1137979743" sldId="281"/>
            <ac:spMk id="8" creationId="{40C312EE-3710-49F2-B0A0-124E993ACA5B}"/>
          </ac:spMkLst>
        </pc:spChg>
        <pc:spChg chg="add mod">
          <ac:chgData name="Josué Silva de Morais" userId="f406c2cd-edfc-4057-be10-75858098c663" providerId="ADAL" clId="{A1824FC7-00A9-4708-B7FB-71BF84356830}" dt="2026-05-11T15:38:01.138" v="4559"/>
          <ac:spMkLst>
            <pc:docMk/>
            <pc:sldMk cId="1137979743" sldId="281"/>
            <ac:spMk id="9" creationId="{3E5F8DA5-E04E-4C67-987A-B3780EC2268D}"/>
          </ac:spMkLst>
        </pc:spChg>
        <pc:spChg chg="add mod">
          <ac:chgData name="Josué Silva de Morais" userId="f406c2cd-edfc-4057-be10-75858098c663" providerId="ADAL" clId="{A1824FC7-00A9-4708-B7FB-71BF84356830}" dt="2026-05-11T15:38:01.145" v="4565"/>
          <ac:spMkLst>
            <pc:docMk/>
            <pc:sldMk cId="1137979743" sldId="281"/>
            <ac:spMk id="10" creationId="{288E6A25-1FDE-44F9-B724-B4BBA2C44E86}"/>
          </ac:spMkLst>
        </pc:spChg>
        <pc:spChg chg="add mod">
          <ac:chgData name="Josué Silva de Morais" userId="f406c2cd-edfc-4057-be10-75858098c663" providerId="ADAL" clId="{A1824FC7-00A9-4708-B7FB-71BF84356830}" dt="2026-05-11T15:38:01.154" v="4571"/>
          <ac:spMkLst>
            <pc:docMk/>
            <pc:sldMk cId="1137979743" sldId="281"/>
            <ac:spMk id="11" creationId="{5DDDC1ED-FAEF-446B-9057-3C5D6E8F33A4}"/>
          </ac:spMkLst>
        </pc:spChg>
        <pc:spChg chg="add mod">
          <ac:chgData name="Josué Silva de Morais" userId="f406c2cd-edfc-4057-be10-75858098c663" providerId="ADAL" clId="{A1824FC7-00A9-4708-B7FB-71BF84356830}" dt="2026-05-11T15:38:01.160" v="4577"/>
          <ac:spMkLst>
            <pc:docMk/>
            <pc:sldMk cId="1137979743" sldId="281"/>
            <ac:spMk id="12" creationId="{02461E63-19C2-4FF4-A1EC-17CD11E63DCD}"/>
          </ac:spMkLst>
        </pc:spChg>
        <pc:spChg chg="add mod">
          <ac:chgData name="Josué Silva de Morais" userId="f406c2cd-edfc-4057-be10-75858098c663" providerId="ADAL" clId="{A1824FC7-00A9-4708-B7FB-71BF84356830}" dt="2026-05-11T15:38:01.168" v="4583"/>
          <ac:spMkLst>
            <pc:docMk/>
            <pc:sldMk cId="1137979743" sldId="281"/>
            <ac:spMk id="13" creationId="{3C816B6B-6600-402B-B8F9-4D3E6BD6767F}"/>
          </ac:spMkLst>
        </pc:spChg>
        <pc:spChg chg="add mod">
          <ac:chgData name="Josué Silva de Morais" userId="f406c2cd-edfc-4057-be10-75858098c663" providerId="ADAL" clId="{A1824FC7-00A9-4708-B7FB-71BF84356830}" dt="2026-05-11T15:38:01.173" v="4589"/>
          <ac:spMkLst>
            <pc:docMk/>
            <pc:sldMk cId="1137979743" sldId="281"/>
            <ac:spMk id="14" creationId="{6C20E40B-C591-4935-9B28-397C02FB6C29}"/>
          </ac:spMkLst>
        </pc:spChg>
        <pc:spChg chg="add mod">
          <ac:chgData name="Josué Silva de Morais" userId="f406c2cd-edfc-4057-be10-75858098c663" providerId="ADAL" clId="{A1824FC7-00A9-4708-B7FB-71BF84356830}" dt="2026-05-11T15:38:01.179" v="4595"/>
          <ac:spMkLst>
            <pc:docMk/>
            <pc:sldMk cId="1137979743" sldId="281"/>
            <ac:spMk id="15" creationId="{4DD46906-0114-47BF-B6BD-B05DA2F5CFE6}"/>
          </ac:spMkLst>
        </pc:spChg>
        <pc:spChg chg="add mod">
          <ac:chgData name="Josué Silva de Morais" userId="f406c2cd-edfc-4057-be10-75858098c663" providerId="ADAL" clId="{A1824FC7-00A9-4708-B7FB-71BF84356830}" dt="2026-05-11T15:38:01.188" v="4601"/>
          <ac:spMkLst>
            <pc:docMk/>
            <pc:sldMk cId="1137979743" sldId="281"/>
            <ac:spMk id="16" creationId="{D38C71CB-28DF-4433-B42D-A1B6C396916E}"/>
          </ac:spMkLst>
        </pc:spChg>
        <pc:spChg chg="add mod">
          <ac:chgData name="Josué Silva de Morais" userId="f406c2cd-edfc-4057-be10-75858098c663" providerId="ADAL" clId="{A1824FC7-00A9-4708-B7FB-71BF84356830}" dt="2026-05-11T15:38:01.194" v="4607"/>
          <ac:spMkLst>
            <pc:docMk/>
            <pc:sldMk cId="1137979743" sldId="281"/>
            <ac:spMk id="17" creationId="{A6A63D46-C9FB-4BA5-8702-1AC5BC3343EB}"/>
          </ac:spMkLst>
        </pc:spChg>
        <pc:spChg chg="add mod">
          <ac:chgData name="Josué Silva de Morais" userId="f406c2cd-edfc-4057-be10-75858098c663" providerId="ADAL" clId="{A1824FC7-00A9-4708-B7FB-71BF84356830}" dt="2026-05-11T15:38:01.203" v="4613"/>
          <ac:spMkLst>
            <pc:docMk/>
            <pc:sldMk cId="1137979743" sldId="281"/>
            <ac:spMk id="18" creationId="{7AE90221-C000-418F-AAC6-08366CA14090}"/>
          </ac:spMkLst>
        </pc:spChg>
        <pc:spChg chg="add mod">
          <ac:chgData name="Josué Silva de Morais" userId="f406c2cd-edfc-4057-be10-75858098c663" providerId="ADAL" clId="{A1824FC7-00A9-4708-B7FB-71BF84356830}" dt="2026-05-11T15:38:01.209" v="4619"/>
          <ac:spMkLst>
            <pc:docMk/>
            <pc:sldMk cId="1137979743" sldId="281"/>
            <ac:spMk id="19" creationId="{A82B5E00-92B7-4EFD-9092-1C543DD849FC}"/>
          </ac:spMkLst>
        </pc:spChg>
        <pc:spChg chg="add mod">
          <ac:chgData name="Josué Silva de Morais" userId="f406c2cd-edfc-4057-be10-75858098c663" providerId="ADAL" clId="{A1824FC7-00A9-4708-B7FB-71BF84356830}" dt="2026-05-11T15:38:01.216" v="4625"/>
          <ac:spMkLst>
            <pc:docMk/>
            <pc:sldMk cId="1137979743" sldId="281"/>
            <ac:spMk id="20" creationId="{3EFB0B31-3902-4E8F-8902-CB9750BDCD87}"/>
          </ac:spMkLst>
        </pc:spChg>
        <pc:spChg chg="add mod">
          <ac:chgData name="Josué Silva de Morais" userId="f406c2cd-edfc-4057-be10-75858098c663" providerId="ADAL" clId="{A1824FC7-00A9-4708-B7FB-71BF84356830}" dt="2026-05-11T15:38:01.223" v="4631"/>
          <ac:spMkLst>
            <pc:docMk/>
            <pc:sldMk cId="1137979743" sldId="281"/>
            <ac:spMk id="21" creationId="{79FB64DF-3B37-4355-B859-9608B90B472A}"/>
          </ac:spMkLst>
        </pc:spChg>
        <pc:spChg chg="add mod">
          <ac:chgData name="Josué Silva de Morais" userId="f406c2cd-edfc-4057-be10-75858098c663" providerId="ADAL" clId="{A1824FC7-00A9-4708-B7FB-71BF84356830}" dt="2026-05-11T15:38:01.228" v="4637"/>
          <ac:spMkLst>
            <pc:docMk/>
            <pc:sldMk cId="1137979743" sldId="281"/>
            <ac:spMk id="22" creationId="{9B7595BC-65D7-42DE-B823-EA1F3B63E726}"/>
          </ac:spMkLst>
        </pc:spChg>
        <pc:spChg chg="add mod">
          <ac:chgData name="Josué Silva de Morais" userId="f406c2cd-edfc-4057-be10-75858098c663" providerId="ADAL" clId="{A1824FC7-00A9-4708-B7FB-71BF84356830}" dt="2026-05-11T15:38:01.237" v="4643"/>
          <ac:spMkLst>
            <pc:docMk/>
            <pc:sldMk cId="1137979743" sldId="281"/>
            <ac:spMk id="23" creationId="{04F98BD0-BC00-4FAB-9EF0-BE92B9CB3B67}"/>
          </ac:spMkLst>
        </pc:spChg>
        <pc:spChg chg="add mod">
          <ac:chgData name="Josué Silva de Morais" userId="f406c2cd-edfc-4057-be10-75858098c663" providerId="ADAL" clId="{A1824FC7-00A9-4708-B7FB-71BF84356830}" dt="2026-05-11T15:38:01.242" v="4649"/>
          <ac:spMkLst>
            <pc:docMk/>
            <pc:sldMk cId="1137979743" sldId="281"/>
            <ac:spMk id="24" creationId="{8E809EC2-A515-4B9E-B146-7C6FA46860A8}"/>
          </ac:spMkLst>
        </pc:spChg>
        <pc:spChg chg="add mod">
          <ac:chgData name="Josué Silva de Morais" userId="f406c2cd-edfc-4057-be10-75858098c663" providerId="ADAL" clId="{A1824FC7-00A9-4708-B7FB-71BF84356830}" dt="2026-05-11T15:38:01.251" v="4655"/>
          <ac:spMkLst>
            <pc:docMk/>
            <pc:sldMk cId="1137979743" sldId="281"/>
            <ac:spMk id="25" creationId="{89618D23-448B-462E-8FDB-A3B9ABC9173E}"/>
          </ac:spMkLst>
        </pc:spChg>
        <pc:spChg chg="add mod">
          <ac:chgData name="Josué Silva de Morais" userId="f406c2cd-edfc-4057-be10-75858098c663" providerId="ADAL" clId="{A1824FC7-00A9-4708-B7FB-71BF84356830}" dt="2026-05-11T15:38:01.256" v="4661"/>
          <ac:spMkLst>
            <pc:docMk/>
            <pc:sldMk cId="1137979743" sldId="281"/>
            <ac:spMk id="26" creationId="{52F01B9A-AE3C-4662-A8B4-F99BF9A13BC3}"/>
          </ac:spMkLst>
        </pc:spChg>
        <pc:spChg chg="add mod">
          <ac:chgData name="Josué Silva de Morais" userId="f406c2cd-edfc-4057-be10-75858098c663" providerId="ADAL" clId="{A1824FC7-00A9-4708-B7FB-71BF84356830}" dt="2026-05-11T15:38:01.265" v="4667"/>
          <ac:spMkLst>
            <pc:docMk/>
            <pc:sldMk cId="1137979743" sldId="281"/>
            <ac:spMk id="27" creationId="{E999E5FC-460A-43FC-9CFB-8CF754AEE553}"/>
          </ac:spMkLst>
        </pc:spChg>
        <pc:spChg chg="add mod">
          <ac:chgData name="Josué Silva de Morais" userId="f406c2cd-edfc-4057-be10-75858098c663" providerId="ADAL" clId="{A1824FC7-00A9-4708-B7FB-71BF84356830}" dt="2026-05-11T15:38:01.272" v="4673"/>
          <ac:spMkLst>
            <pc:docMk/>
            <pc:sldMk cId="1137979743" sldId="281"/>
            <ac:spMk id="28" creationId="{956FFCD6-AB68-4857-994B-F9015AB40465}"/>
          </ac:spMkLst>
        </pc:spChg>
        <pc:spChg chg="add mod">
          <ac:chgData name="Josué Silva de Morais" userId="f406c2cd-edfc-4057-be10-75858098c663" providerId="ADAL" clId="{A1824FC7-00A9-4708-B7FB-71BF84356830}" dt="2026-05-11T15:38:01.279" v="4679"/>
          <ac:spMkLst>
            <pc:docMk/>
            <pc:sldMk cId="1137979743" sldId="281"/>
            <ac:spMk id="29" creationId="{3FAC8800-DE5F-4345-A845-B076A8A99393}"/>
          </ac:spMkLst>
        </pc:spChg>
        <pc:spChg chg="add mod">
          <ac:chgData name="Josué Silva de Morais" userId="f406c2cd-edfc-4057-be10-75858098c663" providerId="ADAL" clId="{A1824FC7-00A9-4708-B7FB-71BF84356830}" dt="2026-05-11T15:38:01.288" v="4685"/>
          <ac:spMkLst>
            <pc:docMk/>
            <pc:sldMk cId="1137979743" sldId="281"/>
            <ac:spMk id="30" creationId="{ABD88648-8DF3-45F5-A402-13015ADD3D98}"/>
          </ac:spMkLst>
        </pc:spChg>
        <pc:spChg chg="add mod">
          <ac:chgData name="Josué Silva de Morais" userId="f406c2cd-edfc-4057-be10-75858098c663" providerId="ADAL" clId="{A1824FC7-00A9-4708-B7FB-71BF84356830}" dt="2026-05-11T15:38:01.293" v="4691"/>
          <ac:spMkLst>
            <pc:docMk/>
            <pc:sldMk cId="1137979743" sldId="281"/>
            <ac:spMk id="31" creationId="{DD0A1610-800B-47D0-8F04-C3EC3772AA7F}"/>
          </ac:spMkLst>
        </pc:spChg>
        <pc:spChg chg="add mod">
          <ac:chgData name="Josué Silva de Morais" userId="f406c2cd-edfc-4057-be10-75858098c663" providerId="ADAL" clId="{A1824FC7-00A9-4708-B7FB-71BF84356830}" dt="2026-05-11T15:38:01.303" v="4697"/>
          <ac:spMkLst>
            <pc:docMk/>
            <pc:sldMk cId="1137979743" sldId="281"/>
            <ac:spMk id="32" creationId="{ED6627C9-57A2-4F1B-A1AC-5E7DD989459E}"/>
          </ac:spMkLst>
        </pc:spChg>
        <pc:spChg chg="add mod">
          <ac:chgData name="Josué Silva de Morais" userId="f406c2cd-edfc-4057-be10-75858098c663" providerId="ADAL" clId="{A1824FC7-00A9-4708-B7FB-71BF84356830}" dt="2026-05-11T15:38:01.306" v="4701"/>
          <ac:spMkLst>
            <pc:docMk/>
            <pc:sldMk cId="1137979743" sldId="281"/>
            <ac:spMk id="33" creationId="{3FC06DC4-1769-4ABF-B374-F83AFC99BD34}"/>
          </ac:spMkLst>
        </pc:spChg>
        <pc:spChg chg="add mod">
          <ac:chgData name="Josué Silva de Morais" userId="f406c2cd-edfc-4057-be10-75858098c663" providerId="ADAL" clId="{A1824FC7-00A9-4708-B7FB-71BF84356830}" dt="2026-05-11T15:38:01.308" v="4704"/>
          <ac:spMkLst>
            <pc:docMk/>
            <pc:sldMk cId="1137979743" sldId="281"/>
            <ac:spMk id="34" creationId="{69910586-9BE5-42D2-B3DC-6194605423F8}"/>
          </ac:spMkLst>
        </pc:spChg>
        <pc:spChg chg="add mod">
          <ac:chgData name="Josué Silva de Morais" userId="f406c2cd-edfc-4057-be10-75858098c663" providerId="ADAL" clId="{A1824FC7-00A9-4708-B7FB-71BF84356830}" dt="2026-05-11T15:38:01.318" v="4711"/>
          <ac:spMkLst>
            <pc:docMk/>
            <pc:sldMk cId="1137979743" sldId="281"/>
            <ac:spMk id="35" creationId="{E14B2A86-A6F1-4A7D-893D-AE16976C2479}"/>
          </ac:spMkLst>
        </pc:spChg>
        <pc:spChg chg="add mod">
          <ac:chgData name="Josué Silva de Morais" userId="f406c2cd-edfc-4057-be10-75858098c663" providerId="ADAL" clId="{A1824FC7-00A9-4708-B7FB-71BF84356830}" dt="2026-05-11T15:38:01.324" v="4718"/>
          <ac:spMkLst>
            <pc:docMk/>
            <pc:sldMk cId="1137979743" sldId="281"/>
            <ac:spMk id="36" creationId="{916E31B5-1C4C-40E3-9C41-2D91BBE910EB}"/>
          </ac:spMkLst>
        </pc:spChg>
        <pc:spChg chg="add mod">
          <ac:chgData name="Josué Silva de Morais" userId="f406c2cd-edfc-4057-be10-75858098c663" providerId="ADAL" clId="{A1824FC7-00A9-4708-B7FB-71BF84356830}" dt="2026-05-11T15:38:01.333" v="4724"/>
          <ac:spMkLst>
            <pc:docMk/>
            <pc:sldMk cId="1137979743" sldId="281"/>
            <ac:spMk id="37" creationId="{F9AE88E2-BDE3-4E24-A32C-3A2E8E505E2D}"/>
          </ac:spMkLst>
        </pc:spChg>
        <pc:spChg chg="add mod">
          <ac:chgData name="Josué Silva de Morais" userId="f406c2cd-edfc-4057-be10-75858098c663" providerId="ADAL" clId="{A1824FC7-00A9-4708-B7FB-71BF84356830}" dt="2026-05-11T15:38:01.339" v="4730"/>
          <ac:spMkLst>
            <pc:docMk/>
            <pc:sldMk cId="1137979743" sldId="281"/>
            <ac:spMk id="38" creationId="{58BB7C99-47BF-452B-8F79-62A563483F58}"/>
          </ac:spMkLst>
        </pc:spChg>
        <pc:spChg chg="add mod">
          <ac:chgData name="Josué Silva de Morais" userId="f406c2cd-edfc-4057-be10-75858098c663" providerId="ADAL" clId="{A1824FC7-00A9-4708-B7FB-71BF84356830}" dt="2026-05-11T15:38:01.343" v="4734"/>
          <ac:spMkLst>
            <pc:docMk/>
            <pc:sldMk cId="1137979743" sldId="281"/>
            <ac:spMk id="39" creationId="{588EC805-75A9-4730-BE22-306580A815E5}"/>
          </ac:spMkLst>
        </pc:spChg>
        <pc:spChg chg="add mod">
          <ac:chgData name="Josué Silva de Morais" userId="f406c2cd-edfc-4057-be10-75858098c663" providerId="ADAL" clId="{A1824FC7-00A9-4708-B7FB-71BF84356830}" dt="2026-05-11T15:38:01.353" v="4741"/>
          <ac:spMkLst>
            <pc:docMk/>
            <pc:sldMk cId="1137979743" sldId="281"/>
            <ac:spMk id="40" creationId="{D251261A-A294-417F-AA06-A752EE91268C}"/>
          </ac:spMkLst>
        </pc:spChg>
        <pc:spChg chg="add mod">
          <ac:chgData name="Josué Silva de Morais" userId="f406c2cd-edfc-4057-be10-75858098c663" providerId="ADAL" clId="{A1824FC7-00A9-4708-B7FB-71BF84356830}" dt="2026-05-11T15:38:01.359" v="4748"/>
          <ac:spMkLst>
            <pc:docMk/>
            <pc:sldMk cId="1137979743" sldId="281"/>
            <ac:spMk id="41" creationId="{4349D1DE-44F5-432A-B285-D981415DE123}"/>
          </ac:spMkLst>
        </pc:spChg>
        <pc:spChg chg="add mod">
          <ac:chgData name="Josué Silva de Morais" userId="f406c2cd-edfc-4057-be10-75858098c663" providerId="ADAL" clId="{A1824FC7-00A9-4708-B7FB-71BF84356830}" dt="2026-05-11T15:38:01.367" v="4754"/>
          <ac:spMkLst>
            <pc:docMk/>
            <pc:sldMk cId="1137979743" sldId="281"/>
            <ac:spMk id="42" creationId="{D8079EAA-45B5-4745-9A5B-29EEFE4B6639}"/>
          </ac:spMkLst>
        </pc:spChg>
        <pc:spChg chg="add mod">
          <ac:chgData name="Josué Silva de Morais" userId="f406c2cd-edfc-4057-be10-75858098c663" providerId="ADAL" clId="{A1824FC7-00A9-4708-B7FB-71BF84356830}" dt="2026-05-11T15:38:01.374" v="4761"/>
          <ac:spMkLst>
            <pc:docMk/>
            <pc:sldMk cId="1137979743" sldId="281"/>
            <ac:spMk id="43" creationId="{07BA9948-CE50-40B3-ACF2-2E5BB56C72C0}"/>
          </ac:spMkLst>
        </pc:spChg>
        <pc:spChg chg="add mod">
          <ac:chgData name="Josué Silva de Morais" userId="f406c2cd-edfc-4057-be10-75858098c663" providerId="ADAL" clId="{A1824FC7-00A9-4708-B7FB-71BF84356830}" dt="2026-05-11T15:38:01.381" v="4767"/>
          <ac:spMkLst>
            <pc:docMk/>
            <pc:sldMk cId="1137979743" sldId="281"/>
            <ac:spMk id="44" creationId="{BCD300C8-0C81-4638-BEAC-DD849CC22D2D}"/>
          </ac:spMkLst>
        </pc:spChg>
        <pc:spChg chg="add mod">
          <ac:chgData name="Josué Silva de Morais" userId="f406c2cd-edfc-4057-be10-75858098c663" providerId="ADAL" clId="{A1824FC7-00A9-4708-B7FB-71BF84356830}" dt="2026-05-11T15:38:01.388" v="4774"/>
          <ac:spMkLst>
            <pc:docMk/>
            <pc:sldMk cId="1137979743" sldId="281"/>
            <ac:spMk id="45" creationId="{2AFF2B89-DD3F-43F1-BA60-FFA10CA71F21}"/>
          </ac:spMkLst>
        </pc:spChg>
        <pc:spChg chg="add mod">
          <ac:chgData name="Josué Silva de Morais" userId="f406c2cd-edfc-4057-be10-75858098c663" providerId="ADAL" clId="{A1824FC7-00A9-4708-B7FB-71BF84356830}" dt="2026-05-11T15:38:01.394" v="4780"/>
          <ac:spMkLst>
            <pc:docMk/>
            <pc:sldMk cId="1137979743" sldId="281"/>
            <ac:spMk id="46" creationId="{138ED08E-4120-4402-AAC7-CB9F52A26C15}"/>
          </ac:spMkLst>
        </pc:spChg>
        <pc:spChg chg="add mod">
          <ac:chgData name="Josué Silva de Morais" userId="f406c2cd-edfc-4057-be10-75858098c663" providerId="ADAL" clId="{A1824FC7-00A9-4708-B7FB-71BF84356830}" dt="2026-05-11T15:38:01.402" v="4787"/>
          <ac:spMkLst>
            <pc:docMk/>
            <pc:sldMk cId="1137979743" sldId="281"/>
            <ac:spMk id="47" creationId="{2EE10125-DC17-4736-A8F9-41FFA3998945}"/>
          </ac:spMkLst>
        </pc:spChg>
        <pc:spChg chg="add mod">
          <ac:chgData name="Josué Silva de Morais" userId="f406c2cd-edfc-4057-be10-75858098c663" providerId="ADAL" clId="{A1824FC7-00A9-4708-B7FB-71BF84356830}" dt="2026-05-11T15:38:01.408" v="4793"/>
          <ac:spMkLst>
            <pc:docMk/>
            <pc:sldMk cId="1137979743" sldId="281"/>
            <ac:spMk id="48" creationId="{DAE58015-E84B-4379-BB25-92B2BF27E773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2:55.936" v="11371" actId="962"/>
        <pc:sldMkLst>
          <pc:docMk/>
          <pc:sldMk cId="241227791" sldId="282"/>
        </pc:sldMkLst>
        <pc:spChg chg="add mod">
          <ac:chgData name="Josué Silva de Morais" userId="f406c2cd-edfc-4057-be10-75858098c663" providerId="ADAL" clId="{A1824FC7-00A9-4708-B7FB-71BF84356830}" dt="2026-05-11T15:38:26.971" v="4797"/>
          <ac:spMkLst>
            <pc:docMk/>
            <pc:sldMk cId="241227791" sldId="282"/>
            <ac:spMk id="2" creationId="{B28C3112-0169-4728-81DD-05240590BC23}"/>
          </ac:spMkLst>
        </pc:spChg>
        <pc:spChg chg="add mod">
          <ac:chgData name="Josué Silva de Morais" userId="f406c2cd-edfc-4057-be10-75858098c663" providerId="ADAL" clId="{A1824FC7-00A9-4708-B7FB-71BF84356830}" dt="2026-05-11T15:38:26.983" v="4804"/>
          <ac:spMkLst>
            <pc:docMk/>
            <pc:sldMk cId="241227791" sldId="282"/>
            <ac:spMk id="3" creationId="{60645B29-3FDF-43BB-B0CA-D19B1063793A}"/>
          </ac:spMkLst>
        </pc:spChg>
        <pc:spChg chg="add mod">
          <ac:chgData name="Josué Silva de Morais" userId="f406c2cd-edfc-4057-be10-75858098c663" providerId="ADAL" clId="{A1824FC7-00A9-4708-B7FB-71BF84356830}" dt="2026-05-11T15:38:26.990" v="4811"/>
          <ac:spMkLst>
            <pc:docMk/>
            <pc:sldMk cId="241227791" sldId="282"/>
            <ac:spMk id="4" creationId="{38615FBF-0133-4675-ABE5-F42E36EB3FED}"/>
          </ac:spMkLst>
        </pc:spChg>
        <pc:spChg chg="add mod">
          <ac:chgData name="Josué Silva de Morais" userId="f406c2cd-edfc-4057-be10-75858098c663" providerId="ADAL" clId="{A1824FC7-00A9-4708-B7FB-71BF84356830}" dt="2026-05-11T16:22:55.936" v="11371" actId="962"/>
          <ac:spMkLst>
            <pc:docMk/>
            <pc:sldMk cId="241227791" sldId="282"/>
            <ac:spMk id="5" creationId="{386CF46D-D9A3-4C2C-BFD9-250F690E10F4}"/>
          </ac:spMkLst>
        </pc:spChg>
        <pc:spChg chg="add mod">
          <ac:chgData name="Josué Silva de Morais" userId="f406c2cd-edfc-4057-be10-75858098c663" providerId="ADAL" clId="{A1824FC7-00A9-4708-B7FB-71BF84356830}" dt="2026-05-11T15:38:26.997" v="4817"/>
          <ac:spMkLst>
            <pc:docMk/>
            <pc:sldMk cId="241227791" sldId="282"/>
            <ac:spMk id="6" creationId="{08A2F037-56BF-4013-A325-22D390B80E76}"/>
          </ac:spMkLst>
        </pc:spChg>
        <pc:spChg chg="add mod">
          <ac:chgData name="Josué Silva de Morais" userId="f406c2cd-edfc-4057-be10-75858098c663" providerId="ADAL" clId="{A1824FC7-00A9-4708-B7FB-71BF84356830}" dt="2026-05-11T15:38:27" v="4820"/>
          <ac:spMkLst>
            <pc:docMk/>
            <pc:sldMk cId="241227791" sldId="282"/>
            <ac:spMk id="7" creationId="{A3AB7706-D452-41AA-B4DF-C9C16A8699C0}"/>
          </ac:spMkLst>
        </pc:spChg>
        <pc:spChg chg="add mod">
          <ac:chgData name="Josué Silva de Morais" userId="f406c2cd-edfc-4057-be10-75858098c663" providerId="ADAL" clId="{A1824FC7-00A9-4708-B7FB-71BF84356830}" dt="2026-05-11T15:38:27.003" v="4823"/>
          <ac:spMkLst>
            <pc:docMk/>
            <pc:sldMk cId="241227791" sldId="282"/>
            <ac:spMk id="8" creationId="{2541AE42-E902-42EC-8AA3-476ACDA8413F}"/>
          </ac:spMkLst>
        </pc:spChg>
        <pc:spChg chg="add mod">
          <ac:chgData name="Josué Silva de Morais" userId="f406c2cd-edfc-4057-be10-75858098c663" providerId="ADAL" clId="{A1824FC7-00A9-4708-B7FB-71BF84356830}" dt="2026-05-11T15:38:27.006" v="4826"/>
          <ac:spMkLst>
            <pc:docMk/>
            <pc:sldMk cId="241227791" sldId="282"/>
            <ac:spMk id="9" creationId="{09C42661-67A4-4C79-8084-5668F98A1714}"/>
          </ac:spMkLst>
        </pc:spChg>
        <pc:spChg chg="add mod">
          <ac:chgData name="Josué Silva de Morais" userId="f406c2cd-edfc-4057-be10-75858098c663" providerId="ADAL" clId="{A1824FC7-00A9-4708-B7FB-71BF84356830}" dt="2026-05-11T15:38:27.014" v="4832"/>
          <ac:spMkLst>
            <pc:docMk/>
            <pc:sldMk cId="241227791" sldId="282"/>
            <ac:spMk id="10" creationId="{88308D5C-1236-4480-84E8-0E6A87D7BF72}"/>
          </ac:spMkLst>
        </pc:spChg>
        <pc:spChg chg="add mod">
          <ac:chgData name="Josué Silva de Morais" userId="f406c2cd-edfc-4057-be10-75858098c663" providerId="ADAL" clId="{A1824FC7-00A9-4708-B7FB-71BF84356830}" dt="2026-05-11T15:38:27.022" v="4838"/>
          <ac:spMkLst>
            <pc:docMk/>
            <pc:sldMk cId="241227791" sldId="282"/>
            <ac:spMk id="11" creationId="{DCA18BD5-FDB0-4CFF-A7FD-75CE12ED0032}"/>
          </ac:spMkLst>
        </pc:spChg>
        <pc:spChg chg="add mod">
          <ac:chgData name="Josué Silva de Morais" userId="f406c2cd-edfc-4057-be10-75858098c663" providerId="ADAL" clId="{A1824FC7-00A9-4708-B7FB-71BF84356830}" dt="2026-05-11T15:38:27.030" v="4844"/>
          <ac:spMkLst>
            <pc:docMk/>
            <pc:sldMk cId="241227791" sldId="282"/>
            <ac:spMk id="12" creationId="{91C602E7-9C62-4DFC-8CDA-CC291CD61067}"/>
          </ac:spMkLst>
        </pc:spChg>
        <pc:spChg chg="add mod">
          <ac:chgData name="Josué Silva de Morais" userId="f406c2cd-edfc-4057-be10-75858098c663" providerId="ADAL" clId="{A1824FC7-00A9-4708-B7FB-71BF84356830}" dt="2026-05-11T15:38:27.036" v="4850"/>
          <ac:spMkLst>
            <pc:docMk/>
            <pc:sldMk cId="241227791" sldId="282"/>
            <ac:spMk id="13" creationId="{AEF2147E-EC38-40A2-9D38-E1BF0A02EA8B}"/>
          </ac:spMkLst>
        </pc:spChg>
        <pc:spChg chg="add mod">
          <ac:chgData name="Josué Silva de Morais" userId="f406c2cd-edfc-4057-be10-75858098c663" providerId="ADAL" clId="{A1824FC7-00A9-4708-B7FB-71BF84356830}" dt="2026-05-11T15:38:27.044" v="4856"/>
          <ac:spMkLst>
            <pc:docMk/>
            <pc:sldMk cId="241227791" sldId="282"/>
            <ac:spMk id="14" creationId="{916C8C16-3127-483C-8C05-4E4EE997FC84}"/>
          </ac:spMkLst>
        </pc:spChg>
        <pc:spChg chg="add mod">
          <ac:chgData name="Josué Silva de Morais" userId="f406c2cd-edfc-4057-be10-75858098c663" providerId="ADAL" clId="{A1824FC7-00A9-4708-B7FB-71BF84356830}" dt="2026-05-11T15:38:27.051" v="4862"/>
          <ac:spMkLst>
            <pc:docMk/>
            <pc:sldMk cId="241227791" sldId="282"/>
            <ac:spMk id="15" creationId="{5AD86BDE-5023-46F0-BE73-ACC8C22E3C91}"/>
          </ac:spMkLst>
        </pc:spChg>
        <pc:spChg chg="add mod">
          <ac:chgData name="Josué Silva de Morais" userId="f406c2cd-edfc-4057-be10-75858098c663" providerId="ADAL" clId="{A1824FC7-00A9-4708-B7FB-71BF84356830}" dt="2026-05-11T15:38:27.056" v="4868"/>
          <ac:spMkLst>
            <pc:docMk/>
            <pc:sldMk cId="241227791" sldId="282"/>
            <ac:spMk id="16" creationId="{7E000488-83BD-46FD-8C08-14EA6D300625}"/>
          </ac:spMkLst>
        </pc:spChg>
        <pc:spChg chg="add mod">
          <ac:chgData name="Josué Silva de Morais" userId="f406c2cd-edfc-4057-be10-75858098c663" providerId="ADAL" clId="{A1824FC7-00A9-4708-B7FB-71BF84356830}" dt="2026-05-11T15:38:27.066" v="4874"/>
          <ac:spMkLst>
            <pc:docMk/>
            <pc:sldMk cId="241227791" sldId="282"/>
            <ac:spMk id="17" creationId="{13C92576-0847-47EE-9E26-0AA9CE6D4184}"/>
          </ac:spMkLst>
        </pc:spChg>
        <pc:spChg chg="add mod">
          <ac:chgData name="Josué Silva de Morais" userId="f406c2cd-edfc-4057-be10-75858098c663" providerId="ADAL" clId="{A1824FC7-00A9-4708-B7FB-71BF84356830}" dt="2026-05-11T15:38:27.073" v="4880"/>
          <ac:spMkLst>
            <pc:docMk/>
            <pc:sldMk cId="241227791" sldId="282"/>
            <ac:spMk id="18" creationId="{CD347ACD-8470-48EE-BD9B-5194DEB1E62A}"/>
          </ac:spMkLst>
        </pc:spChg>
        <pc:spChg chg="add mod">
          <ac:chgData name="Josué Silva de Morais" userId="f406c2cd-edfc-4057-be10-75858098c663" providerId="ADAL" clId="{A1824FC7-00A9-4708-B7FB-71BF84356830}" dt="2026-05-11T15:38:27.082" v="4886"/>
          <ac:spMkLst>
            <pc:docMk/>
            <pc:sldMk cId="241227791" sldId="282"/>
            <ac:spMk id="19" creationId="{038E30DE-8A54-4CFE-9C77-7BDAD2D3CCB5}"/>
          </ac:spMkLst>
        </pc:spChg>
        <pc:spChg chg="add mod">
          <ac:chgData name="Josué Silva de Morais" userId="f406c2cd-edfc-4057-be10-75858098c663" providerId="ADAL" clId="{A1824FC7-00A9-4708-B7FB-71BF84356830}" dt="2026-05-11T15:38:27.088" v="4892"/>
          <ac:spMkLst>
            <pc:docMk/>
            <pc:sldMk cId="241227791" sldId="282"/>
            <ac:spMk id="20" creationId="{90E41322-3838-4BE4-9B67-3E39AE297392}"/>
          </ac:spMkLst>
        </pc:spChg>
        <pc:spChg chg="add mod">
          <ac:chgData name="Josué Silva de Morais" userId="f406c2cd-edfc-4057-be10-75858098c663" providerId="ADAL" clId="{A1824FC7-00A9-4708-B7FB-71BF84356830}" dt="2026-05-11T15:38:27.096" v="4898"/>
          <ac:spMkLst>
            <pc:docMk/>
            <pc:sldMk cId="241227791" sldId="282"/>
            <ac:spMk id="21" creationId="{1A572104-D2EC-412B-8F07-93448F002DC2}"/>
          </ac:spMkLst>
        </pc:spChg>
        <pc:spChg chg="add mod">
          <ac:chgData name="Josué Silva de Morais" userId="f406c2cd-edfc-4057-be10-75858098c663" providerId="ADAL" clId="{A1824FC7-00A9-4708-B7FB-71BF84356830}" dt="2026-05-11T15:38:27.102" v="4904"/>
          <ac:spMkLst>
            <pc:docMk/>
            <pc:sldMk cId="241227791" sldId="282"/>
            <ac:spMk id="22" creationId="{E7D6755C-D7AF-4EB1-843C-94332FEC53B7}"/>
          </ac:spMkLst>
        </pc:spChg>
        <pc:spChg chg="add mod">
          <ac:chgData name="Josué Silva de Morais" userId="f406c2cd-edfc-4057-be10-75858098c663" providerId="ADAL" clId="{A1824FC7-00A9-4708-B7FB-71BF84356830}" dt="2026-05-11T15:38:27.108" v="4910"/>
          <ac:spMkLst>
            <pc:docMk/>
            <pc:sldMk cId="241227791" sldId="282"/>
            <ac:spMk id="23" creationId="{C5188388-E2F5-418D-92B8-392A1834B9B9}"/>
          </ac:spMkLst>
        </pc:spChg>
        <pc:spChg chg="add mod">
          <ac:chgData name="Josué Silva de Morais" userId="f406c2cd-edfc-4057-be10-75858098c663" providerId="ADAL" clId="{A1824FC7-00A9-4708-B7FB-71BF84356830}" dt="2026-05-11T15:38:27.119" v="4916"/>
          <ac:spMkLst>
            <pc:docMk/>
            <pc:sldMk cId="241227791" sldId="282"/>
            <ac:spMk id="24" creationId="{FBE951AA-4264-478E-8D56-A8C1C566C5C7}"/>
          </ac:spMkLst>
        </pc:spChg>
        <pc:spChg chg="add mod">
          <ac:chgData name="Josué Silva de Morais" userId="f406c2cd-edfc-4057-be10-75858098c663" providerId="ADAL" clId="{A1824FC7-00A9-4708-B7FB-71BF84356830}" dt="2026-05-11T15:38:27.126" v="4922"/>
          <ac:spMkLst>
            <pc:docMk/>
            <pc:sldMk cId="241227791" sldId="282"/>
            <ac:spMk id="25" creationId="{E120B50A-9FA6-4FD7-AE21-6ADBBF7FAF98}"/>
          </ac:spMkLst>
        </pc:spChg>
        <pc:spChg chg="add mod">
          <ac:chgData name="Josué Silva de Morais" userId="f406c2cd-edfc-4057-be10-75858098c663" providerId="ADAL" clId="{A1824FC7-00A9-4708-B7FB-71BF84356830}" dt="2026-05-11T15:38:27.134" v="4928"/>
          <ac:spMkLst>
            <pc:docMk/>
            <pc:sldMk cId="241227791" sldId="282"/>
            <ac:spMk id="26" creationId="{6E703539-C268-4778-8FD1-57047A03C6C2}"/>
          </ac:spMkLst>
        </pc:spChg>
        <pc:spChg chg="add mod">
          <ac:chgData name="Josué Silva de Morais" userId="f406c2cd-edfc-4057-be10-75858098c663" providerId="ADAL" clId="{A1824FC7-00A9-4708-B7FB-71BF84356830}" dt="2026-05-11T15:38:27.140" v="4934"/>
          <ac:spMkLst>
            <pc:docMk/>
            <pc:sldMk cId="241227791" sldId="282"/>
            <ac:spMk id="27" creationId="{F9E35470-4E55-46C5-8107-4202D9CC3A43}"/>
          </ac:spMkLst>
        </pc:spChg>
        <pc:spChg chg="add mod">
          <ac:chgData name="Josué Silva de Morais" userId="f406c2cd-edfc-4057-be10-75858098c663" providerId="ADAL" clId="{A1824FC7-00A9-4708-B7FB-71BF84356830}" dt="2026-05-11T15:38:27.150" v="4940"/>
          <ac:spMkLst>
            <pc:docMk/>
            <pc:sldMk cId="241227791" sldId="282"/>
            <ac:spMk id="28" creationId="{7C93B85D-D4E0-4796-B240-587B4760077F}"/>
          </ac:spMkLst>
        </pc:spChg>
        <pc:spChg chg="add mod">
          <ac:chgData name="Josué Silva de Morais" userId="f406c2cd-edfc-4057-be10-75858098c663" providerId="ADAL" clId="{A1824FC7-00A9-4708-B7FB-71BF84356830}" dt="2026-05-11T15:38:27.155" v="4946"/>
          <ac:spMkLst>
            <pc:docMk/>
            <pc:sldMk cId="241227791" sldId="282"/>
            <ac:spMk id="29" creationId="{F34C354E-28E7-4536-B3BA-E9AAC0D94C53}"/>
          </ac:spMkLst>
        </pc:spChg>
        <pc:spChg chg="add mod">
          <ac:chgData name="Josué Silva de Morais" userId="f406c2cd-edfc-4057-be10-75858098c663" providerId="ADAL" clId="{A1824FC7-00A9-4708-B7FB-71BF84356830}" dt="2026-05-11T15:38:27.163" v="4952"/>
          <ac:spMkLst>
            <pc:docMk/>
            <pc:sldMk cId="241227791" sldId="282"/>
            <ac:spMk id="30" creationId="{09DEC239-9FFC-4955-873F-945173566B76}"/>
          </ac:spMkLst>
        </pc:spChg>
        <pc:spChg chg="add mod">
          <ac:chgData name="Josué Silva de Morais" userId="f406c2cd-edfc-4057-be10-75858098c663" providerId="ADAL" clId="{A1824FC7-00A9-4708-B7FB-71BF84356830}" dt="2026-05-11T15:38:27.171" v="4958"/>
          <ac:spMkLst>
            <pc:docMk/>
            <pc:sldMk cId="241227791" sldId="282"/>
            <ac:spMk id="31" creationId="{832B2DD0-151C-4D6D-BA01-FE39655B12FF}"/>
          </ac:spMkLst>
        </pc:spChg>
        <pc:spChg chg="add mod">
          <ac:chgData name="Josué Silva de Morais" userId="f406c2cd-edfc-4057-be10-75858098c663" providerId="ADAL" clId="{A1824FC7-00A9-4708-B7FB-71BF84356830}" dt="2026-05-11T15:38:27.181" v="4964"/>
          <ac:spMkLst>
            <pc:docMk/>
            <pc:sldMk cId="241227791" sldId="282"/>
            <ac:spMk id="32" creationId="{5BAB5CA8-9D19-49A2-A149-4DB6FC680B6A}"/>
          </ac:spMkLst>
        </pc:spChg>
        <pc:spChg chg="add mod">
          <ac:chgData name="Josué Silva de Morais" userId="f406c2cd-edfc-4057-be10-75858098c663" providerId="ADAL" clId="{A1824FC7-00A9-4708-B7FB-71BF84356830}" dt="2026-05-11T15:38:27.187" v="4970"/>
          <ac:spMkLst>
            <pc:docMk/>
            <pc:sldMk cId="241227791" sldId="282"/>
            <ac:spMk id="33" creationId="{7B2D3608-1387-4B2D-B1C0-FB2AA2B482C9}"/>
          </ac:spMkLst>
        </pc:spChg>
        <pc:spChg chg="add mod">
          <ac:chgData name="Josué Silva de Morais" userId="f406c2cd-edfc-4057-be10-75858098c663" providerId="ADAL" clId="{A1824FC7-00A9-4708-B7FB-71BF84356830}" dt="2026-05-11T15:38:27.197" v="4977"/>
          <ac:spMkLst>
            <pc:docMk/>
            <pc:sldMk cId="241227791" sldId="282"/>
            <ac:spMk id="34" creationId="{FBFF0B72-A8F9-4184-836D-175EFA5AAEBB}"/>
          </ac:spMkLst>
        </pc:spChg>
        <pc:spChg chg="add mod">
          <ac:chgData name="Josué Silva de Morais" userId="f406c2cd-edfc-4057-be10-75858098c663" providerId="ADAL" clId="{A1824FC7-00A9-4708-B7FB-71BF84356830}" dt="2026-05-11T15:38:27.200" v="4981"/>
          <ac:spMkLst>
            <pc:docMk/>
            <pc:sldMk cId="241227791" sldId="282"/>
            <ac:spMk id="35" creationId="{6E785D69-8751-44BD-95CA-6EC14BB0AD1D}"/>
          </ac:spMkLst>
        </pc:spChg>
        <pc:spChg chg="add mod">
          <ac:chgData name="Josué Silva de Morais" userId="f406c2cd-edfc-4057-be10-75858098c663" providerId="ADAL" clId="{A1824FC7-00A9-4708-B7FB-71BF84356830}" dt="2026-05-11T15:38:27.206" v="4988"/>
          <ac:spMkLst>
            <pc:docMk/>
            <pc:sldMk cId="241227791" sldId="282"/>
            <ac:spMk id="36" creationId="{8FB33502-B624-4BD7-AA4C-1DB3F103B00B}"/>
          </ac:spMkLst>
        </pc:spChg>
        <pc:spChg chg="add mod">
          <ac:chgData name="Josué Silva de Morais" userId="f406c2cd-edfc-4057-be10-75858098c663" providerId="ADAL" clId="{A1824FC7-00A9-4708-B7FB-71BF84356830}" dt="2026-05-11T15:38:27.215" v="4994"/>
          <ac:spMkLst>
            <pc:docMk/>
            <pc:sldMk cId="241227791" sldId="282"/>
            <ac:spMk id="37" creationId="{10D34408-158C-4938-99D0-AE55B76FFC17}"/>
          </ac:spMkLst>
        </pc:spChg>
        <pc:spChg chg="add mod">
          <ac:chgData name="Josué Silva de Morais" userId="f406c2cd-edfc-4057-be10-75858098c663" providerId="ADAL" clId="{A1824FC7-00A9-4708-B7FB-71BF84356830}" dt="2026-05-11T15:38:27.219" v="4999"/>
          <ac:spMkLst>
            <pc:docMk/>
            <pc:sldMk cId="241227791" sldId="282"/>
            <ac:spMk id="38" creationId="{B319DFF1-D25C-4161-BB52-0F17A49CA34E}"/>
          </ac:spMkLst>
        </pc:spChg>
        <pc:spChg chg="add mod">
          <ac:chgData name="Josué Silva de Morais" userId="f406c2cd-edfc-4057-be10-75858098c663" providerId="ADAL" clId="{A1824FC7-00A9-4708-B7FB-71BF84356830}" dt="2026-05-11T15:38:27.223" v="5003"/>
          <ac:spMkLst>
            <pc:docMk/>
            <pc:sldMk cId="241227791" sldId="282"/>
            <ac:spMk id="39" creationId="{7ED78533-4A58-46FE-BFE7-5A68C019D9EC}"/>
          </ac:spMkLst>
        </pc:spChg>
        <pc:spChg chg="add mod">
          <ac:chgData name="Josué Silva de Morais" userId="f406c2cd-edfc-4057-be10-75858098c663" providerId="ADAL" clId="{A1824FC7-00A9-4708-B7FB-71BF84356830}" dt="2026-05-11T15:38:27.231" v="5010"/>
          <ac:spMkLst>
            <pc:docMk/>
            <pc:sldMk cId="241227791" sldId="282"/>
            <ac:spMk id="40" creationId="{1E16F0E7-B677-4DA3-8354-A7A7A5015804}"/>
          </ac:spMkLst>
        </pc:spChg>
        <pc:spChg chg="add mod">
          <ac:chgData name="Josué Silva de Morais" userId="f406c2cd-edfc-4057-be10-75858098c663" providerId="ADAL" clId="{A1824FC7-00A9-4708-B7FB-71BF84356830}" dt="2026-05-11T15:38:27.237" v="5016"/>
          <ac:spMkLst>
            <pc:docMk/>
            <pc:sldMk cId="241227791" sldId="282"/>
            <ac:spMk id="41" creationId="{B3EB4D63-89AF-4890-A0A9-6E3F18536354}"/>
          </ac:spMkLst>
        </pc:spChg>
        <pc:spChg chg="add mod">
          <ac:chgData name="Josué Silva de Morais" userId="f406c2cd-edfc-4057-be10-75858098c663" providerId="ADAL" clId="{A1824FC7-00A9-4708-B7FB-71BF84356830}" dt="2026-05-11T15:38:27.246" v="5021"/>
          <ac:spMkLst>
            <pc:docMk/>
            <pc:sldMk cId="241227791" sldId="282"/>
            <ac:spMk id="42" creationId="{18B122A7-981D-4BDA-8C96-4D5ED9DDDB36}"/>
          </ac:spMkLst>
        </pc:spChg>
        <pc:spChg chg="add mod">
          <ac:chgData name="Josué Silva de Morais" userId="f406c2cd-edfc-4057-be10-75858098c663" providerId="ADAL" clId="{A1824FC7-00A9-4708-B7FB-71BF84356830}" dt="2026-05-11T15:38:27.249" v="5025"/>
          <ac:spMkLst>
            <pc:docMk/>
            <pc:sldMk cId="241227791" sldId="282"/>
            <ac:spMk id="43" creationId="{BEB9BE86-8D7E-4082-BBB5-22B866431EBC}"/>
          </ac:spMkLst>
        </pc:spChg>
        <pc:spChg chg="add mod">
          <ac:chgData name="Josué Silva de Morais" userId="f406c2cd-edfc-4057-be10-75858098c663" providerId="ADAL" clId="{A1824FC7-00A9-4708-B7FB-71BF84356830}" dt="2026-05-11T15:38:27.256" v="5032"/>
          <ac:spMkLst>
            <pc:docMk/>
            <pc:sldMk cId="241227791" sldId="282"/>
            <ac:spMk id="44" creationId="{EE35A058-E9A2-48E6-829C-DB2493873F6F}"/>
          </ac:spMkLst>
        </pc:spChg>
        <pc:spChg chg="add mod">
          <ac:chgData name="Josué Silva de Morais" userId="f406c2cd-edfc-4057-be10-75858098c663" providerId="ADAL" clId="{A1824FC7-00A9-4708-B7FB-71BF84356830}" dt="2026-05-11T15:38:27.265" v="5038"/>
          <ac:spMkLst>
            <pc:docMk/>
            <pc:sldMk cId="241227791" sldId="282"/>
            <ac:spMk id="45" creationId="{1BB23580-AD5C-47C2-8D72-D74B4CA783C1}"/>
          </ac:spMkLst>
        </pc:spChg>
        <pc:spChg chg="add mod">
          <ac:chgData name="Josué Silva de Morais" userId="f406c2cd-edfc-4057-be10-75858098c663" providerId="ADAL" clId="{A1824FC7-00A9-4708-B7FB-71BF84356830}" dt="2026-05-11T15:38:27.270" v="5043"/>
          <ac:spMkLst>
            <pc:docMk/>
            <pc:sldMk cId="241227791" sldId="282"/>
            <ac:spMk id="46" creationId="{DED79D2C-D338-412F-9CFC-AAA4343B9F2C}"/>
          </ac:spMkLst>
        </pc:spChg>
        <pc:spChg chg="add mod">
          <ac:chgData name="Josué Silva de Morais" userId="f406c2cd-edfc-4057-be10-75858098c663" providerId="ADAL" clId="{A1824FC7-00A9-4708-B7FB-71BF84356830}" dt="2026-05-11T15:38:27.273" v="5047"/>
          <ac:spMkLst>
            <pc:docMk/>
            <pc:sldMk cId="241227791" sldId="282"/>
            <ac:spMk id="47" creationId="{07C8AB61-BFDD-4880-931B-8D8C4DD5C130}"/>
          </ac:spMkLst>
        </pc:spChg>
        <pc:spChg chg="add mod">
          <ac:chgData name="Josué Silva de Morais" userId="f406c2cd-edfc-4057-be10-75858098c663" providerId="ADAL" clId="{A1824FC7-00A9-4708-B7FB-71BF84356830}" dt="2026-05-11T15:38:27.282" v="5054"/>
          <ac:spMkLst>
            <pc:docMk/>
            <pc:sldMk cId="241227791" sldId="282"/>
            <ac:spMk id="48" creationId="{10E552FC-CFE9-45AB-96A1-4E14FD8D26E3}"/>
          </ac:spMkLst>
        </pc:spChg>
        <pc:spChg chg="add mod">
          <ac:chgData name="Josué Silva de Morais" userId="f406c2cd-edfc-4057-be10-75858098c663" providerId="ADAL" clId="{A1824FC7-00A9-4708-B7FB-71BF84356830}" dt="2026-05-11T15:38:27.288" v="5060"/>
          <ac:spMkLst>
            <pc:docMk/>
            <pc:sldMk cId="241227791" sldId="282"/>
            <ac:spMk id="49" creationId="{F365543A-DDF0-4CE1-954F-530E8B3BF3F1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9:13.342" v="5283"/>
        <pc:sldMkLst>
          <pc:docMk/>
          <pc:sldMk cId="1164739827" sldId="283"/>
        </pc:sldMkLst>
        <pc:spChg chg="add mod">
          <ac:chgData name="Josué Silva de Morais" userId="f406c2cd-edfc-4057-be10-75858098c663" providerId="ADAL" clId="{A1824FC7-00A9-4708-B7FB-71BF84356830}" dt="2026-05-11T15:39:13.080" v="5064"/>
          <ac:spMkLst>
            <pc:docMk/>
            <pc:sldMk cId="1164739827" sldId="283"/>
            <ac:spMk id="2" creationId="{C0615788-7B88-4A9F-B3C3-2392A5C252BE}"/>
          </ac:spMkLst>
        </pc:spChg>
        <pc:spChg chg="add mod">
          <ac:chgData name="Josué Silva de Morais" userId="f406c2cd-edfc-4057-be10-75858098c663" providerId="ADAL" clId="{A1824FC7-00A9-4708-B7FB-71BF84356830}" dt="2026-05-11T15:39:13.087" v="5071"/>
          <ac:spMkLst>
            <pc:docMk/>
            <pc:sldMk cId="1164739827" sldId="283"/>
            <ac:spMk id="3" creationId="{B1C8DCBD-4B46-49DB-B532-5C03009AE22A}"/>
          </ac:spMkLst>
        </pc:spChg>
        <pc:spChg chg="add mod">
          <ac:chgData name="Josué Silva de Morais" userId="f406c2cd-edfc-4057-be10-75858098c663" providerId="ADAL" clId="{A1824FC7-00A9-4708-B7FB-71BF84356830}" dt="2026-05-11T15:39:13.093" v="5075"/>
          <ac:spMkLst>
            <pc:docMk/>
            <pc:sldMk cId="1164739827" sldId="283"/>
            <ac:spMk id="4" creationId="{5A1EAFD8-0F61-4D54-AC0A-B84A1649B0BE}"/>
          </ac:spMkLst>
        </pc:spChg>
        <pc:spChg chg="add mod">
          <ac:chgData name="Josué Silva de Morais" userId="f406c2cd-edfc-4057-be10-75858098c663" providerId="ADAL" clId="{A1824FC7-00A9-4708-B7FB-71BF84356830}" dt="2026-05-11T15:39:13.100" v="5082"/>
          <ac:spMkLst>
            <pc:docMk/>
            <pc:sldMk cId="1164739827" sldId="283"/>
            <ac:spMk id="5" creationId="{076D666A-2F23-458C-87A3-16578CA4AC07}"/>
          </ac:spMkLst>
        </pc:spChg>
        <pc:spChg chg="add mod">
          <ac:chgData name="Josué Silva de Morais" userId="f406c2cd-edfc-4057-be10-75858098c663" providerId="ADAL" clId="{A1824FC7-00A9-4708-B7FB-71BF84356830}" dt="2026-05-11T15:39:13.112" v="5092"/>
          <ac:spMkLst>
            <pc:docMk/>
            <pc:sldMk cId="1164739827" sldId="283"/>
            <ac:spMk id="6" creationId="{5093304B-F104-41F7-9792-674DEF94D676}"/>
          </ac:spMkLst>
        </pc:spChg>
        <pc:spChg chg="add mod">
          <ac:chgData name="Josué Silva de Morais" userId="f406c2cd-edfc-4057-be10-75858098c663" providerId="ADAL" clId="{A1824FC7-00A9-4708-B7FB-71BF84356830}" dt="2026-05-11T15:39:13.124" v="5102"/>
          <ac:spMkLst>
            <pc:docMk/>
            <pc:sldMk cId="1164739827" sldId="283"/>
            <ac:spMk id="7" creationId="{F0816F2C-163B-428C-8500-72336583B121}"/>
          </ac:spMkLst>
        </pc:spChg>
        <pc:spChg chg="add mod">
          <ac:chgData name="Josué Silva de Morais" userId="f406c2cd-edfc-4057-be10-75858098c663" providerId="ADAL" clId="{A1824FC7-00A9-4708-B7FB-71BF84356830}" dt="2026-05-11T15:39:13.135" v="5112"/>
          <ac:spMkLst>
            <pc:docMk/>
            <pc:sldMk cId="1164739827" sldId="283"/>
            <ac:spMk id="8" creationId="{BA77BEF7-2CAE-4E4B-827E-607DDC7D5A77}"/>
          </ac:spMkLst>
        </pc:spChg>
        <pc:spChg chg="add mod">
          <ac:chgData name="Josué Silva de Morais" userId="f406c2cd-edfc-4057-be10-75858098c663" providerId="ADAL" clId="{A1824FC7-00A9-4708-B7FB-71BF84356830}" dt="2026-05-11T15:39:13.148" v="5122"/>
          <ac:spMkLst>
            <pc:docMk/>
            <pc:sldMk cId="1164739827" sldId="283"/>
            <ac:spMk id="9" creationId="{D6DC5F78-D26F-4235-B14C-9AC2122B15AA}"/>
          </ac:spMkLst>
        </pc:spChg>
        <pc:spChg chg="add mod">
          <ac:chgData name="Josué Silva de Morais" userId="f406c2cd-edfc-4057-be10-75858098c663" providerId="ADAL" clId="{A1824FC7-00A9-4708-B7FB-71BF84356830}" dt="2026-05-11T15:39:13.150" v="5125"/>
          <ac:spMkLst>
            <pc:docMk/>
            <pc:sldMk cId="1164739827" sldId="283"/>
            <ac:spMk id="10" creationId="{B1FF6763-5A8A-4170-BB9A-5BE3ADDFDC46}"/>
          </ac:spMkLst>
        </pc:spChg>
        <pc:spChg chg="add mod">
          <ac:chgData name="Josué Silva de Morais" userId="f406c2cd-edfc-4057-be10-75858098c663" providerId="ADAL" clId="{A1824FC7-00A9-4708-B7FB-71BF84356830}" dt="2026-05-11T15:39:13.160" v="5132"/>
          <ac:spMkLst>
            <pc:docMk/>
            <pc:sldMk cId="1164739827" sldId="283"/>
            <ac:spMk id="11" creationId="{57F4674E-F754-4BD4-9B98-0715FACA80F9}"/>
          </ac:spMkLst>
        </pc:spChg>
        <pc:spChg chg="add mod">
          <ac:chgData name="Josué Silva de Morais" userId="f406c2cd-edfc-4057-be10-75858098c663" providerId="ADAL" clId="{A1824FC7-00A9-4708-B7FB-71BF84356830}" dt="2026-05-11T15:39:13.163" v="5135"/>
          <ac:spMkLst>
            <pc:docMk/>
            <pc:sldMk cId="1164739827" sldId="283"/>
            <ac:spMk id="12" creationId="{9B15D390-7888-4536-B577-A1772F3033E8}"/>
          </ac:spMkLst>
        </pc:spChg>
        <pc:spChg chg="add mod">
          <ac:chgData name="Josué Silva de Morais" userId="f406c2cd-edfc-4057-be10-75858098c663" providerId="ADAL" clId="{A1824FC7-00A9-4708-B7FB-71BF84356830}" dt="2026-05-11T15:39:13.169" v="5142"/>
          <ac:spMkLst>
            <pc:docMk/>
            <pc:sldMk cId="1164739827" sldId="283"/>
            <ac:spMk id="13" creationId="{76116145-13B4-4B96-8C89-BB9F42FAF412}"/>
          </ac:spMkLst>
        </pc:spChg>
        <pc:spChg chg="add mod">
          <ac:chgData name="Josué Silva de Morais" userId="f406c2cd-edfc-4057-be10-75858098c663" providerId="ADAL" clId="{A1824FC7-00A9-4708-B7FB-71BF84356830}" dt="2026-05-11T15:39:13.176" v="5145"/>
          <ac:spMkLst>
            <pc:docMk/>
            <pc:sldMk cId="1164739827" sldId="283"/>
            <ac:spMk id="14" creationId="{9D1F48D1-C06A-43B5-A91F-669603903A92}"/>
          </ac:spMkLst>
        </pc:spChg>
        <pc:spChg chg="add mod">
          <ac:chgData name="Josué Silva de Morais" userId="f406c2cd-edfc-4057-be10-75858098c663" providerId="ADAL" clId="{A1824FC7-00A9-4708-B7FB-71BF84356830}" dt="2026-05-11T15:39:13.183" v="5152"/>
          <ac:spMkLst>
            <pc:docMk/>
            <pc:sldMk cId="1164739827" sldId="283"/>
            <ac:spMk id="15" creationId="{95D24E9C-C5DA-414F-8064-34C542BDBB26}"/>
          </ac:spMkLst>
        </pc:spChg>
        <pc:spChg chg="add mod">
          <ac:chgData name="Josué Silva de Morais" userId="f406c2cd-edfc-4057-be10-75858098c663" providerId="ADAL" clId="{A1824FC7-00A9-4708-B7FB-71BF84356830}" dt="2026-05-11T15:39:13.185" v="5155"/>
          <ac:spMkLst>
            <pc:docMk/>
            <pc:sldMk cId="1164739827" sldId="283"/>
            <ac:spMk id="16" creationId="{7BD53211-9BCB-4538-9E98-946CA1AAEEB5}"/>
          </ac:spMkLst>
        </pc:spChg>
        <pc:spChg chg="add mod">
          <ac:chgData name="Josué Silva de Morais" userId="f406c2cd-edfc-4057-be10-75858098c663" providerId="ADAL" clId="{A1824FC7-00A9-4708-B7FB-71BF84356830}" dt="2026-05-11T15:39:13.196" v="5162"/>
          <ac:spMkLst>
            <pc:docMk/>
            <pc:sldMk cId="1164739827" sldId="283"/>
            <ac:spMk id="17" creationId="{855184DA-3EEA-424D-AB7F-BD352D51C88B}"/>
          </ac:spMkLst>
        </pc:spChg>
        <pc:spChg chg="add mod">
          <ac:chgData name="Josué Silva de Morais" userId="f406c2cd-edfc-4057-be10-75858098c663" providerId="ADAL" clId="{A1824FC7-00A9-4708-B7FB-71BF84356830}" dt="2026-05-11T15:39:13.201" v="5168"/>
          <ac:spMkLst>
            <pc:docMk/>
            <pc:sldMk cId="1164739827" sldId="283"/>
            <ac:spMk id="18" creationId="{6DDB4356-6BDF-43A0-AF3E-D3E2FD138A45}"/>
          </ac:spMkLst>
        </pc:spChg>
        <pc:spChg chg="add mod">
          <ac:chgData name="Josué Silva de Morais" userId="f406c2cd-edfc-4057-be10-75858098c663" providerId="ADAL" clId="{A1824FC7-00A9-4708-B7FB-71BF84356830}" dt="2026-05-11T15:39:13.211" v="5174"/>
          <ac:spMkLst>
            <pc:docMk/>
            <pc:sldMk cId="1164739827" sldId="283"/>
            <ac:spMk id="19" creationId="{0B73B257-FF36-44A6-AF85-653A7585A1C0}"/>
          </ac:spMkLst>
        </pc:spChg>
        <pc:spChg chg="add mod">
          <ac:chgData name="Josué Silva de Morais" userId="f406c2cd-edfc-4057-be10-75858098c663" providerId="ADAL" clId="{A1824FC7-00A9-4708-B7FB-71BF84356830}" dt="2026-05-11T15:39:13.219" v="5180"/>
          <ac:spMkLst>
            <pc:docMk/>
            <pc:sldMk cId="1164739827" sldId="283"/>
            <ac:spMk id="20" creationId="{D433FD36-99E1-49A1-9945-10FCB572F6EE}"/>
          </ac:spMkLst>
        </pc:spChg>
        <pc:spChg chg="add mod">
          <ac:chgData name="Josué Silva de Morais" userId="f406c2cd-edfc-4057-be10-75858098c663" providerId="ADAL" clId="{A1824FC7-00A9-4708-B7FB-71BF84356830}" dt="2026-05-11T15:39:13.226" v="5184"/>
          <ac:spMkLst>
            <pc:docMk/>
            <pc:sldMk cId="1164739827" sldId="283"/>
            <ac:spMk id="21" creationId="{81D86713-2AC8-4D25-9A00-36BA7BF6F357}"/>
          </ac:spMkLst>
        </pc:spChg>
        <pc:spChg chg="add mod">
          <ac:chgData name="Josué Silva de Morais" userId="f406c2cd-edfc-4057-be10-75858098c663" providerId="ADAL" clId="{A1824FC7-00A9-4708-B7FB-71BF84356830}" dt="2026-05-11T15:39:13.233" v="5191"/>
          <ac:spMkLst>
            <pc:docMk/>
            <pc:sldMk cId="1164739827" sldId="283"/>
            <ac:spMk id="22" creationId="{6B9D0102-04BB-403E-9D42-DDFBE5994BA5}"/>
          </ac:spMkLst>
        </pc:spChg>
        <pc:spChg chg="add mod">
          <ac:chgData name="Josué Silva de Morais" userId="f406c2cd-edfc-4057-be10-75858098c663" providerId="ADAL" clId="{A1824FC7-00A9-4708-B7FB-71BF84356830}" dt="2026-05-11T15:39:13.245" v="5201"/>
          <ac:spMkLst>
            <pc:docMk/>
            <pc:sldMk cId="1164739827" sldId="283"/>
            <ac:spMk id="23" creationId="{00AC4CBC-9EAB-4045-B308-62E9500946E1}"/>
          </ac:spMkLst>
        </pc:spChg>
        <pc:spChg chg="add mod">
          <ac:chgData name="Josué Silva de Morais" userId="f406c2cd-edfc-4057-be10-75858098c663" providerId="ADAL" clId="{A1824FC7-00A9-4708-B7FB-71BF84356830}" dt="2026-05-11T15:39:13.257" v="5211"/>
          <ac:spMkLst>
            <pc:docMk/>
            <pc:sldMk cId="1164739827" sldId="283"/>
            <ac:spMk id="24" creationId="{A95DF0C3-39DD-4C08-840B-B93D38DED6D7}"/>
          </ac:spMkLst>
        </pc:spChg>
        <pc:spChg chg="add mod">
          <ac:chgData name="Josué Silva de Morais" userId="f406c2cd-edfc-4057-be10-75858098c663" providerId="ADAL" clId="{A1824FC7-00A9-4708-B7FB-71BF84356830}" dt="2026-05-11T15:39:13.259" v="5214"/>
          <ac:spMkLst>
            <pc:docMk/>
            <pc:sldMk cId="1164739827" sldId="283"/>
            <ac:spMk id="25" creationId="{4F544481-B0AD-4791-B07D-0742A71A8E8C}"/>
          </ac:spMkLst>
        </pc:spChg>
        <pc:spChg chg="add mod">
          <ac:chgData name="Josué Silva de Morais" userId="f406c2cd-edfc-4057-be10-75858098c663" providerId="ADAL" clId="{A1824FC7-00A9-4708-B7FB-71BF84356830}" dt="2026-05-11T15:39:13.262" v="5217"/>
          <ac:spMkLst>
            <pc:docMk/>
            <pc:sldMk cId="1164739827" sldId="283"/>
            <ac:spMk id="26" creationId="{B71651B6-CE3F-4E00-87E5-A2DCF1205DDB}"/>
          </ac:spMkLst>
        </pc:spChg>
        <pc:spChg chg="add mod">
          <ac:chgData name="Josué Silva de Morais" userId="f406c2cd-edfc-4057-be10-75858098c663" providerId="ADAL" clId="{A1824FC7-00A9-4708-B7FB-71BF84356830}" dt="2026-05-11T15:39:13.275" v="5227"/>
          <ac:spMkLst>
            <pc:docMk/>
            <pc:sldMk cId="1164739827" sldId="283"/>
            <ac:spMk id="27" creationId="{11008699-F625-49BF-BE20-96B61EFC4D83}"/>
          </ac:spMkLst>
        </pc:spChg>
        <pc:spChg chg="add mod">
          <ac:chgData name="Josué Silva de Morais" userId="f406c2cd-edfc-4057-be10-75858098c663" providerId="ADAL" clId="{A1824FC7-00A9-4708-B7FB-71BF84356830}" dt="2026-05-11T15:39:13.278" v="5230"/>
          <ac:spMkLst>
            <pc:docMk/>
            <pc:sldMk cId="1164739827" sldId="283"/>
            <ac:spMk id="28" creationId="{C42AD8A3-ECE4-4445-AE14-8A97887DC604}"/>
          </ac:spMkLst>
        </pc:spChg>
        <pc:spChg chg="add mod">
          <ac:chgData name="Josué Silva de Morais" userId="f406c2cd-edfc-4057-be10-75858098c663" providerId="ADAL" clId="{A1824FC7-00A9-4708-B7FB-71BF84356830}" dt="2026-05-11T15:39:13.289" v="5240"/>
          <ac:spMkLst>
            <pc:docMk/>
            <pc:sldMk cId="1164739827" sldId="283"/>
            <ac:spMk id="29" creationId="{2A63B395-34D0-4D68-AA93-0FD3F7EAA001}"/>
          </ac:spMkLst>
        </pc:spChg>
        <pc:spChg chg="add mod">
          <ac:chgData name="Josué Silva de Morais" userId="f406c2cd-edfc-4057-be10-75858098c663" providerId="ADAL" clId="{A1824FC7-00A9-4708-B7FB-71BF84356830}" dt="2026-05-11T15:39:13.298" v="5247"/>
          <ac:spMkLst>
            <pc:docMk/>
            <pc:sldMk cId="1164739827" sldId="283"/>
            <ac:spMk id="30" creationId="{A2EC420E-8B27-4406-AF61-0ED57470A41E}"/>
          </ac:spMkLst>
        </pc:spChg>
        <pc:spChg chg="add mod">
          <ac:chgData name="Josué Silva de Morais" userId="f406c2cd-edfc-4057-be10-75858098c663" providerId="ADAL" clId="{A1824FC7-00A9-4708-B7FB-71BF84356830}" dt="2026-05-11T15:39:13.300" v="5250"/>
          <ac:spMkLst>
            <pc:docMk/>
            <pc:sldMk cId="1164739827" sldId="283"/>
            <ac:spMk id="31" creationId="{5D932C49-BE9E-48EA-8A56-366DD9C29A5C}"/>
          </ac:spMkLst>
        </pc:spChg>
        <pc:spChg chg="add mod">
          <ac:chgData name="Josué Silva de Morais" userId="f406c2cd-edfc-4057-be10-75858098c663" providerId="ADAL" clId="{A1824FC7-00A9-4708-B7FB-71BF84356830}" dt="2026-05-11T15:39:13.308" v="5256"/>
          <ac:spMkLst>
            <pc:docMk/>
            <pc:sldMk cId="1164739827" sldId="283"/>
            <ac:spMk id="32" creationId="{815C73D3-B26B-4C2D-81B6-1FB66D5A67D8}"/>
          </ac:spMkLst>
        </pc:spChg>
        <pc:spChg chg="add mod">
          <ac:chgData name="Josué Silva de Morais" userId="f406c2cd-edfc-4057-be10-75858098c663" providerId="ADAL" clId="{A1824FC7-00A9-4708-B7FB-71BF84356830}" dt="2026-05-11T15:39:13.310" v="5259"/>
          <ac:spMkLst>
            <pc:docMk/>
            <pc:sldMk cId="1164739827" sldId="283"/>
            <ac:spMk id="33" creationId="{4A8DF29F-2B95-4D48-8B14-604B3C3C30EC}"/>
          </ac:spMkLst>
        </pc:spChg>
        <pc:spChg chg="add mod">
          <ac:chgData name="Josué Silva de Morais" userId="f406c2cd-edfc-4057-be10-75858098c663" providerId="ADAL" clId="{A1824FC7-00A9-4708-B7FB-71BF84356830}" dt="2026-05-11T15:39:13.319" v="5265"/>
          <ac:spMkLst>
            <pc:docMk/>
            <pc:sldMk cId="1164739827" sldId="283"/>
            <ac:spMk id="34" creationId="{D6C45555-3017-417F-9910-1038F8354E17}"/>
          </ac:spMkLst>
        </pc:spChg>
        <pc:spChg chg="add mod">
          <ac:chgData name="Josué Silva de Morais" userId="f406c2cd-edfc-4057-be10-75858098c663" providerId="ADAL" clId="{A1824FC7-00A9-4708-B7FB-71BF84356830}" dt="2026-05-11T15:39:13.327" v="5271"/>
          <ac:spMkLst>
            <pc:docMk/>
            <pc:sldMk cId="1164739827" sldId="283"/>
            <ac:spMk id="35" creationId="{8B8BC8DD-8E8A-4EAA-BD95-4F7B2F135880}"/>
          </ac:spMkLst>
        </pc:spChg>
        <pc:spChg chg="add mod">
          <ac:chgData name="Josué Silva de Morais" userId="f406c2cd-edfc-4057-be10-75858098c663" providerId="ADAL" clId="{A1824FC7-00A9-4708-B7FB-71BF84356830}" dt="2026-05-11T15:39:13.333" v="5277"/>
          <ac:spMkLst>
            <pc:docMk/>
            <pc:sldMk cId="1164739827" sldId="283"/>
            <ac:spMk id="36" creationId="{AC2FDB8E-14C1-4454-9ED5-0A2FB3E0C105}"/>
          </ac:spMkLst>
        </pc:spChg>
        <pc:spChg chg="add mod">
          <ac:chgData name="Josué Silva de Morais" userId="f406c2cd-edfc-4057-be10-75858098c663" providerId="ADAL" clId="{A1824FC7-00A9-4708-B7FB-71BF84356830}" dt="2026-05-11T15:39:13.342" v="5283"/>
          <ac:spMkLst>
            <pc:docMk/>
            <pc:sldMk cId="1164739827" sldId="283"/>
            <ac:spMk id="37" creationId="{5600D9BF-1150-4EE5-96B9-7D7F417D9332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39:37.729" v="5582"/>
        <pc:sldMkLst>
          <pc:docMk/>
          <pc:sldMk cId="528489425" sldId="284"/>
        </pc:sldMkLst>
        <pc:spChg chg="add mod">
          <ac:chgData name="Josué Silva de Morais" userId="f406c2cd-edfc-4057-be10-75858098c663" providerId="ADAL" clId="{A1824FC7-00A9-4708-B7FB-71BF84356830}" dt="2026-05-11T15:39:37.335" v="5287"/>
          <ac:spMkLst>
            <pc:docMk/>
            <pc:sldMk cId="528489425" sldId="284"/>
            <ac:spMk id="2" creationId="{CF9C5F80-CA5C-4081-8DDA-5CFEB566B1BE}"/>
          </ac:spMkLst>
        </pc:spChg>
        <pc:spChg chg="add mod">
          <ac:chgData name="Josué Silva de Morais" userId="f406c2cd-edfc-4057-be10-75858098c663" providerId="ADAL" clId="{A1824FC7-00A9-4708-B7FB-71BF84356830}" dt="2026-05-11T15:39:37.345" v="5294"/>
          <ac:spMkLst>
            <pc:docMk/>
            <pc:sldMk cId="528489425" sldId="284"/>
            <ac:spMk id="3" creationId="{7F256604-6D64-47E1-8739-22537604F2D3}"/>
          </ac:spMkLst>
        </pc:spChg>
        <pc:spChg chg="add mod">
          <ac:chgData name="Josué Silva de Morais" userId="f406c2cd-edfc-4057-be10-75858098c663" providerId="ADAL" clId="{A1824FC7-00A9-4708-B7FB-71BF84356830}" dt="2026-05-11T15:39:37.353" v="5300"/>
          <ac:spMkLst>
            <pc:docMk/>
            <pc:sldMk cId="528489425" sldId="284"/>
            <ac:spMk id="4" creationId="{F4B5221D-2247-4491-9B8C-6FF7F1F64900}"/>
          </ac:spMkLst>
        </pc:spChg>
        <pc:spChg chg="add mod">
          <ac:chgData name="Josué Silva de Morais" userId="f406c2cd-edfc-4057-be10-75858098c663" providerId="ADAL" clId="{A1824FC7-00A9-4708-B7FB-71BF84356830}" dt="2026-05-11T15:39:37.359" v="5304"/>
          <ac:spMkLst>
            <pc:docMk/>
            <pc:sldMk cId="528489425" sldId="284"/>
            <ac:spMk id="5" creationId="{47BE99D0-FFED-4822-90FC-994A71D27F29}"/>
          </ac:spMkLst>
        </pc:spChg>
        <pc:spChg chg="add mod">
          <ac:chgData name="Josué Silva de Morais" userId="f406c2cd-edfc-4057-be10-75858098c663" providerId="ADAL" clId="{A1824FC7-00A9-4708-B7FB-71BF84356830}" dt="2026-05-11T15:39:37.374" v="5314"/>
          <ac:spMkLst>
            <pc:docMk/>
            <pc:sldMk cId="528489425" sldId="284"/>
            <ac:spMk id="6" creationId="{CE282756-53B2-43A6-AA9F-30404D4B9327}"/>
          </ac:spMkLst>
        </pc:spChg>
        <pc:spChg chg="add mod">
          <ac:chgData name="Josué Silva de Morais" userId="f406c2cd-edfc-4057-be10-75858098c663" providerId="ADAL" clId="{A1824FC7-00A9-4708-B7FB-71BF84356830}" dt="2026-05-11T15:39:37.381" v="5321"/>
          <ac:spMkLst>
            <pc:docMk/>
            <pc:sldMk cId="528489425" sldId="284"/>
            <ac:spMk id="7" creationId="{A42FCDE1-D56E-4A2F-AD27-758EAB683171}"/>
          </ac:spMkLst>
        </pc:spChg>
        <pc:spChg chg="add mod">
          <ac:chgData name="Josué Silva de Morais" userId="f406c2cd-edfc-4057-be10-75858098c663" providerId="ADAL" clId="{A1824FC7-00A9-4708-B7FB-71BF84356830}" dt="2026-05-11T15:39:37.393" v="5328"/>
          <ac:spMkLst>
            <pc:docMk/>
            <pc:sldMk cId="528489425" sldId="284"/>
            <ac:spMk id="8" creationId="{56282E25-61F7-40B1-8A5F-939A8426058E}"/>
          </ac:spMkLst>
        </pc:spChg>
        <pc:spChg chg="add mod">
          <ac:chgData name="Josué Silva de Morais" userId="f406c2cd-edfc-4057-be10-75858098c663" providerId="ADAL" clId="{A1824FC7-00A9-4708-B7FB-71BF84356830}" dt="2026-05-11T15:39:37.399" v="5334"/>
          <ac:spMkLst>
            <pc:docMk/>
            <pc:sldMk cId="528489425" sldId="284"/>
            <ac:spMk id="9" creationId="{468255AB-0B7B-4224-B1FB-737CC9757AF9}"/>
          </ac:spMkLst>
        </pc:spChg>
        <pc:spChg chg="add mod">
          <ac:chgData name="Josué Silva de Morais" userId="f406c2cd-edfc-4057-be10-75858098c663" providerId="ADAL" clId="{A1824FC7-00A9-4708-B7FB-71BF84356830}" dt="2026-05-11T15:39:37.409" v="5341"/>
          <ac:spMkLst>
            <pc:docMk/>
            <pc:sldMk cId="528489425" sldId="284"/>
            <ac:spMk id="10" creationId="{1D1CB6D0-58FE-4BA6-8C08-2DFA865107C9}"/>
          </ac:spMkLst>
        </pc:spChg>
        <pc:spChg chg="add mod">
          <ac:chgData name="Josué Silva de Morais" userId="f406c2cd-edfc-4057-be10-75858098c663" providerId="ADAL" clId="{A1824FC7-00A9-4708-B7FB-71BF84356830}" dt="2026-05-11T15:39:37.416" v="5347"/>
          <ac:spMkLst>
            <pc:docMk/>
            <pc:sldMk cId="528489425" sldId="284"/>
            <ac:spMk id="11" creationId="{3B4F4CC5-7726-48E2-BE23-F332F102B17C}"/>
          </ac:spMkLst>
        </pc:spChg>
        <pc:spChg chg="add mod">
          <ac:chgData name="Josué Silva de Morais" userId="f406c2cd-edfc-4057-be10-75858098c663" providerId="ADAL" clId="{A1824FC7-00A9-4708-B7FB-71BF84356830}" dt="2026-05-11T15:39:37.423" v="5351"/>
          <ac:spMkLst>
            <pc:docMk/>
            <pc:sldMk cId="528489425" sldId="284"/>
            <ac:spMk id="12" creationId="{50A26A77-4D7D-4A44-BB08-5846565AC012}"/>
          </ac:spMkLst>
        </pc:spChg>
        <pc:spChg chg="add mod">
          <ac:chgData name="Josué Silva de Morais" userId="f406c2cd-edfc-4057-be10-75858098c663" providerId="ADAL" clId="{A1824FC7-00A9-4708-B7FB-71BF84356830}" dt="2026-05-11T15:39:37.433" v="5361"/>
          <ac:spMkLst>
            <pc:docMk/>
            <pc:sldMk cId="528489425" sldId="284"/>
            <ac:spMk id="13" creationId="{21EA8809-EEEF-490D-86BE-3751CB728533}"/>
          </ac:spMkLst>
        </pc:spChg>
        <pc:spChg chg="add mod">
          <ac:chgData name="Josué Silva de Morais" userId="f406c2cd-edfc-4057-be10-75858098c663" providerId="ADAL" clId="{A1824FC7-00A9-4708-B7FB-71BF84356830}" dt="2026-05-11T15:39:37.443" v="5368"/>
          <ac:spMkLst>
            <pc:docMk/>
            <pc:sldMk cId="528489425" sldId="284"/>
            <ac:spMk id="14" creationId="{7EAF633A-307D-4C3A-BEFB-DAD2B4BC5320}"/>
          </ac:spMkLst>
        </pc:spChg>
        <pc:spChg chg="add mod">
          <ac:chgData name="Josué Silva de Morais" userId="f406c2cd-edfc-4057-be10-75858098c663" providerId="ADAL" clId="{A1824FC7-00A9-4708-B7FB-71BF84356830}" dt="2026-05-11T15:39:37.457" v="5375"/>
          <ac:spMkLst>
            <pc:docMk/>
            <pc:sldMk cId="528489425" sldId="284"/>
            <ac:spMk id="15" creationId="{2904B7F0-26DF-4EB7-810C-0092FC5A4920}"/>
          </ac:spMkLst>
        </pc:spChg>
        <pc:spChg chg="add mod">
          <ac:chgData name="Josué Silva de Morais" userId="f406c2cd-edfc-4057-be10-75858098c663" providerId="ADAL" clId="{A1824FC7-00A9-4708-B7FB-71BF84356830}" dt="2026-05-11T15:39:37.465" v="5381"/>
          <ac:spMkLst>
            <pc:docMk/>
            <pc:sldMk cId="528489425" sldId="284"/>
            <ac:spMk id="16" creationId="{278DA466-DB82-4343-9312-9B80CDC4F81A}"/>
          </ac:spMkLst>
        </pc:spChg>
        <pc:spChg chg="add mod">
          <ac:chgData name="Josué Silva de Morais" userId="f406c2cd-edfc-4057-be10-75858098c663" providerId="ADAL" clId="{A1824FC7-00A9-4708-B7FB-71BF84356830}" dt="2026-05-11T15:39:37.477" v="5388"/>
          <ac:spMkLst>
            <pc:docMk/>
            <pc:sldMk cId="528489425" sldId="284"/>
            <ac:spMk id="17" creationId="{0C42EEF3-4693-41C8-87EA-0C59E89394B3}"/>
          </ac:spMkLst>
        </pc:spChg>
        <pc:spChg chg="add mod">
          <ac:chgData name="Josué Silva de Morais" userId="f406c2cd-edfc-4057-be10-75858098c663" providerId="ADAL" clId="{A1824FC7-00A9-4708-B7FB-71BF84356830}" dt="2026-05-11T15:39:37.490" v="5394"/>
          <ac:spMkLst>
            <pc:docMk/>
            <pc:sldMk cId="528489425" sldId="284"/>
            <ac:spMk id="18" creationId="{7BDCBC89-AFA0-41E1-8557-F70CFB8070E5}"/>
          </ac:spMkLst>
        </pc:spChg>
        <pc:spChg chg="add mod">
          <ac:chgData name="Josué Silva de Morais" userId="f406c2cd-edfc-4057-be10-75858098c663" providerId="ADAL" clId="{A1824FC7-00A9-4708-B7FB-71BF84356830}" dt="2026-05-11T15:39:37.495" v="5398"/>
          <ac:spMkLst>
            <pc:docMk/>
            <pc:sldMk cId="528489425" sldId="284"/>
            <ac:spMk id="19" creationId="{B760A140-D09F-4504-BC84-A2DEFE90D29E}"/>
          </ac:spMkLst>
        </pc:spChg>
        <pc:spChg chg="add mod">
          <ac:chgData name="Josué Silva de Morais" userId="f406c2cd-edfc-4057-be10-75858098c663" providerId="ADAL" clId="{A1824FC7-00A9-4708-B7FB-71BF84356830}" dt="2026-05-11T15:39:37.510" v="5408"/>
          <ac:spMkLst>
            <pc:docMk/>
            <pc:sldMk cId="528489425" sldId="284"/>
            <ac:spMk id="20" creationId="{2EFBE254-9400-4DCD-92A2-761BC3C5C373}"/>
          </ac:spMkLst>
        </pc:spChg>
        <pc:spChg chg="add mod">
          <ac:chgData name="Josué Silva de Morais" userId="f406c2cd-edfc-4057-be10-75858098c663" providerId="ADAL" clId="{A1824FC7-00A9-4708-B7FB-71BF84356830}" dt="2026-05-11T15:39:37.517" v="5415"/>
          <ac:spMkLst>
            <pc:docMk/>
            <pc:sldMk cId="528489425" sldId="284"/>
            <ac:spMk id="21" creationId="{08B5AAC8-62FE-4B1C-9CA9-F695DDF85FAD}"/>
          </ac:spMkLst>
        </pc:spChg>
        <pc:spChg chg="add mod">
          <ac:chgData name="Josué Silva de Morais" userId="f406c2cd-edfc-4057-be10-75858098c663" providerId="ADAL" clId="{A1824FC7-00A9-4708-B7FB-71BF84356830}" dt="2026-05-11T15:39:37.526" v="5422"/>
          <ac:spMkLst>
            <pc:docMk/>
            <pc:sldMk cId="528489425" sldId="284"/>
            <ac:spMk id="22" creationId="{CF119FE0-5606-4DD8-8C2C-0F4928083961}"/>
          </ac:spMkLst>
        </pc:spChg>
        <pc:spChg chg="add mod">
          <ac:chgData name="Josué Silva de Morais" userId="f406c2cd-edfc-4057-be10-75858098c663" providerId="ADAL" clId="{A1824FC7-00A9-4708-B7FB-71BF84356830}" dt="2026-05-11T15:39:37.532" v="5428"/>
          <ac:spMkLst>
            <pc:docMk/>
            <pc:sldMk cId="528489425" sldId="284"/>
            <ac:spMk id="23" creationId="{0870BBD1-5138-49F7-A2DE-F25978800C50}"/>
          </ac:spMkLst>
        </pc:spChg>
        <pc:spChg chg="add mod">
          <ac:chgData name="Josué Silva de Morais" userId="f406c2cd-edfc-4057-be10-75858098c663" providerId="ADAL" clId="{A1824FC7-00A9-4708-B7FB-71BF84356830}" dt="2026-05-11T15:39:37.545" v="5435"/>
          <ac:spMkLst>
            <pc:docMk/>
            <pc:sldMk cId="528489425" sldId="284"/>
            <ac:spMk id="24" creationId="{73CB8307-C0BE-42FE-AAF8-DCEF67F5AA21}"/>
          </ac:spMkLst>
        </pc:spChg>
        <pc:spChg chg="add mod">
          <ac:chgData name="Josué Silva de Morais" userId="f406c2cd-edfc-4057-be10-75858098c663" providerId="ADAL" clId="{A1824FC7-00A9-4708-B7FB-71BF84356830}" dt="2026-05-11T15:39:37.555" v="5441"/>
          <ac:spMkLst>
            <pc:docMk/>
            <pc:sldMk cId="528489425" sldId="284"/>
            <ac:spMk id="25" creationId="{0B5F8BA2-BAD2-439C-9BED-61A7C7D1D3C2}"/>
          </ac:spMkLst>
        </pc:spChg>
        <pc:spChg chg="add mod">
          <ac:chgData name="Josué Silva de Morais" userId="f406c2cd-edfc-4057-be10-75858098c663" providerId="ADAL" clId="{A1824FC7-00A9-4708-B7FB-71BF84356830}" dt="2026-05-11T15:39:37.558" v="5445"/>
          <ac:spMkLst>
            <pc:docMk/>
            <pc:sldMk cId="528489425" sldId="284"/>
            <ac:spMk id="26" creationId="{650AFF3D-73D7-431B-9A0A-50C0EF13FE5D}"/>
          </ac:spMkLst>
        </pc:spChg>
        <pc:spChg chg="add mod">
          <ac:chgData name="Josué Silva de Morais" userId="f406c2cd-edfc-4057-be10-75858098c663" providerId="ADAL" clId="{A1824FC7-00A9-4708-B7FB-71BF84356830}" dt="2026-05-11T15:39:37.573" v="5455"/>
          <ac:spMkLst>
            <pc:docMk/>
            <pc:sldMk cId="528489425" sldId="284"/>
            <ac:spMk id="27" creationId="{DE4DC37E-36C8-4D02-94DF-9BE77C633442}"/>
          </ac:spMkLst>
        </pc:spChg>
        <pc:spChg chg="add mod">
          <ac:chgData name="Josué Silva de Morais" userId="f406c2cd-edfc-4057-be10-75858098c663" providerId="ADAL" clId="{A1824FC7-00A9-4708-B7FB-71BF84356830}" dt="2026-05-11T15:39:37.580" v="5462"/>
          <ac:spMkLst>
            <pc:docMk/>
            <pc:sldMk cId="528489425" sldId="284"/>
            <ac:spMk id="28" creationId="{8178DAA9-86E9-477B-8491-E7A012BF3966}"/>
          </ac:spMkLst>
        </pc:spChg>
        <pc:spChg chg="add mod">
          <ac:chgData name="Josué Silva de Morais" userId="f406c2cd-edfc-4057-be10-75858098c663" providerId="ADAL" clId="{A1824FC7-00A9-4708-B7FB-71BF84356830}" dt="2026-05-11T15:39:37.591" v="5469"/>
          <ac:spMkLst>
            <pc:docMk/>
            <pc:sldMk cId="528489425" sldId="284"/>
            <ac:spMk id="29" creationId="{F0558D7E-5C32-4D68-99F8-E4514106E54F}"/>
          </ac:spMkLst>
        </pc:spChg>
        <pc:spChg chg="add mod">
          <ac:chgData name="Josué Silva de Morais" userId="f406c2cd-edfc-4057-be10-75858098c663" providerId="ADAL" clId="{A1824FC7-00A9-4708-B7FB-71BF84356830}" dt="2026-05-11T15:39:37.597" v="5475"/>
          <ac:spMkLst>
            <pc:docMk/>
            <pc:sldMk cId="528489425" sldId="284"/>
            <ac:spMk id="30" creationId="{5E82D6AB-7A2A-4F4E-A122-5EE5A546AEFB}"/>
          </ac:spMkLst>
        </pc:spChg>
        <pc:spChg chg="add mod">
          <ac:chgData name="Josué Silva de Morais" userId="f406c2cd-edfc-4057-be10-75858098c663" providerId="ADAL" clId="{A1824FC7-00A9-4708-B7FB-71BF84356830}" dt="2026-05-11T15:39:37.606" v="5482"/>
          <ac:spMkLst>
            <pc:docMk/>
            <pc:sldMk cId="528489425" sldId="284"/>
            <ac:spMk id="31" creationId="{9C371D8C-A344-4A38-8BED-41C669C56E16}"/>
          </ac:spMkLst>
        </pc:spChg>
        <pc:spChg chg="add mod">
          <ac:chgData name="Josué Silva de Morais" userId="f406c2cd-edfc-4057-be10-75858098c663" providerId="ADAL" clId="{A1824FC7-00A9-4708-B7FB-71BF84356830}" dt="2026-05-11T15:39:37.614" v="5488"/>
          <ac:spMkLst>
            <pc:docMk/>
            <pc:sldMk cId="528489425" sldId="284"/>
            <ac:spMk id="32" creationId="{670507AB-2881-4100-B71C-EB30182925AF}"/>
          </ac:spMkLst>
        </pc:spChg>
        <pc:spChg chg="add mod">
          <ac:chgData name="Josué Silva de Morais" userId="f406c2cd-edfc-4057-be10-75858098c663" providerId="ADAL" clId="{A1824FC7-00A9-4708-B7FB-71BF84356830}" dt="2026-05-11T15:39:37.620" v="5492"/>
          <ac:spMkLst>
            <pc:docMk/>
            <pc:sldMk cId="528489425" sldId="284"/>
            <ac:spMk id="33" creationId="{01346BA7-FA95-4D0E-8F13-1387E4FBDFC5}"/>
          </ac:spMkLst>
        </pc:spChg>
        <pc:spChg chg="add mod">
          <ac:chgData name="Josué Silva de Morais" userId="f406c2cd-edfc-4057-be10-75858098c663" providerId="ADAL" clId="{A1824FC7-00A9-4708-B7FB-71BF84356830}" dt="2026-05-11T15:39:37.629" v="5502"/>
          <ac:spMkLst>
            <pc:docMk/>
            <pc:sldMk cId="528489425" sldId="284"/>
            <ac:spMk id="34" creationId="{4C0CBBF7-C315-4A9A-8365-E5FB96E19BF4}"/>
          </ac:spMkLst>
        </pc:spChg>
        <pc:spChg chg="add mod">
          <ac:chgData name="Josué Silva de Morais" userId="f406c2cd-edfc-4057-be10-75858098c663" providerId="ADAL" clId="{A1824FC7-00A9-4708-B7FB-71BF84356830}" dt="2026-05-11T15:39:37.639" v="5509"/>
          <ac:spMkLst>
            <pc:docMk/>
            <pc:sldMk cId="528489425" sldId="284"/>
            <ac:spMk id="35" creationId="{B99A49E1-F2BD-4CB2-AC62-95D46D42E305}"/>
          </ac:spMkLst>
        </pc:spChg>
        <pc:spChg chg="add mod">
          <ac:chgData name="Josué Silva de Morais" userId="f406c2cd-edfc-4057-be10-75858098c663" providerId="ADAL" clId="{A1824FC7-00A9-4708-B7FB-71BF84356830}" dt="2026-05-11T15:39:37.646" v="5516"/>
          <ac:spMkLst>
            <pc:docMk/>
            <pc:sldMk cId="528489425" sldId="284"/>
            <ac:spMk id="36" creationId="{720E32CD-F579-41DF-98D3-B26FBE9EE52D}"/>
          </ac:spMkLst>
        </pc:spChg>
        <pc:spChg chg="add mod">
          <ac:chgData name="Josué Silva de Morais" userId="f406c2cd-edfc-4057-be10-75858098c663" providerId="ADAL" clId="{A1824FC7-00A9-4708-B7FB-71BF84356830}" dt="2026-05-11T15:39:37.654" v="5522"/>
          <ac:spMkLst>
            <pc:docMk/>
            <pc:sldMk cId="528489425" sldId="284"/>
            <ac:spMk id="37" creationId="{DD8C9913-DD41-412B-B769-13C6D5B0DFD4}"/>
          </ac:spMkLst>
        </pc:spChg>
        <pc:spChg chg="add mod">
          <ac:chgData name="Josué Silva de Morais" userId="f406c2cd-edfc-4057-be10-75858098c663" providerId="ADAL" clId="{A1824FC7-00A9-4708-B7FB-71BF84356830}" dt="2026-05-11T15:39:37.661" v="5529"/>
          <ac:spMkLst>
            <pc:docMk/>
            <pc:sldMk cId="528489425" sldId="284"/>
            <ac:spMk id="38" creationId="{07AFCD9F-F291-45A1-927C-7059DC0E6C24}"/>
          </ac:spMkLst>
        </pc:spChg>
        <pc:spChg chg="add mod">
          <ac:chgData name="Josué Silva de Morais" userId="f406c2cd-edfc-4057-be10-75858098c663" providerId="ADAL" clId="{A1824FC7-00A9-4708-B7FB-71BF84356830}" dt="2026-05-11T15:39:37.670" v="5535"/>
          <ac:spMkLst>
            <pc:docMk/>
            <pc:sldMk cId="528489425" sldId="284"/>
            <ac:spMk id="39" creationId="{E4DAB7F0-809C-4E70-9881-4EF5BA2C0D7D}"/>
          </ac:spMkLst>
        </pc:spChg>
        <pc:spChg chg="add mod">
          <ac:chgData name="Josué Silva de Morais" userId="f406c2cd-edfc-4057-be10-75858098c663" providerId="ADAL" clId="{A1824FC7-00A9-4708-B7FB-71BF84356830}" dt="2026-05-11T15:39:37.675" v="5539"/>
          <ac:spMkLst>
            <pc:docMk/>
            <pc:sldMk cId="528489425" sldId="284"/>
            <ac:spMk id="40" creationId="{F7E50117-9879-4A29-845D-0F8E231FD4B7}"/>
          </ac:spMkLst>
        </pc:spChg>
        <pc:spChg chg="add mod">
          <ac:chgData name="Josué Silva de Morais" userId="f406c2cd-edfc-4057-be10-75858098c663" providerId="ADAL" clId="{A1824FC7-00A9-4708-B7FB-71BF84356830}" dt="2026-05-11T15:39:37.687" v="5549"/>
          <ac:spMkLst>
            <pc:docMk/>
            <pc:sldMk cId="528489425" sldId="284"/>
            <ac:spMk id="41" creationId="{3B5A497A-AF88-4937-B861-D7BD2A08BBE2}"/>
          </ac:spMkLst>
        </pc:spChg>
        <pc:spChg chg="add mod">
          <ac:chgData name="Josué Silva de Morais" userId="f406c2cd-edfc-4057-be10-75858098c663" providerId="ADAL" clId="{A1824FC7-00A9-4708-B7FB-71BF84356830}" dt="2026-05-11T15:39:37.694" v="5556"/>
          <ac:spMkLst>
            <pc:docMk/>
            <pc:sldMk cId="528489425" sldId="284"/>
            <ac:spMk id="42" creationId="{57F0F595-764B-4F4C-92E8-1A9B6956D994}"/>
          </ac:spMkLst>
        </pc:spChg>
        <pc:spChg chg="add mod">
          <ac:chgData name="Josué Silva de Morais" userId="f406c2cd-edfc-4057-be10-75858098c663" providerId="ADAL" clId="{A1824FC7-00A9-4708-B7FB-71BF84356830}" dt="2026-05-11T15:39:37.706" v="5563"/>
          <ac:spMkLst>
            <pc:docMk/>
            <pc:sldMk cId="528489425" sldId="284"/>
            <ac:spMk id="43" creationId="{C1A7135D-2675-4DD2-91AF-5F60995BF9CA}"/>
          </ac:spMkLst>
        </pc:spChg>
        <pc:spChg chg="add mod">
          <ac:chgData name="Josué Silva de Morais" userId="f406c2cd-edfc-4057-be10-75858098c663" providerId="ADAL" clId="{A1824FC7-00A9-4708-B7FB-71BF84356830}" dt="2026-05-11T15:39:37.712" v="5569"/>
          <ac:spMkLst>
            <pc:docMk/>
            <pc:sldMk cId="528489425" sldId="284"/>
            <ac:spMk id="44" creationId="{84206C27-782F-4143-A085-FBE3FE62A985}"/>
          </ac:spMkLst>
        </pc:spChg>
        <pc:spChg chg="add mod">
          <ac:chgData name="Josué Silva de Morais" userId="f406c2cd-edfc-4057-be10-75858098c663" providerId="ADAL" clId="{A1824FC7-00A9-4708-B7FB-71BF84356830}" dt="2026-05-11T15:39:37.721" v="5576"/>
          <ac:spMkLst>
            <pc:docMk/>
            <pc:sldMk cId="528489425" sldId="284"/>
            <ac:spMk id="45" creationId="{4DBA7348-4989-4F38-B067-9418AD693BFE}"/>
          </ac:spMkLst>
        </pc:spChg>
        <pc:spChg chg="add mod">
          <ac:chgData name="Josué Silva de Morais" userId="f406c2cd-edfc-4057-be10-75858098c663" providerId="ADAL" clId="{A1824FC7-00A9-4708-B7FB-71BF84356830}" dt="2026-05-11T15:39:37.729" v="5582"/>
          <ac:spMkLst>
            <pc:docMk/>
            <pc:sldMk cId="528489425" sldId="284"/>
            <ac:spMk id="46" creationId="{2C2783D3-5AAA-47CE-84C9-FB54202A1E2F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0:12.206" v="5672"/>
        <pc:sldMkLst>
          <pc:docMk/>
          <pc:sldMk cId="3041321469" sldId="285"/>
        </pc:sldMkLst>
        <pc:spChg chg="add mod">
          <ac:chgData name="Josué Silva de Morais" userId="f406c2cd-edfc-4057-be10-75858098c663" providerId="ADAL" clId="{A1824FC7-00A9-4708-B7FB-71BF84356830}" dt="2026-05-11T15:40:12.095" v="5586"/>
          <ac:spMkLst>
            <pc:docMk/>
            <pc:sldMk cId="3041321469" sldId="285"/>
            <ac:spMk id="2" creationId="{1B21BE83-4B44-4FF6-BAC3-F19BF74B3E1C}"/>
          </ac:spMkLst>
        </pc:spChg>
        <pc:spChg chg="add mod">
          <ac:chgData name="Josué Silva de Morais" userId="f406c2cd-edfc-4057-be10-75858098c663" providerId="ADAL" clId="{A1824FC7-00A9-4708-B7FB-71BF84356830}" dt="2026-05-11T15:40:12.101" v="5589"/>
          <ac:spMkLst>
            <pc:docMk/>
            <pc:sldMk cId="3041321469" sldId="285"/>
            <ac:spMk id="3" creationId="{E4D3F054-1C64-47FA-B0D5-7D78C9016D67}"/>
          </ac:spMkLst>
        </pc:spChg>
        <pc:spChg chg="add mod">
          <ac:chgData name="Josué Silva de Morais" userId="f406c2cd-edfc-4057-be10-75858098c663" providerId="ADAL" clId="{A1824FC7-00A9-4708-B7FB-71BF84356830}" dt="2026-05-11T15:40:12.105" v="5592"/>
          <ac:spMkLst>
            <pc:docMk/>
            <pc:sldMk cId="3041321469" sldId="285"/>
            <ac:spMk id="4" creationId="{6A0C9234-6D3F-4277-90D4-16149398D141}"/>
          </ac:spMkLst>
        </pc:spChg>
        <pc:spChg chg="add mod">
          <ac:chgData name="Josué Silva de Morais" userId="f406c2cd-edfc-4057-be10-75858098c663" providerId="ADAL" clId="{A1824FC7-00A9-4708-B7FB-71BF84356830}" dt="2026-05-11T15:40:12.111" v="5599"/>
          <ac:spMkLst>
            <pc:docMk/>
            <pc:sldMk cId="3041321469" sldId="285"/>
            <ac:spMk id="5" creationId="{6CD2C7B5-5C5C-44C7-AADA-C913DC5E1B71}"/>
          </ac:spMkLst>
        </pc:spChg>
        <pc:spChg chg="add mod">
          <ac:chgData name="Josué Silva de Morais" userId="f406c2cd-edfc-4057-be10-75858098c663" providerId="ADAL" clId="{A1824FC7-00A9-4708-B7FB-71BF84356830}" dt="2026-05-11T15:40:12.124" v="5606"/>
          <ac:spMkLst>
            <pc:docMk/>
            <pc:sldMk cId="3041321469" sldId="285"/>
            <ac:spMk id="6" creationId="{C289C23A-7D55-44A2-9856-EAD116EF7B5D}"/>
          </ac:spMkLst>
        </pc:spChg>
        <pc:spChg chg="add mod">
          <ac:chgData name="Josué Silva de Morais" userId="f406c2cd-edfc-4057-be10-75858098c663" providerId="ADAL" clId="{A1824FC7-00A9-4708-B7FB-71BF84356830}" dt="2026-05-11T15:40:12.136" v="5613"/>
          <ac:spMkLst>
            <pc:docMk/>
            <pc:sldMk cId="3041321469" sldId="285"/>
            <ac:spMk id="7" creationId="{18E0E595-9035-4978-A91B-36B656E5547D}"/>
          </ac:spMkLst>
        </pc:spChg>
        <pc:spChg chg="add mod">
          <ac:chgData name="Josué Silva de Morais" userId="f406c2cd-edfc-4057-be10-75858098c663" providerId="ADAL" clId="{A1824FC7-00A9-4708-B7FB-71BF84356830}" dt="2026-05-11T15:40:12.141" v="5619"/>
          <ac:spMkLst>
            <pc:docMk/>
            <pc:sldMk cId="3041321469" sldId="285"/>
            <ac:spMk id="8" creationId="{D2EF5A5B-F21C-4729-887A-F056CE0A340B}"/>
          </ac:spMkLst>
        </pc:spChg>
        <pc:spChg chg="add mod">
          <ac:chgData name="Josué Silva de Morais" userId="f406c2cd-edfc-4057-be10-75858098c663" providerId="ADAL" clId="{A1824FC7-00A9-4708-B7FB-71BF84356830}" dt="2026-05-11T15:40:12.144" v="5622"/>
          <ac:spMkLst>
            <pc:docMk/>
            <pc:sldMk cId="3041321469" sldId="285"/>
            <ac:spMk id="9" creationId="{60115148-EB9F-4332-9A4F-A00F1D63C304}"/>
          </ac:spMkLst>
        </pc:spChg>
        <pc:spChg chg="add mod">
          <ac:chgData name="Josué Silva de Morais" userId="f406c2cd-edfc-4057-be10-75858098c663" providerId="ADAL" clId="{A1824FC7-00A9-4708-B7FB-71BF84356830}" dt="2026-05-11T15:40:12.158" v="5633"/>
          <ac:spMkLst>
            <pc:docMk/>
            <pc:sldMk cId="3041321469" sldId="285"/>
            <ac:spMk id="10" creationId="{2F1989FA-C556-4716-906D-7CBFC1F1A6FB}"/>
          </ac:spMkLst>
        </pc:spChg>
        <pc:spChg chg="add mod">
          <ac:chgData name="Josué Silva de Morais" userId="f406c2cd-edfc-4057-be10-75858098c663" providerId="ADAL" clId="{A1824FC7-00A9-4708-B7FB-71BF84356830}" dt="2026-05-11T15:40:12.172" v="5644"/>
          <ac:spMkLst>
            <pc:docMk/>
            <pc:sldMk cId="3041321469" sldId="285"/>
            <ac:spMk id="11" creationId="{FE1B15C0-494D-4A49-9E18-7CE5D7C0B33F}"/>
          </ac:spMkLst>
        </pc:spChg>
        <pc:spChg chg="add mod">
          <ac:chgData name="Josué Silva de Morais" userId="f406c2cd-edfc-4057-be10-75858098c663" providerId="ADAL" clId="{A1824FC7-00A9-4708-B7FB-71BF84356830}" dt="2026-05-11T15:40:12.186" v="5655"/>
          <ac:spMkLst>
            <pc:docMk/>
            <pc:sldMk cId="3041321469" sldId="285"/>
            <ac:spMk id="12" creationId="{99C9D34A-A347-4222-8B7D-9BB86611CC23}"/>
          </ac:spMkLst>
        </pc:spChg>
        <pc:spChg chg="add mod">
          <ac:chgData name="Josué Silva de Morais" userId="f406c2cd-edfc-4057-be10-75858098c663" providerId="ADAL" clId="{A1824FC7-00A9-4708-B7FB-71BF84356830}" dt="2026-05-11T15:40:12.199" v="5666"/>
          <ac:spMkLst>
            <pc:docMk/>
            <pc:sldMk cId="3041321469" sldId="285"/>
            <ac:spMk id="13" creationId="{453301A4-AA72-48B7-B38F-154D73525AD3}"/>
          </ac:spMkLst>
        </pc:spChg>
        <pc:spChg chg="add mod">
          <ac:chgData name="Josué Silva de Morais" userId="f406c2cd-edfc-4057-be10-75858098c663" providerId="ADAL" clId="{A1824FC7-00A9-4708-B7FB-71BF84356830}" dt="2026-05-11T15:40:12.206" v="5672"/>
          <ac:spMkLst>
            <pc:docMk/>
            <pc:sldMk cId="3041321469" sldId="285"/>
            <ac:spMk id="14" creationId="{89D6545E-0E4C-46EC-A2E6-2A5B18108AF7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0:41.072" v="5827"/>
        <pc:sldMkLst>
          <pc:docMk/>
          <pc:sldMk cId="4009177944" sldId="286"/>
        </pc:sldMkLst>
        <pc:spChg chg="add mod">
          <ac:chgData name="Josué Silva de Morais" userId="f406c2cd-edfc-4057-be10-75858098c663" providerId="ADAL" clId="{A1824FC7-00A9-4708-B7FB-71BF84356830}" dt="2026-05-11T15:40:40.873" v="5676"/>
          <ac:spMkLst>
            <pc:docMk/>
            <pc:sldMk cId="4009177944" sldId="286"/>
            <ac:spMk id="2" creationId="{4DD6C6DB-F8D3-4889-94A3-47FD8BB34DF5}"/>
          </ac:spMkLst>
        </pc:spChg>
        <pc:spChg chg="add mod">
          <ac:chgData name="Josué Silva de Morais" userId="f406c2cd-edfc-4057-be10-75858098c663" providerId="ADAL" clId="{A1824FC7-00A9-4708-B7FB-71BF84356830}" dt="2026-05-11T15:40:40.884" v="5683"/>
          <ac:spMkLst>
            <pc:docMk/>
            <pc:sldMk cId="4009177944" sldId="286"/>
            <ac:spMk id="3" creationId="{43E88125-59E8-4293-B480-A0D8C5980D8C}"/>
          </ac:spMkLst>
        </pc:spChg>
        <pc:spChg chg="add mod">
          <ac:chgData name="Josué Silva de Morais" userId="f406c2cd-edfc-4057-be10-75858098c663" providerId="ADAL" clId="{A1824FC7-00A9-4708-B7FB-71BF84356830}" dt="2026-05-11T15:40:40.890" v="5689"/>
          <ac:spMkLst>
            <pc:docMk/>
            <pc:sldMk cId="4009177944" sldId="286"/>
            <ac:spMk id="4" creationId="{11755490-12E8-4F73-8481-98FC6D565C51}"/>
          </ac:spMkLst>
        </pc:spChg>
        <pc:spChg chg="add mod">
          <ac:chgData name="Josué Silva de Morais" userId="f406c2cd-edfc-4057-be10-75858098c663" providerId="ADAL" clId="{A1824FC7-00A9-4708-B7FB-71BF84356830}" dt="2026-05-11T15:40:40.893" v="5692"/>
          <ac:spMkLst>
            <pc:docMk/>
            <pc:sldMk cId="4009177944" sldId="286"/>
            <ac:spMk id="5" creationId="{1E13D385-C206-4539-B8F6-FE6C444F049F}"/>
          </ac:spMkLst>
        </pc:spChg>
        <pc:spChg chg="add mod">
          <ac:chgData name="Josué Silva de Morais" userId="f406c2cd-edfc-4057-be10-75858098c663" providerId="ADAL" clId="{A1824FC7-00A9-4708-B7FB-71BF84356830}" dt="2026-05-11T15:40:40.907" v="5699"/>
          <ac:spMkLst>
            <pc:docMk/>
            <pc:sldMk cId="4009177944" sldId="286"/>
            <ac:spMk id="6" creationId="{30BDDB3B-D3D8-4397-95CC-B6E67F21C83F}"/>
          </ac:spMkLst>
        </pc:spChg>
        <pc:spChg chg="add mod">
          <ac:chgData name="Josué Silva de Morais" userId="f406c2cd-edfc-4057-be10-75858098c663" providerId="ADAL" clId="{A1824FC7-00A9-4708-B7FB-71BF84356830}" dt="2026-05-11T15:40:40.914" v="5702"/>
          <ac:spMkLst>
            <pc:docMk/>
            <pc:sldMk cId="4009177944" sldId="286"/>
            <ac:spMk id="7" creationId="{5FA0EF88-F8F9-41F3-99BA-5C54D973B624}"/>
          </ac:spMkLst>
        </pc:spChg>
        <pc:spChg chg="add mod">
          <ac:chgData name="Josué Silva de Morais" userId="f406c2cd-edfc-4057-be10-75858098c663" providerId="ADAL" clId="{A1824FC7-00A9-4708-B7FB-71BF84356830}" dt="2026-05-11T15:40:40.925" v="5709"/>
          <ac:spMkLst>
            <pc:docMk/>
            <pc:sldMk cId="4009177944" sldId="286"/>
            <ac:spMk id="8" creationId="{BC0BFDCC-C1F3-46CC-8FDC-D1825BBE41CF}"/>
          </ac:spMkLst>
        </pc:spChg>
        <pc:spChg chg="add mod">
          <ac:chgData name="Josué Silva de Morais" userId="f406c2cd-edfc-4057-be10-75858098c663" providerId="ADAL" clId="{A1824FC7-00A9-4708-B7FB-71BF84356830}" dt="2026-05-11T15:40:40.945" v="5720"/>
          <ac:spMkLst>
            <pc:docMk/>
            <pc:sldMk cId="4009177944" sldId="286"/>
            <ac:spMk id="9" creationId="{CF1767DA-8C51-4944-8373-888F453C0CEC}"/>
          </ac:spMkLst>
        </pc:spChg>
        <pc:spChg chg="add mod">
          <ac:chgData name="Josué Silva de Morais" userId="f406c2cd-edfc-4057-be10-75858098c663" providerId="ADAL" clId="{A1824FC7-00A9-4708-B7FB-71BF84356830}" dt="2026-05-11T15:40:40.955" v="5731"/>
          <ac:spMkLst>
            <pc:docMk/>
            <pc:sldMk cId="4009177944" sldId="286"/>
            <ac:spMk id="10" creationId="{CB829927-74CB-48DA-B218-7D8AD014F80B}"/>
          </ac:spMkLst>
        </pc:spChg>
        <pc:spChg chg="add mod">
          <ac:chgData name="Josué Silva de Morais" userId="f406c2cd-edfc-4057-be10-75858098c663" providerId="ADAL" clId="{A1824FC7-00A9-4708-B7FB-71BF84356830}" dt="2026-05-11T15:40:40.968" v="5742"/>
          <ac:spMkLst>
            <pc:docMk/>
            <pc:sldMk cId="4009177944" sldId="286"/>
            <ac:spMk id="11" creationId="{6F75035F-31BB-4193-A035-3B71560640C5}"/>
          </ac:spMkLst>
        </pc:spChg>
        <pc:spChg chg="add mod">
          <ac:chgData name="Josué Silva de Morais" userId="f406c2cd-edfc-4057-be10-75858098c663" providerId="ADAL" clId="{A1824FC7-00A9-4708-B7FB-71BF84356830}" dt="2026-05-11T15:40:40.981" v="5753"/>
          <ac:spMkLst>
            <pc:docMk/>
            <pc:sldMk cId="4009177944" sldId="286"/>
            <ac:spMk id="12" creationId="{36C7D796-43E5-4702-8D31-CB0C90B547C9}"/>
          </ac:spMkLst>
        </pc:spChg>
        <pc:spChg chg="add mod">
          <ac:chgData name="Josué Silva de Morais" userId="f406c2cd-edfc-4057-be10-75858098c663" providerId="ADAL" clId="{A1824FC7-00A9-4708-B7FB-71BF84356830}" dt="2026-05-11T15:40:40.990" v="5764"/>
          <ac:spMkLst>
            <pc:docMk/>
            <pc:sldMk cId="4009177944" sldId="286"/>
            <ac:spMk id="13" creationId="{21DB95B3-2D72-4CAA-98D5-877A8EB3E172}"/>
          </ac:spMkLst>
        </pc:spChg>
        <pc:spChg chg="add mod">
          <ac:chgData name="Josué Silva de Morais" userId="f406c2cd-edfc-4057-be10-75858098c663" providerId="ADAL" clId="{A1824FC7-00A9-4708-B7FB-71BF84356830}" dt="2026-05-11T15:40:41.002" v="5775"/>
          <ac:spMkLst>
            <pc:docMk/>
            <pc:sldMk cId="4009177944" sldId="286"/>
            <ac:spMk id="14" creationId="{8A66F94B-CBC4-4492-BABC-8A908FD7DC6B}"/>
          </ac:spMkLst>
        </pc:spChg>
        <pc:spChg chg="add mod">
          <ac:chgData name="Josué Silva de Morais" userId="f406c2cd-edfc-4057-be10-75858098c663" providerId="ADAL" clId="{A1824FC7-00A9-4708-B7FB-71BF84356830}" dt="2026-05-11T15:40:41.005" v="5778"/>
          <ac:spMkLst>
            <pc:docMk/>
            <pc:sldMk cId="4009177944" sldId="286"/>
            <ac:spMk id="15" creationId="{D88A8422-A2DF-4D60-9E34-B000FD5BC124}"/>
          </ac:spMkLst>
        </pc:spChg>
        <pc:spChg chg="add mod">
          <ac:chgData name="Josué Silva de Morais" userId="f406c2cd-edfc-4057-be10-75858098c663" providerId="ADAL" clId="{A1824FC7-00A9-4708-B7FB-71BF84356830}" dt="2026-05-11T15:40:41.008" v="5781"/>
          <ac:spMkLst>
            <pc:docMk/>
            <pc:sldMk cId="4009177944" sldId="286"/>
            <ac:spMk id="16" creationId="{CF90BEB6-DCCE-4703-BBE9-B129A16AE83B}"/>
          </ac:spMkLst>
        </pc:spChg>
        <pc:spChg chg="add mod">
          <ac:chgData name="Josué Silva de Morais" userId="f406c2cd-edfc-4057-be10-75858098c663" providerId="ADAL" clId="{A1824FC7-00A9-4708-B7FB-71BF84356830}" dt="2026-05-11T15:40:41.014" v="5784"/>
          <ac:spMkLst>
            <pc:docMk/>
            <pc:sldMk cId="4009177944" sldId="286"/>
            <ac:spMk id="17" creationId="{5586CE0B-0DA7-4EBF-98F7-4501E7F825BD}"/>
          </ac:spMkLst>
        </pc:spChg>
        <pc:spChg chg="add mod">
          <ac:chgData name="Josué Silva de Morais" userId="f406c2cd-edfc-4057-be10-75858098c663" providerId="ADAL" clId="{A1824FC7-00A9-4708-B7FB-71BF84356830}" dt="2026-05-11T15:40:41.019" v="5787"/>
          <ac:spMkLst>
            <pc:docMk/>
            <pc:sldMk cId="4009177944" sldId="286"/>
            <ac:spMk id="18" creationId="{78DE4D4E-7FEA-4864-B14F-5AA2949DDB37}"/>
          </ac:spMkLst>
        </pc:spChg>
        <pc:spChg chg="add mod">
          <ac:chgData name="Josué Silva de Morais" userId="f406c2cd-edfc-4057-be10-75858098c663" providerId="ADAL" clId="{A1824FC7-00A9-4708-B7FB-71BF84356830}" dt="2026-05-11T15:40:41.021" v="5790"/>
          <ac:spMkLst>
            <pc:docMk/>
            <pc:sldMk cId="4009177944" sldId="286"/>
            <ac:spMk id="19" creationId="{F0D32D9C-1D50-45B4-9E0E-EA5185967AE5}"/>
          </ac:spMkLst>
        </pc:spChg>
        <pc:spChg chg="add mod">
          <ac:chgData name="Josué Silva de Morais" userId="f406c2cd-edfc-4057-be10-75858098c663" providerId="ADAL" clId="{A1824FC7-00A9-4708-B7FB-71BF84356830}" dt="2026-05-11T15:40:41.025" v="5793"/>
          <ac:spMkLst>
            <pc:docMk/>
            <pc:sldMk cId="4009177944" sldId="286"/>
            <ac:spMk id="20" creationId="{F757CD1C-E4E9-40BA-AA02-F4C006B07474}"/>
          </ac:spMkLst>
        </pc:spChg>
        <pc:spChg chg="add mod">
          <ac:chgData name="Josué Silva de Morais" userId="f406c2cd-edfc-4057-be10-75858098c663" providerId="ADAL" clId="{A1824FC7-00A9-4708-B7FB-71BF84356830}" dt="2026-05-11T15:40:41.031" v="5796"/>
          <ac:spMkLst>
            <pc:docMk/>
            <pc:sldMk cId="4009177944" sldId="286"/>
            <ac:spMk id="21" creationId="{5D5D0360-513D-4101-86C9-8723FAF25185}"/>
          </ac:spMkLst>
        </pc:spChg>
        <pc:spChg chg="add mod">
          <ac:chgData name="Josué Silva de Morais" userId="f406c2cd-edfc-4057-be10-75858098c663" providerId="ADAL" clId="{A1824FC7-00A9-4708-B7FB-71BF84356830}" dt="2026-05-11T15:40:41.037" v="5803"/>
          <ac:spMkLst>
            <pc:docMk/>
            <pc:sldMk cId="4009177944" sldId="286"/>
            <ac:spMk id="22" creationId="{AE7A55AC-E6CC-4483-BF73-AAC15A1F8964}"/>
          </ac:spMkLst>
        </pc:spChg>
        <pc:spChg chg="add mod">
          <ac:chgData name="Josué Silva de Morais" userId="f406c2cd-edfc-4057-be10-75858098c663" providerId="ADAL" clId="{A1824FC7-00A9-4708-B7FB-71BF84356830}" dt="2026-05-11T15:40:41.048" v="5810"/>
          <ac:spMkLst>
            <pc:docMk/>
            <pc:sldMk cId="4009177944" sldId="286"/>
            <ac:spMk id="23" creationId="{8D99CD7F-F3C3-4064-80E2-F362F0224B2F}"/>
          </ac:spMkLst>
        </pc:spChg>
        <pc:spChg chg="add mod">
          <ac:chgData name="Josué Silva de Morais" userId="f406c2cd-edfc-4057-be10-75858098c663" providerId="ADAL" clId="{A1824FC7-00A9-4708-B7FB-71BF84356830}" dt="2026-05-11T15:40:41.052" v="5814"/>
          <ac:spMkLst>
            <pc:docMk/>
            <pc:sldMk cId="4009177944" sldId="286"/>
            <ac:spMk id="24" creationId="{A940599E-C35B-4550-A2EA-F6E4C60939D1}"/>
          </ac:spMkLst>
        </pc:spChg>
        <pc:spChg chg="add mod">
          <ac:chgData name="Josué Silva de Morais" userId="f406c2cd-edfc-4057-be10-75858098c663" providerId="ADAL" clId="{A1824FC7-00A9-4708-B7FB-71BF84356830}" dt="2026-05-11T15:40:41.063" v="5821"/>
          <ac:spMkLst>
            <pc:docMk/>
            <pc:sldMk cId="4009177944" sldId="286"/>
            <ac:spMk id="25" creationId="{6BFC72D9-CA80-4846-A0D2-8A286C664F02}"/>
          </ac:spMkLst>
        </pc:spChg>
        <pc:spChg chg="add mod">
          <ac:chgData name="Josué Silva de Morais" userId="f406c2cd-edfc-4057-be10-75858098c663" providerId="ADAL" clId="{A1824FC7-00A9-4708-B7FB-71BF84356830}" dt="2026-05-11T15:40:41.072" v="5827"/>
          <ac:spMkLst>
            <pc:docMk/>
            <pc:sldMk cId="4009177944" sldId="286"/>
            <ac:spMk id="26" creationId="{E60CF35C-1B75-4B24-A111-EBFADFD2B324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1:23.964" v="6081"/>
        <pc:sldMkLst>
          <pc:docMk/>
          <pc:sldMk cId="1368575459" sldId="287"/>
        </pc:sldMkLst>
        <pc:spChg chg="add mod">
          <ac:chgData name="Josué Silva de Morais" userId="f406c2cd-edfc-4057-be10-75858098c663" providerId="ADAL" clId="{A1824FC7-00A9-4708-B7FB-71BF84356830}" dt="2026-05-11T15:41:23.634" v="5831"/>
          <ac:spMkLst>
            <pc:docMk/>
            <pc:sldMk cId="1368575459" sldId="287"/>
            <ac:spMk id="2" creationId="{F9E5BAFA-8729-446C-BE05-1D6F05A01906}"/>
          </ac:spMkLst>
        </pc:spChg>
        <pc:spChg chg="add mod">
          <ac:chgData name="Josué Silva de Morais" userId="f406c2cd-edfc-4057-be10-75858098c663" providerId="ADAL" clId="{A1824FC7-00A9-4708-B7FB-71BF84356830}" dt="2026-05-11T15:41:23.647" v="5838"/>
          <ac:spMkLst>
            <pc:docMk/>
            <pc:sldMk cId="1368575459" sldId="287"/>
            <ac:spMk id="3" creationId="{9C949A6F-B0E3-4196-A118-1F107ECBA044}"/>
          </ac:spMkLst>
        </pc:spChg>
        <pc:spChg chg="add mod">
          <ac:chgData name="Josué Silva de Morais" userId="f406c2cd-edfc-4057-be10-75858098c663" providerId="ADAL" clId="{A1824FC7-00A9-4708-B7FB-71BF84356830}" dt="2026-05-11T15:41:23.654" v="5844"/>
          <ac:spMkLst>
            <pc:docMk/>
            <pc:sldMk cId="1368575459" sldId="287"/>
            <ac:spMk id="4" creationId="{5721A6E9-EEAC-4042-8B73-177A7FBF7BB4}"/>
          </ac:spMkLst>
        </pc:spChg>
        <pc:spChg chg="add mod">
          <ac:chgData name="Josué Silva de Morais" userId="f406c2cd-edfc-4057-be10-75858098c663" providerId="ADAL" clId="{A1824FC7-00A9-4708-B7FB-71BF84356830}" dt="2026-05-11T15:41:23.659" v="5848"/>
          <ac:spMkLst>
            <pc:docMk/>
            <pc:sldMk cId="1368575459" sldId="287"/>
            <ac:spMk id="5" creationId="{C18EA160-B34D-4568-B7A1-17F4B853C5B7}"/>
          </ac:spMkLst>
        </pc:spChg>
        <pc:spChg chg="add mod">
          <ac:chgData name="Josué Silva de Morais" userId="f406c2cd-edfc-4057-be10-75858098c663" providerId="ADAL" clId="{A1824FC7-00A9-4708-B7FB-71BF84356830}" dt="2026-05-11T15:41:23.662" v="5851"/>
          <ac:spMkLst>
            <pc:docMk/>
            <pc:sldMk cId="1368575459" sldId="287"/>
            <ac:spMk id="6" creationId="{F35FD6B4-041D-4A31-9678-27025C871518}"/>
          </ac:spMkLst>
        </pc:spChg>
        <pc:spChg chg="add mod">
          <ac:chgData name="Josué Silva de Morais" userId="f406c2cd-edfc-4057-be10-75858098c663" providerId="ADAL" clId="{A1824FC7-00A9-4708-B7FB-71BF84356830}" dt="2026-05-11T15:41:23.665" v="5854"/>
          <ac:spMkLst>
            <pc:docMk/>
            <pc:sldMk cId="1368575459" sldId="287"/>
            <ac:spMk id="7" creationId="{F2B3C4C9-1E7E-4B2B-8105-E699A24E973A}"/>
          </ac:spMkLst>
        </pc:spChg>
        <pc:spChg chg="add mod">
          <ac:chgData name="Josué Silva de Morais" userId="f406c2cd-edfc-4057-be10-75858098c663" providerId="ADAL" clId="{A1824FC7-00A9-4708-B7FB-71BF84356830}" dt="2026-05-11T15:41:23.668" v="5857"/>
          <ac:spMkLst>
            <pc:docMk/>
            <pc:sldMk cId="1368575459" sldId="287"/>
            <ac:spMk id="8" creationId="{5F5618A5-6F82-4BCA-8AF4-D65E4842AAF0}"/>
          </ac:spMkLst>
        </pc:spChg>
        <pc:spChg chg="add mod">
          <ac:chgData name="Josué Silva de Morais" userId="f406c2cd-edfc-4057-be10-75858098c663" providerId="ADAL" clId="{A1824FC7-00A9-4708-B7FB-71BF84356830}" dt="2026-05-11T15:41:23.672" v="5860"/>
          <ac:spMkLst>
            <pc:docMk/>
            <pc:sldMk cId="1368575459" sldId="287"/>
            <ac:spMk id="9" creationId="{EEF3F014-9C8F-4EF8-B05C-E22AC31268A1}"/>
          </ac:spMkLst>
        </pc:spChg>
        <pc:spChg chg="add mod">
          <ac:chgData name="Josué Silva de Morais" userId="f406c2cd-edfc-4057-be10-75858098c663" providerId="ADAL" clId="{A1824FC7-00A9-4708-B7FB-71BF84356830}" dt="2026-05-11T15:41:23.677" v="5863"/>
          <ac:spMkLst>
            <pc:docMk/>
            <pc:sldMk cId="1368575459" sldId="287"/>
            <ac:spMk id="10" creationId="{7BBC5A62-6173-4F5D-9CF2-7007CCFF7020}"/>
          </ac:spMkLst>
        </pc:spChg>
        <pc:spChg chg="add mod">
          <ac:chgData name="Josué Silva de Morais" userId="f406c2cd-edfc-4057-be10-75858098c663" providerId="ADAL" clId="{A1824FC7-00A9-4708-B7FB-71BF84356830}" dt="2026-05-11T15:41:23.679" v="5866"/>
          <ac:spMkLst>
            <pc:docMk/>
            <pc:sldMk cId="1368575459" sldId="287"/>
            <ac:spMk id="11" creationId="{AC94883E-1861-4FEF-8DB4-713F4C4EFDEF}"/>
          </ac:spMkLst>
        </pc:spChg>
        <pc:spChg chg="add mod">
          <ac:chgData name="Josué Silva de Morais" userId="f406c2cd-edfc-4057-be10-75858098c663" providerId="ADAL" clId="{A1824FC7-00A9-4708-B7FB-71BF84356830}" dt="2026-05-11T15:41:23.682" v="5869"/>
          <ac:spMkLst>
            <pc:docMk/>
            <pc:sldMk cId="1368575459" sldId="287"/>
            <ac:spMk id="12" creationId="{2098D491-A03C-4C20-A404-736B10A6BD11}"/>
          </ac:spMkLst>
        </pc:spChg>
        <pc:spChg chg="add mod">
          <ac:chgData name="Josué Silva de Morais" userId="f406c2cd-edfc-4057-be10-75858098c663" providerId="ADAL" clId="{A1824FC7-00A9-4708-B7FB-71BF84356830}" dt="2026-05-11T15:41:23.684" v="5872"/>
          <ac:spMkLst>
            <pc:docMk/>
            <pc:sldMk cId="1368575459" sldId="287"/>
            <ac:spMk id="13" creationId="{D589E856-D7BB-4074-B145-A7C3E24DB33C}"/>
          </ac:spMkLst>
        </pc:spChg>
        <pc:spChg chg="add mod">
          <ac:chgData name="Josué Silva de Morais" userId="f406c2cd-edfc-4057-be10-75858098c663" providerId="ADAL" clId="{A1824FC7-00A9-4708-B7FB-71BF84356830}" dt="2026-05-11T15:41:23.690" v="5875"/>
          <ac:spMkLst>
            <pc:docMk/>
            <pc:sldMk cId="1368575459" sldId="287"/>
            <ac:spMk id="14" creationId="{477A3F53-A3BB-44AC-88BB-890BAE33D98C}"/>
          </ac:spMkLst>
        </pc:spChg>
        <pc:spChg chg="add mod">
          <ac:chgData name="Josué Silva de Morais" userId="f406c2cd-edfc-4057-be10-75858098c663" providerId="ADAL" clId="{A1824FC7-00A9-4708-B7FB-71BF84356830}" dt="2026-05-11T15:41:23.693" v="5878"/>
          <ac:spMkLst>
            <pc:docMk/>
            <pc:sldMk cId="1368575459" sldId="287"/>
            <ac:spMk id="15" creationId="{FC0834B3-3037-46D1-BAD5-48A0BB72590A}"/>
          </ac:spMkLst>
        </pc:spChg>
        <pc:spChg chg="add mod">
          <ac:chgData name="Josué Silva de Morais" userId="f406c2cd-edfc-4057-be10-75858098c663" providerId="ADAL" clId="{A1824FC7-00A9-4708-B7FB-71BF84356830}" dt="2026-05-11T15:41:23.695" v="5881"/>
          <ac:spMkLst>
            <pc:docMk/>
            <pc:sldMk cId="1368575459" sldId="287"/>
            <ac:spMk id="16" creationId="{C97200C5-94A9-490F-A018-91AF40B2F8F0}"/>
          </ac:spMkLst>
        </pc:spChg>
        <pc:spChg chg="add mod">
          <ac:chgData name="Josué Silva de Morais" userId="f406c2cd-edfc-4057-be10-75858098c663" providerId="ADAL" clId="{A1824FC7-00A9-4708-B7FB-71BF84356830}" dt="2026-05-11T15:41:23.698" v="5884"/>
          <ac:spMkLst>
            <pc:docMk/>
            <pc:sldMk cId="1368575459" sldId="287"/>
            <ac:spMk id="17" creationId="{E43D7F5B-4352-42B7-8457-8D640848594D}"/>
          </ac:spMkLst>
        </pc:spChg>
        <pc:spChg chg="add mod">
          <ac:chgData name="Josué Silva de Morais" userId="f406c2cd-edfc-4057-be10-75858098c663" providerId="ADAL" clId="{A1824FC7-00A9-4708-B7FB-71BF84356830}" dt="2026-05-11T15:41:23.701" v="5887"/>
          <ac:spMkLst>
            <pc:docMk/>
            <pc:sldMk cId="1368575459" sldId="287"/>
            <ac:spMk id="18" creationId="{3D0675F1-4931-444B-8E7D-8A701D55A4F1}"/>
          </ac:spMkLst>
        </pc:spChg>
        <pc:spChg chg="add mod">
          <ac:chgData name="Josué Silva de Morais" userId="f406c2cd-edfc-4057-be10-75858098c663" providerId="ADAL" clId="{A1824FC7-00A9-4708-B7FB-71BF84356830}" dt="2026-05-11T15:41:23.706" v="5890"/>
          <ac:spMkLst>
            <pc:docMk/>
            <pc:sldMk cId="1368575459" sldId="287"/>
            <ac:spMk id="19" creationId="{9F806F99-E2D9-4900-B455-AC9D201043DE}"/>
          </ac:spMkLst>
        </pc:spChg>
        <pc:spChg chg="add mod">
          <ac:chgData name="Josué Silva de Morais" userId="f406c2cd-edfc-4057-be10-75858098c663" providerId="ADAL" clId="{A1824FC7-00A9-4708-B7FB-71BF84356830}" dt="2026-05-11T15:41:23.710" v="5893"/>
          <ac:spMkLst>
            <pc:docMk/>
            <pc:sldMk cId="1368575459" sldId="287"/>
            <ac:spMk id="20" creationId="{BBB3EBF8-EA44-409A-997A-2D6F491D9B4B}"/>
          </ac:spMkLst>
        </pc:spChg>
        <pc:spChg chg="add mod">
          <ac:chgData name="Josué Silva de Morais" userId="f406c2cd-edfc-4057-be10-75858098c663" providerId="ADAL" clId="{A1824FC7-00A9-4708-B7FB-71BF84356830}" dt="2026-05-11T15:41:23.712" v="5896"/>
          <ac:spMkLst>
            <pc:docMk/>
            <pc:sldMk cId="1368575459" sldId="287"/>
            <ac:spMk id="21" creationId="{5B091F04-C7DA-48FE-8716-0CC08EFF07C0}"/>
          </ac:spMkLst>
        </pc:spChg>
        <pc:spChg chg="add mod">
          <ac:chgData name="Josué Silva de Morais" userId="f406c2cd-edfc-4057-be10-75858098c663" providerId="ADAL" clId="{A1824FC7-00A9-4708-B7FB-71BF84356830}" dt="2026-05-11T15:41:23.715" v="5899"/>
          <ac:spMkLst>
            <pc:docMk/>
            <pc:sldMk cId="1368575459" sldId="287"/>
            <ac:spMk id="22" creationId="{AAC983ED-BA97-4073-BA91-497C4B87024D}"/>
          </ac:spMkLst>
        </pc:spChg>
        <pc:spChg chg="add mod">
          <ac:chgData name="Josué Silva de Morais" userId="f406c2cd-edfc-4057-be10-75858098c663" providerId="ADAL" clId="{A1824FC7-00A9-4708-B7FB-71BF84356830}" dt="2026-05-11T15:41:23.718" v="5902"/>
          <ac:spMkLst>
            <pc:docMk/>
            <pc:sldMk cId="1368575459" sldId="287"/>
            <ac:spMk id="23" creationId="{4BAD2145-A3E1-4A65-BB8E-8FFE78E0A55C}"/>
          </ac:spMkLst>
        </pc:spChg>
        <pc:spChg chg="add mod">
          <ac:chgData name="Josué Silva de Morais" userId="f406c2cd-edfc-4057-be10-75858098c663" providerId="ADAL" clId="{A1824FC7-00A9-4708-B7FB-71BF84356830}" dt="2026-05-11T15:41:23.724" v="5905"/>
          <ac:spMkLst>
            <pc:docMk/>
            <pc:sldMk cId="1368575459" sldId="287"/>
            <ac:spMk id="24" creationId="{A868707A-94DD-49F0-B375-853EECE18736}"/>
          </ac:spMkLst>
        </pc:spChg>
        <pc:spChg chg="add mod">
          <ac:chgData name="Josué Silva de Morais" userId="f406c2cd-edfc-4057-be10-75858098c663" providerId="ADAL" clId="{A1824FC7-00A9-4708-B7FB-71BF84356830}" dt="2026-05-11T15:41:23.731" v="5912"/>
          <ac:spMkLst>
            <pc:docMk/>
            <pc:sldMk cId="1368575459" sldId="287"/>
            <ac:spMk id="25" creationId="{3F3BF0E9-E913-4036-BC5E-7115E05F89EB}"/>
          </ac:spMkLst>
        </pc:spChg>
        <pc:spChg chg="add mod">
          <ac:chgData name="Josué Silva de Morais" userId="f406c2cd-edfc-4057-be10-75858098c663" providerId="ADAL" clId="{A1824FC7-00A9-4708-B7FB-71BF84356830}" dt="2026-05-11T15:41:23.734" v="5915"/>
          <ac:spMkLst>
            <pc:docMk/>
            <pc:sldMk cId="1368575459" sldId="287"/>
            <ac:spMk id="26" creationId="{E22CCA9E-905F-4F5E-896F-4E7F69FF5B43}"/>
          </ac:spMkLst>
        </pc:spChg>
        <pc:spChg chg="add mod">
          <ac:chgData name="Josué Silva de Morais" userId="f406c2cd-edfc-4057-be10-75858098c663" providerId="ADAL" clId="{A1824FC7-00A9-4708-B7FB-71BF84356830}" dt="2026-05-11T15:41:23.745" v="5922"/>
          <ac:spMkLst>
            <pc:docMk/>
            <pc:sldMk cId="1368575459" sldId="287"/>
            <ac:spMk id="27" creationId="{74EA774C-C468-4D1D-AFCB-8A5866467E71}"/>
          </ac:spMkLst>
        </pc:spChg>
        <pc:spChg chg="add mod">
          <ac:chgData name="Josué Silva de Morais" userId="f406c2cd-edfc-4057-be10-75858098c663" providerId="ADAL" clId="{A1824FC7-00A9-4708-B7FB-71BF84356830}" dt="2026-05-11T15:41:23.750" v="5925"/>
          <ac:spMkLst>
            <pc:docMk/>
            <pc:sldMk cId="1368575459" sldId="287"/>
            <ac:spMk id="28" creationId="{7006567D-E136-4CE6-B191-9907CD6159D6}"/>
          </ac:spMkLst>
        </pc:spChg>
        <pc:spChg chg="add mod">
          <ac:chgData name="Josué Silva de Morais" userId="f406c2cd-edfc-4057-be10-75858098c663" providerId="ADAL" clId="{A1824FC7-00A9-4708-B7FB-71BF84356830}" dt="2026-05-11T15:41:23.761" v="5932"/>
          <ac:spMkLst>
            <pc:docMk/>
            <pc:sldMk cId="1368575459" sldId="287"/>
            <ac:spMk id="29" creationId="{565F8CBD-9FA0-4D21-A558-C6E76DD54827}"/>
          </ac:spMkLst>
        </pc:spChg>
        <pc:spChg chg="add mod">
          <ac:chgData name="Josué Silva de Morais" userId="f406c2cd-edfc-4057-be10-75858098c663" providerId="ADAL" clId="{A1824FC7-00A9-4708-B7FB-71BF84356830}" dt="2026-05-11T15:41:23.763" v="5935"/>
          <ac:spMkLst>
            <pc:docMk/>
            <pc:sldMk cId="1368575459" sldId="287"/>
            <ac:spMk id="30" creationId="{58CA68B4-021F-45AC-B264-54F34C2A355C}"/>
          </ac:spMkLst>
        </pc:spChg>
        <pc:spChg chg="add mod">
          <ac:chgData name="Josué Silva de Morais" userId="f406c2cd-edfc-4057-be10-75858098c663" providerId="ADAL" clId="{A1824FC7-00A9-4708-B7FB-71BF84356830}" dt="2026-05-11T15:41:23.772" v="5942"/>
          <ac:spMkLst>
            <pc:docMk/>
            <pc:sldMk cId="1368575459" sldId="287"/>
            <ac:spMk id="31" creationId="{DE0E0E6F-A7B7-4547-B01A-6CA28387AFA2}"/>
          </ac:spMkLst>
        </pc:spChg>
        <pc:spChg chg="add mod">
          <ac:chgData name="Josué Silva de Morais" userId="f406c2cd-edfc-4057-be10-75858098c663" providerId="ADAL" clId="{A1824FC7-00A9-4708-B7FB-71BF84356830}" dt="2026-05-11T15:41:23.777" v="5945"/>
          <ac:spMkLst>
            <pc:docMk/>
            <pc:sldMk cId="1368575459" sldId="287"/>
            <ac:spMk id="32" creationId="{21032DD6-BEAA-4D56-9B9D-CDC097FDF4B9}"/>
          </ac:spMkLst>
        </pc:spChg>
        <pc:spChg chg="add mod">
          <ac:chgData name="Josué Silva de Morais" userId="f406c2cd-edfc-4057-be10-75858098c663" providerId="ADAL" clId="{A1824FC7-00A9-4708-B7FB-71BF84356830}" dt="2026-05-11T15:41:23.783" v="5952"/>
          <ac:spMkLst>
            <pc:docMk/>
            <pc:sldMk cId="1368575459" sldId="287"/>
            <ac:spMk id="33" creationId="{C5B2886E-4B95-4BB2-B7C0-906C5A02ACBD}"/>
          </ac:spMkLst>
        </pc:spChg>
        <pc:spChg chg="add mod">
          <ac:chgData name="Josué Silva de Morais" userId="f406c2cd-edfc-4057-be10-75858098c663" providerId="ADAL" clId="{A1824FC7-00A9-4708-B7FB-71BF84356830}" dt="2026-05-11T15:41:23.785" v="5955"/>
          <ac:spMkLst>
            <pc:docMk/>
            <pc:sldMk cId="1368575459" sldId="287"/>
            <ac:spMk id="34" creationId="{369FD552-FD45-44FA-8390-BEA5FFC2D495}"/>
          </ac:spMkLst>
        </pc:spChg>
        <pc:spChg chg="add mod">
          <ac:chgData name="Josué Silva de Morais" userId="f406c2cd-edfc-4057-be10-75858098c663" providerId="ADAL" clId="{A1824FC7-00A9-4708-B7FB-71BF84356830}" dt="2026-05-11T15:41:23.797" v="5962"/>
          <ac:spMkLst>
            <pc:docMk/>
            <pc:sldMk cId="1368575459" sldId="287"/>
            <ac:spMk id="35" creationId="{0EA8EFBE-AEB4-47FF-8F13-43F3D7CDAD88}"/>
          </ac:spMkLst>
        </pc:spChg>
        <pc:spChg chg="add mod">
          <ac:chgData name="Josué Silva de Morais" userId="f406c2cd-edfc-4057-be10-75858098c663" providerId="ADAL" clId="{A1824FC7-00A9-4708-B7FB-71BF84356830}" dt="2026-05-11T15:41:23.807" v="5965"/>
          <ac:spMkLst>
            <pc:docMk/>
            <pc:sldMk cId="1368575459" sldId="287"/>
            <ac:spMk id="36" creationId="{105B99BF-F2C7-42B2-97C5-66F73C76F97F}"/>
          </ac:spMkLst>
        </pc:spChg>
        <pc:spChg chg="add mod">
          <ac:chgData name="Josué Silva de Morais" userId="f406c2cd-edfc-4057-be10-75858098c663" providerId="ADAL" clId="{A1824FC7-00A9-4708-B7FB-71BF84356830}" dt="2026-05-11T15:41:23.816" v="5972"/>
          <ac:spMkLst>
            <pc:docMk/>
            <pc:sldMk cId="1368575459" sldId="287"/>
            <ac:spMk id="37" creationId="{2AACC1DD-7BE6-4B70-8243-7786275898E6}"/>
          </ac:spMkLst>
        </pc:spChg>
        <pc:spChg chg="add mod">
          <ac:chgData name="Josué Silva de Morais" userId="f406c2cd-edfc-4057-be10-75858098c663" providerId="ADAL" clId="{A1824FC7-00A9-4708-B7FB-71BF84356830}" dt="2026-05-11T15:41:23.818" v="5975"/>
          <ac:spMkLst>
            <pc:docMk/>
            <pc:sldMk cId="1368575459" sldId="287"/>
            <ac:spMk id="38" creationId="{B8D162CE-CA06-4A50-9318-90FA34EC64D5}"/>
          </ac:spMkLst>
        </pc:spChg>
        <pc:spChg chg="add mod">
          <ac:chgData name="Josué Silva de Morais" userId="f406c2cd-edfc-4057-be10-75858098c663" providerId="ADAL" clId="{A1824FC7-00A9-4708-B7FB-71BF84356830}" dt="2026-05-11T15:41:23.828" v="5982"/>
          <ac:spMkLst>
            <pc:docMk/>
            <pc:sldMk cId="1368575459" sldId="287"/>
            <ac:spMk id="39" creationId="{499ECD50-9C50-471F-ABDC-FB52FEB29A74}"/>
          </ac:spMkLst>
        </pc:spChg>
        <pc:spChg chg="add mod">
          <ac:chgData name="Josué Silva de Morais" userId="f406c2cd-edfc-4057-be10-75858098c663" providerId="ADAL" clId="{A1824FC7-00A9-4708-B7FB-71BF84356830}" dt="2026-05-11T15:41:23.832" v="5985"/>
          <ac:spMkLst>
            <pc:docMk/>
            <pc:sldMk cId="1368575459" sldId="287"/>
            <ac:spMk id="40" creationId="{4078EFDB-1423-461D-9408-E317E0AD9390}"/>
          </ac:spMkLst>
        </pc:spChg>
        <pc:spChg chg="add mod">
          <ac:chgData name="Josué Silva de Morais" userId="f406c2cd-edfc-4057-be10-75858098c663" providerId="ADAL" clId="{A1824FC7-00A9-4708-B7FB-71BF84356830}" dt="2026-05-11T15:41:23.841" v="5992"/>
          <ac:spMkLst>
            <pc:docMk/>
            <pc:sldMk cId="1368575459" sldId="287"/>
            <ac:spMk id="41" creationId="{A1A6B14A-361E-4404-8131-410CFD2D7EE0}"/>
          </ac:spMkLst>
        </pc:spChg>
        <pc:spChg chg="add mod">
          <ac:chgData name="Josué Silva de Morais" userId="f406c2cd-edfc-4057-be10-75858098c663" providerId="ADAL" clId="{A1824FC7-00A9-4708-B7FB-71BF84356830}" dt="2026-05-11T15:41:23.846" v="5995"/>
          <ac:spMkLst>
            <pc:docMk/>
            <pc:sldMk cId="1368575459" sldId="287"/>
            <ac:spMk id="42" creationId="{AF41DE25-73F8-4239-9C77-939C218062F5}"/>
          </ac:spMkLst>
        </pc:spChg>
        <pc:spChg chg="add mod">
          <ac:chgData name="Josué Silva de Morais" userId="f406c2cd-edfc-4057-be10-75858098c663" providerId="ADAL" clId="{A1824FC7-00A9-4708-B7FB-71BF84356830}" dt="2026-05-11T15:41:23.861" v="6002"/>
          <ac:spMkLst>
            <pc:docMk/>
            <pc:sldMk cId="1368575459" sldId="287"/>
            <ac:spMk id="43" creationId="{0325F68F-9BE4-4193-AAE7-E4DB3916EF0F}"/>
          </ac:spMkLst>
        </pc:spChg>
        <pc:spChg chg="add mod">
          <ac:chgData name="Josué Silva de Morais" userId="f406c2cd-edfc-4057-be10-75858098c663" providerId="ADAL" clId="{A1824FC7-00A9-4708-B7FB-71BF84356830}" dt="2026-05-11T15:41:23.872" v="6009"/>
          <ac:spMkLst>
            <pc:docMk/>
            <pc:sldMk cId="1368575459" sldId="287"/>
            <ac:spMk id="44" creationId="{208BAC62-21F1-46C0-B927-6F7D474BAAFB}"/>
          </ac:spMkLst>
        </pc:spChg>
        <pc:spChg chg="add mod">
          <ac:chgData name="Josué Silva de Morais" userId="f406c2cd-edfc-4057-be10-75858098c663" providerId="ADAL" clId="{A1824FC7-00A9-4708-B7FB-71BF84356830}" dt="2026-05-11T15:41:23.881" v="6016"/>
          <ac:spMkLst>
            <pc:docMk/>
            <pc:sldMk cId="1368575459" sldId="287"/>
            <ac:spMk id="45" creationId="{501BB88D-6EF2-4350-8988-33BE8396279C}"/>
          </ac:spMkLst>
        </pc:spChg>
        <pc:spChg chg="add mod">
          <ac:chgData name="Josué Silva de Morais" userId="f406c2cd-edfc-4057-be10-75858098c663" providerId="ADAL" clId="{A1824FC7-00A9-4708-B7FB-71BF84356830}" dt="2026-05-11T15:41:23.890" v="6023"/>
          <ac:spMkLst>
            <pc:docMk/>
            <pc:sldMk cId="1368575459" sldId="287"/>
            <ac:spMk id="46" creationId="{87FAAF44-8722-4EBA-A47D-88F3F3CCEF34}"/>
          </ac:spMkLst>
        </pc:spChg>
        <pc:spChg chg="add mod">
          <ac:chgData name="Josué Silva de Morais" userId="f406c2cd-edfc-4057-be10-75858098c663" providerId="ADAL" clId="{A1824FC7-00A9-4708-B7FB-71BF84356830}" dt="2026-05-11T15:41:23.897" v="6030"/>
          <ac:spMkLst>
            <pc:docMk/>
            <pc:sldMk cId="1368575459" sldId="287"/>
            <ac:spMk id="47" creationId="{7AB32760-1002-4BA0-806C-F20FF638E91A}"/>
          </ac:spMkLst>
        </pc:spChg>
        <pc:spChg chg="add mod">
          <ac:chgData name="Josué Silva de Morais" userId="f406c2cd-edfc-4057-be10-75858098c663" providerId="ADAL" clId="{A1824FC7-00A9-4708-B7FB-71BF84356830}" dt="2026-05-11T15:41:23.902" v="6034"/>
          <ac:spMkLst>
            <pc:docMk/>
            <pc:sldMk cId="1368575459" sldId="287"/>
            <ac:spMk id="48" creationId="{9F771468-F219-41B0-8430-E4A1D1AB211C}"/>
          </ac:spMkLst>
        </pc:spChg>
        <pc:spChg chg="add mod">
          <ac:chgData name="Josué Silva de Morais" userId="f406c2cd-edfc-4057-be10-75858098c663" providerId="ADAL" clId="{A1824FC7-00A9-4708-B7FB-71BF84356830}" dt="2026-05-11T15:41:23.912" v="6041"/>
          <ac:spMkLst>
            <pc:docMk/>
            <pc:sldMk cId="1368575459" sldId="287"/>
            <ac:spMk id="49" creationId="{2B10DA0C-13A7-4BDB-9070-BC2C660ADE7E}"/>
          </ac:spMkLst>
        </pc:spChg>
        <pc:spChg chg="add mod">
          <ac:chgData name="Josué Silva de Morais" userId="f406c2cd-edfc-4057-be10-75858098c663" providerId="ADAL" clId="{A1824FC7-00A9-4708-B7FB-71BF84356830}" dt="2026-05-11T15:41:23.922" v="6047"/>
          <ac:spMkLst>
            <pc:docMk/>
            <pc:sldMk cId="1368575459" sldId="287"/>
            <ac:spMk id="50" creationId="{9B8843B2-C710-4380-BCF7-E04E61EB5877}"/>
          </ac:spMkLst>
        </pc:spChg>
        <pc:spChg chg="add mod">
          <ac:chgData name="Josué Silva de Morais" userId="f406c2cd-edfc-4057-be10-75858098c663" providerId="ADAL" clId="{A1824FC7-00A9-4708-B7FB-71BF84356830}" dt="2026-05-11T15:41:23.928" v="6051"/>
          <ac:spMkLst>
            <pc:docMk/>
            <pc:sldMk cId="1368575459" sldId="287"/>
            <ac:spMk id="51" creationId="{BC35B05B-C2B1-4631-A9A6-9D4D10259CE1}"/>
          </ac:spMkLst>
        </pc:spChg>
        <pc:spChg chg="add mod">
          <ac:chgData name="Josué Silva de Morais" userId="f406c2cd-edfc-4057-be10-75858098c663" providerId="ADAL" clId="{A1824FC7-00A9-4708-B7FB-71BF84356830}" dt="2026-05-11T15:41:23.939" v="6058"/>
          <ac:spMkLst>
            <pc:docMk/>
            <pc:sldMk cId="1368575459" sldId="287"/>
            <ac:spMk id="52" creationId="{BBCAF31C-F120-497C-8E35-2BB5998B0EE9}"/>
          </ac:spMkLst>
        </pc:spChg>
        <pc:spChg chg="add mod">
          <ac:chgData name="Josué Silva de Morais" userId="f406c2cd-edfc-4057-be10-75858098c663" providerId="ADAL" clId="{A1824FC7-00A9-4708-B7FB-71BF84356830}" dt="2026-05-11T15:41:23.945" v="6064"/>
          <ac:spMkLst>
            <pc:docMk/>
            <pc:sldMk cId="1368575459" sldId="287"/>
            <ac:spMk id="53" creationId="{736C5FEF-57CE-4329-B8C5-F7AA17F74053}"/>
          </ac:spMkLst>
        </pc:spChg>
        <pc:spChg chg="add mod">
          <ac:chgData name="Josué Silva de Morais" userId="f406c2cd-edfc-4057-be10-75858098c663" providerId="ADAL" clId="{A1824FC7-00A9-4708-B7FB-71BF84356830}" dt="2026-05-11T15:41:23.949" v="6068"/>
          <ac:spMkLst>
            <pc:docMk/>
            <pc:sldMk cId="1368575459" sldId="287"/>
            <ac:spMk id="54" creationId="{640CA00C-F806-412E-AFD8-623AE5E7DE12}"/>
          </ac:spMkLst>
        </pc:spChg>
        <pc:spChg chg="add mod">
          <ac:chgData name="Josué Silva de Morais" userId="f406c2cd-edfc-4057-be10-75858098c663" providerId="ADAL" clId="{A1824FC7-00A9-4708-B7FB-71BF84356830}" dt="2026-05-11T15:41:23.959" v="6075"/>
          <ac:spMkLst>
            <pc:docMk/>
            <pc:sldMk cId="1368575459" sldId="287"/>
            <ac:spMk id="55" creationId="{D19F64F3-EEA1-4158-B84A-B0A088036AA7}"/>
          </ac:spMkLst>
        </pc:spChg>
        <pc:spChg chg="add mod">
          <ac:chgData name="Josué Silva de Morais" userId="f406c2cd-edfc-4057-be10-75858098c663" providerId="ADAL" clId="{A1824FC7-00A9-4708-B7FB-71BF84356830}" dt="2026-05-11T15:41:23.964" v="6081"/>
          <ac:spMkLst>
            <pc:docMk/>
            <pc:sldMk cId="1368575459" sldId="287"/>
            <ac:spMk id="56" creationId="{EE2D0B1A-5700-4C11-ADB2-1424D8B15ABB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1:52.380" v="6313"/>
        <pc:sldMkLst>
          <pc:docMk/>
          <pc:sldMk cId="4259267418" sldId="288"/>
        </pc:sldMkLst>
        <pc:spChg chg="add mod">
          <ac:chgData name="Josué Silva de Morais" userId="f406c2cd-edfc-4057-be10-75858098c663" providerId="ADAL" clId="{A1824FC7-00A9-4708-B7FB-71BF84356830}" dt="2026-05-11T15:41:52.016" v="6085"/>
          <ac:spMkLst>
            <pc:docMk/>
            <pc:sldMk cId="4259267418" sldId="288"/>
            <ac:spMk id="2" creationId="{1A3D081E-C390-4CA7-98BC-D8B4463A172E}"/>
          </ac:spMkLst>
        </pc:spChg>
        <pc:spChg chg="add mod">
          <ac:chgData name="Josué Silva de Morais" userId="f406c2cd-edfc-4057-be10-75858098c663" providerId="ADAL" clId="{A1824FC7-00A9-4708-B7FB-71BF84356830}" dt="2026-05-11T15:41:52.026" v="6092"/>
          <ac:spMkLst>
            <pc:docMk/>
            <pc:sldMk cId="4259267418" sldId="288"/>
            <ac:spMk id="3" creationId="{FB6C04FE-5465-4881-BD24-B475704338E3}"/>
          </ac:spMkLst>
        </pc:spChg>
        <pc:spChg chg="add mod">
          <ac:chgData name="Josué Silva de Morais" userId="f406c2cd-edfc-4057-be10-75858098c663" providerId="ADAL" clId="{A1824FC7-00A9-4708-B7FB-71BF84356830}" dt="2026-05-11T15:41:52.030" v="6096"/>
          <ac:spMkLst>
            <pc:docMk/>
            <pc:sldMk cId="4259267418" sldId="288"/>
            <ac:spMk id="4" creationId="{D381D3E8-13F2-45A4-81FA-F3589AC80CB5}"/>
          </ac:spMkLst>
        </pc:spChg>
        <pc:spChg chg="add mod">
          <ac:chgData name="Josué Silva de Morais" userId="f406c2cd-edfc-4057-be10-75858098c663" providerId="ADAL" clId="{A1824FC7-00A9-4708-B7FB-71BF84356830}" dt="2026-05-11T15:41:52.039" v="6103"/>
          <ac:spMkLst>
            <pc:docMk/>
            <pc:sldMk cId="4259267418" sldId="288"/>
            <ac:spMk id="5" creationId="{CCB86B43-8B3D-4CE2-ADE5-53115C15CB4C}"/>
          </ac:spMkLst>
        </pc:spChg>
        <pc:spChg chg="add mod">
          <ac:chgData name="Josué Silva de Morais" userId="f406c2cd-edfc-4057-be10-75858098c663" providerId="ADAL" clId="{A1824FC7-00A9-4708-B7FB-71BF84356830}" dt="2026-05-11T15:41:52.047" v="6110"/>
          <ac:spMkLst>
            <pc:docMk/>
            <pc:sldMk cId="4259267418" sldId="288"/>
            <ac:spMk id="6" creationId="{A45FA36E-3867-46B5-B798-33F99F38A764}"/>
          </ac:spMkLst>
        </pc:spChg>
        <pc:spChg chg="add mod">
          <ac:chgData name="Josué Silva de Morais" userId="f406c2cd-edfc-4057-be10-75858098c663" providerId="ADAL" clId="{A1824FC7-00A9-4708-B7FB-71BF84356830}" dt="2026-05-11T15:41:52.056" v="6117"/>
          <ac:spMkLst>
            <pc:docMk/>
            <pc:sldMk cId="4259267418" sldId="288"/>
            <ac:spMk id="7" creationId="{B48451FD-C027-4C34-9264-8D079AED6E81}"/>
          </ac:spMkLst>
        </pc:spChg>
        <pc:spChg chg="add mod">
          <ac:chgData name="Josué Silva de Morais" userId="f406c2cd-edfc-4057-be10-75858098c663" providerId="ADAL" clId="{A1824FC7-00A9-4708-B7FB-71BF84356830}" dt="2026-05-11T15:41:52.063" v="6124"/>
          <ac:spMkLst>
            <pc:docMk/>
            <pc:sldMk cId="4259267418" sldId="288"/>
            <ac:spMk id="8" creationId="{ABA0F224-2BFD-463A-A307-0572CA333F45}"/>
          </ac:spMkLst>
        </pc:spChg>
        <pc:spChg chg="add mod">
          <ac:chgData name="Josué Silva de Morais" userId="f406c2cd-edfc-4057-be10-75858098c663" providerId="ADAL" clId="{A1824FC7-00A9-4708-B7FB-71BF84356830}" dt="2026-05-11T15:41:52.073" v="6130"/>
          <ac:spMkLst>
            <pc:docMk/>
            <pc:sldMk cId="4259267418" sldId="288"/>
            <ac:spMk id="9" creationId="{DED967E6-5C40-4CF9-B15E-A52542555A71}"/>
          </ac:spMkLst>
        </pc:spChg>
        <pc:spChg chg="add mod">
          <ac:chgData name="Josué Silva de Morais" userId="f406c2cd-edfc-4057-be10-75858098c663" providerId="ADAL" clId="{A1824FC7-00A9-4708-B7FB-71BF84356830}" dt="2026-05-11T15:41:52.080" v="6137"/>
          <ac:spMkLst>
            <pc:docMk/>
            <pc:sldMk cId="4259267418" sldId="288"/>
            <ac:spMk id="10" creationId="{DA68C18B-9843-4ED8-BA23-A63152F961A1}"/>
          </ac:spMkLst>
        </pc:spChg>
        <pc:spChg chg="add mod">
          <ac:chgData name="Josué Silva de Morais" userId="f406c2cd-edfc-4057-be10-75858098c663" providerId="ADAL" clId="{A1824FC7-00A9-4708-B7FB-71BF84356830}" dt="2026-05-11T15:41:52.088" v="6143"/>
          <ac:spMkLst>
            <pc:docMk/>
            <pc:sldMk cId="4259267418" sldId="288"/>
            <ac:spMk id="11" creationId="{747976D2-6AF2-4BAE-9A63-CACF4D5BE0BE}"/>
          </ac:spMkLst>
        </pc:spChg>
        <pc:spChg chg="add mod">
          <ac:chgData name="Josué Silva de Morais" userId="f406c2cd-edfc-4057-be10-75858098c663" providerId="ADAL" clId="{A1824FC7-00A9-4708-B7FB-71BF84356830}" dt="2026-05-11T15:41:52.097" v="6150"/>
          <ac:spMkLst>
            <pc:docMk/>
            <pc:sldMk cId="4259267418" sldId="288"/>
            <ac:spMk id="12" creationId="{00492F99-14A4-434B-985C-ADD70B105826}"/>
          </ac:spMkLst>
        </pc:spChg>
        <pc:spChg chg="add mod">
          <ac:chgData name="Josué Silva de Morais" userId="f406c2cd-edfc-4057-be10-75858098c663" providerId="ADAL" clId="{A1824FC7-00A9-4708-B7FB-71BF84356830}" dt="2026-05-11T15:41:52.106" v="6156"/>
          <ac:spMkLst>
            <pc:docMk/>
            <pc:sldMk cId="4259267418" sldId="288"/>
            <ac:spMk id="13" creationId="{D627E28C-CF86-49CA-B482-ED2EAEBCD4B5}"/>
          </ac:spMkLst>
        </pc:spChg>
        <pc:spChg chg="add mod">
          <ac:chgData name="Josué Silva de Morais" userId="f406c2cd-edfc-4057-be10-75858098c663" providerId="ADAL" clId="{A1824FC7-00A9-4708-B7FB-71BF84356830}" dt="2026-05-11T15:41:52.113" v="6160"/>
          <ac:spMkLst>
            <pc:docMk/>
            <pc:sldMk cId="4259267418" sldId="288"/>
            <ac:spMk id="14" creationId="{A77C78C2-7F4D-4C4C-ADAC-F042929E59C7}"/>
          </ac:spMkLst>
        </pc:spChg>
        <pc:spChg chg="add mod">
          <ac:chgData name="Josué Silva de Morais" userId="f406c2cd-edfc-4057-be10-75858098c663" providerId="ADAL" clId="{A1824FC7-00A9-4708-B7FB-71BF84356830}" dt="2026-05-11T15:41:52.129" v="6167"/>
          <ac:spMkLst>
            <pc:docMk/>
            <pc:sldMk cId="4259267418" sldId="288"/>
            <ac:spMk id="15" creationId="{627B5792-1D0F-4556-83C5-7CE40D962AFD}"/>
          </ac:spMkLst>
        </pc:spChg>
        <pc:spChg chg="add mod">
          <ac:chgData name="Josué Silva de Morais" userId="f406c2cd-edfc-4057-be10-75858098c663" providerId="ADAL" clId="{A1824FC7-00A9-4708-B7FB-71BF84356830}" dt="2026-05-11T15:41:52.148" v="6177"/>
          <ac:spMkLst>
            <pc:docMk/>
            <pc:sldMk cId="4259267418" sldId="288"/>
            <ac:spMk id="16" creationId="{BFF72884-0FFD-48DA-B95F-40E22959C251}"/>
          </ac:spMkLst>
        </pc:spChg>
        <pc:spChg chg="add mod">
          <ac:chgData name="Josué Silva de Morais" userId="f406c2cd-edfc-4057-be10-75858098c663" providerId="ADAL" clId="{A1824FC7-00A9-4708-B7FB-71BF84356830}" dt="2026-05-11T15:41:52.164" v="6187"/>
          <ac:spMkLst>
            <pc:docMk/>
            <pc:sldMk cId="4259267418" sldId="288"/>
            <ac:spMk id="17" creationId="{1B57CF38-EAA7-4DFC-939C-2EA2F8E8C1C9}"/>
          </ac:spMkLst>
        </pc:spChg>
        <pc:spChg chg="add mod">
          <ac:chgData name="Josué Silva de Morais" userId="f406c2cd-edfc-4057-be10-75858098c663" providerId="ADAL" clId="{A1824FC7-00A9-4708-B7FB-71BF84356830}" dt="2026-05-11T15:41:52.180" v="6197"/>
          <ac:spMkLst>
            <pc:docMk/>
            <pc:sldMk cId="4259267418" sldId="288"/>
            <ac:spMk id="18" creationId="{269FE53D-A8B5-4E2D-87FD-0F2172EC948D}"/>
          </ac:spMkLst>
        </pc:spChg>
        <pc:spChg chg="add mod">
          <ac:chgData name="Josué Silva de Morais" userId="f406c2cd-edfc-4057-be10-75858098c663" providerId="ADAL" clId="{A1824FC7-00A9-4708-B7FB-71BF84356830}" dt="2026-05-11T15:41:52.195" v="6207"/>
          <ac:spMkLst>
            <pc:docMk/>
            <pc:sldMk cId="4259267418" sldId="288"/>
            <ac:spMk id="19" creationId="{BE88C928-5D36-4A36-9A95-E4927DC56876}"/>
          </ac:spMkLst>
        </pc:spChg>
        <pc:spChg chg="add mod">
          <ac:chgData name="Josué Silva de Morais" userId="f406c2cd-edfc-4057-be10-75858098c663" providerId="ADAL" clId="{A1824FC7-00A9-4708-B7FB-71BF84356830}" dt="2026-05-11T15:41:52.213" v="6217"/>
          <ac:spMkLst>
            <pc:docMk/>
            <pc:sldMk cId="4259267418" sldId="288"/>
            <ac:spMk id="20" creationId="{71825430-E516-48D6-8507-B1C9C1D82C23}"/>
          </ac:spMkLst>
        </pc:spChg>
        <pc:spChg chg="add mod">
          <ac:chgData name="Josué Silva de Morais" userId="f406c2cd-edfc-4057-be10-75858098c663" providerId="ADAL" clId="{A1824FC7-00A9-4708-B7FB-71BF84356830}" dt="2026-05-11T15:41:52.232" v="6227"/>
          <ac:spMkLst>
            <pc:docMk/>
            <pc:sldMk cId="4259267418" sldId="288"/>
            <ac:spMk id="21" creationId="{6E752E87-0BFE-40F0-9B75-EB9A017C1DF1}"/>
          </ac:spMkLst>
        </pc:spChg>
        <pc:spChg chg="add mod">
          <ac:chgData name="Josué Silva de Morais" userId="f406c2cd-edfc-4057-be10-75858098c663" providerId="ADAL" clId="{A1824FC7-00A9-4708-B7FB-71BF84356830}" dt="2026-05-11T15:41:52.253" v="6237"/>
          <ac:spMkLst>
            <pc:docMk/>
            <pc:sldMk cId="4259267418" sldId="288"/>
            <ac:spMk id="22" creationId="{D151D364-1DD9-4D77-9CDA-ADE9621FB01E}"/>
          </ac:spMkLst>
        </pc:spChg>
        <pc:spChg chg="add mod">
          <ac:chgData name="Josué Silva de Morais" userId="f406c2cd-edfc-4057-be10-75858098c663" providerId="ADAL" clId="{A1824FC7-00A9-4708-B7FB-71BF84356830}" dt="2026-05-11T15:41:52.271" v="6247"/>
          <ac:spMkLst>
            <pc:docMk/>
            <pc:sldMk cId="4259267418" sldId="288"/>
            <ac:spMk id="23" creationId="{168CC144-E184-477E-B63D-43CD3B0DF7B4}"/>
          </ac:spMkLst>
        </pc:spChg>
        <pc:spChg chg="add mod">
          <ac:chgData name="Josué Silva de Morais" userId="f406c2cd-edfc-4057-be10-75858098c663" providerId="ADAL" clId="{A1824FC7-00A9-4708-B7FB-71BF84356830}" dt="2026-05-11T15:41:52.277" v="6251"/>
          <ac:spMkLst>
            <pc:docMk/>
            <pc:sldMk cId="4259267418" sldId="288"/>
            <ac:spMk id="24" creationId="{FDE7C0CA-10EB-4EFD-B99F-A49A1ED689E7}"/>
          </ac:spMkLst>
        </pc:spChg>
        <pc:spChg chg="add mod">
          <ac:chgData name="Josué Silva de Morais" userId="f406c2cd-edfc-4057-be10-75858098c663" providerId="ADAL" clId="{A1824FC7-00A9-4708-B7FB-71BF84356830}" dt="2026-05-11T15:41:52.292" v="6261"/>
          <ac:spMkLst>
            <pc:docMk/>
            <pc:sldMk cId="4259267418" sldId="288"/>
            <ac:spMk id="25" creationId="{0BD04F84-95DE-4E90-A049-AE26A26737AF}"/>
          </ac:spMkLst>
        </pc:spChg>
        <pc:spChg chg="add mod">
          <ac:chgData name="Josué Silva de Morais" userId="f406c2cd-edfc-4057-be10-75858098c663" providerId="ADAL" clId="{A1824FC7-00A9-4708-B7FB-71BF84356830}" dt="2026-05-11T15:41:52.302" v="6268"/>
          <ac:spMkLst>
            <pc:docMk/>
            <pc:sldMk cId="4259267418" sldId="288"/>
            <ac:spMk id="26" creationId="{38E996CB-0746-40F1-8865-CB9BC06C6B33}"/>
          </ac:spMkLst>
        </pc:spChg>
        <pc:spChg chg="add mod">
          <ac:chgData name="Josué Silva de Morais" userId="f406c2cd-edfc-4057-be10-75858098c663" providerId="ADAL" clId="{A1824FC7-00A9-4708-B7FB-71BF84356830}" dt="2026-05-11T15:41:52.312" v="6274"/>
          <ac:spMkLst>
            <pc:docMk/>
            <pc:sldMk cId="4259267418" sldId="288"/>
            <ac:spMk id="27" creationId="{11BD5F2D-1B70-48F6-86B6-E8434F17B93D}"/>
          </ac:spMkLst>
        </pc:spChg>
        <pc:spChg chg="add mod">
          <ac:chgData name="Josué Silva de Morais" userId="f406c2cd-edfc-4057-be10-75858098c663" providerId="ADAL" clId="{A1824FC7-00A9-4708-B7FB-71BF84356830}" dt="2026-05-11T15:41:52.324" v="6281"/>
          <ac:spMkLst>
            <pc:docMk/>
            <pc:sldMk cId="4259267418" sldId="288"/>
            <ac:spMk id="28" creationId="{ACAFE949-4CE4-43CF-8AAA-76971F430FE5}"/>
          </ac:spMkLst>
        </pc:spChg>
        <pc:spChg chg="add mod">
          <ac:chgData name="Josué Silva de Morais" userId="f406c2cd-edfc-4057-be10-75858098c663" providerId="ADAL" clId="{A1824FC7-00A9-4708-B7FB-71BF84356830}" dt="2026-05-11T15:41:52.332" v="6287"/>
          <ac:spMkLst>
            <pc:docMk/>
            <pc:sldMk cId="4259267418" sldId="288"/>
            <ac:spMk id="29" creationId="{4632E47E-DED8-4985-8BA0-BAA8E7934292}"/>
          </ac:spMkLst>
        </pc:spChg>
        <pc:spChg chg="add mod">
          <ac:chgData name="Josué Silva de Morais" userId="f406c2cd-edfc-4057-be10-75858098c663" providerId="ADAL" clId="{A1824FC7-00A9-4708-B7FB-71BF84356830}" dt="2026-05-11T15:41:52.344" v="6294"/>
          <ac:spMkLst>
            <pc:docMk/>
            <pc:sldMk cId="4259267418" sldId="288"/>
            <ac:spMk id="30" creationId="{00743D5C-F786-47E6-A8C7-C2D4D560C4D7}"/>
          </ac:spMkLst>
        </pc:spChg>
        <pc:spChg chg="add mod">
          <ac:chgData name="Josué Silva de Morais" userId="f406c2cd-edfc-4057-be10-75858098c663" providerId="ADAL" clId="{A1824FC7-00A9-4708-B7FB-71BF84356830}" dt="2026-05-11T15:41:52.356" v="6300"/>
          <ac:spMkLst>
            <pc:docMk/>
            <pc:sldMk cId="4259267418" sldId="288"/>
            <ac:spMk id="31" creationId="{F9A88FEC-D3AD-4AE0-9D11-BB2F3393135C}"/>
          </ac:spMkLst>
        </pc:spChg>
        <pc:spChg chg="add mod">
          <ac:chgData name="Josué Silva de Morais" userId="f406c2cd-edfc-4057-be10-75858098c663" providerId="ADAL" clId="{A1824FC7-00A9-4708-B7FB-71BF84356830}" dt="2026-05-11T15:41:52.369" v="6307"/>
          <ac:spMkLst>
            <pc:docMk/>
            <pc:sldMk cId="4259267418" sldId="288"/>
            <ac:spMk id="32" creationId="{FD41A024-B155-457E-884A-EB96D1668281}"/>
          </ac:spMkLst>
        </pc:spChg>
        <pc:spChg chg="add mod">
          <ac:chgData name="Josué Silva de Morais" userId="f406c2cd-edfc-4057-be10-75858098c663" providerId="ADAL" clId="{A1824FC7-00A9-4708-B7FB-71BF84356830}" dt="2026-05-11T15:41:52.380" v="6313"/>
          <ac:spMkLst>
            <pc:docMk/>
            <pc:sldMk cId="4259267418" sldId="288"/>
            <ac:spMk id="33" creationId="{2001EB7B-44B8-4DB0-9146-2BFCA258F193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2:22.753" v="6555"/>
        <pc:sldMkLst>
          <pc:docMk/>
          <pc:sldMk cId="2491429517" sldId="289"/>
        </pc:sldMkLst>
        <pc:spChg chg="add mod">
          <ac:chgData name="Josué Silva de Morais" userId="f406c2cd-edfc-4057-be10-75858098c663" providerId="ADAL" clId="{A1824FC7-00A9-4708-B7FB-71BF84356830}" dt="2026-05-11T15:42:22.461" v="6317"/>
          <ac:spMkLst>
            <pc:docMk/>
            <pc:sldMk cId="2491429517" sldId="289"/>
            <ac:spMk id="2" creationId="{DE660787-DB02-4D9E-B331-38840AE143F9}"/>
          </ac:spMkLst>
        </pc:spChg>
        <pc:spChg chg="add mod">
          <ac:chgData name="Josué Silva de Morais" userId="f406c2cd-edfc-4057-be10-75858098c663" providerId="ADAL" clId="{A1824FC7-00A9-4708-B7FB-71BF84356830}" dt="2026-05-11T15:42:22.470" v="6324"/>
          <ac:spMkLst>
            <pc:docMk/>
            <pc:sldMk cId="2491429517" sldId="289"/>
            <ac:spMk id="3" creationId="{A3E153D1-E280-4937-B572-D9924DD98B0A}"/>
          </ac:spMkLst>
        </pc:spChg>
        <pc:spChg chg="add mod">
          <ac:chgData name="Josué Silva de Morais" userId="f406c2cd-edfc-4057-be10-75858098c663" providerId="ADAL" clId="{A1824FC7-00A9-4708-B7FB-71BF84356830}" dt="2026-05-11T15:42:22.478" v="6330"/>
          <ac:spMkLst>
            <pc:docMk/>
            <pc:sldMk cId="2491429517" sldId="289"/>
            <ac:spMk id="4" creationId="{FFA298DE-03A3-438E-BE62-AC722DAF2BD2}"/>
          </ac:spMkLst>
        </pc:spChg>
        <pc:spChg chg="add mod">
          <ac:chgData name="Josué Silva de Morais" userId="f406c2cd-edfc-4057-be10-75858098c663" providerId="ADAL" clId="{A1824FC7-00A9-4708-B7FB-71BF84356830}" dt="2026-05-11T15:42:22.485" v="6334"/>
          <ac:spMkLst>
            <pc:docMk/>
            <pc:sldMk cId="2491429517" sldId="289"/>
            <ac:spMk id="5" creationId="{64A531A8-89AB-4EE1-86BB-10991F6EF95D}"/>
          </ac:spMkLst>
        </pc:spChg>
        <pc:spChg chg="add mod">
          <ac:chgData name="Josué Silva de Morais" userId="f406c2cd-edfc-4057-be10-75858098c663" providerId="ADAL" clId="{A1824FC7-00A9-4708-B7FB-71BF84356830}" dt="2026-05-11T15:42:22.489" v="6337"/>
          <ac:spMkLst>
            <pc:docMk/>
            <pc:sldMk cId="2491429517" sldId="289"/>
            <ac:spMk id="6" creationId="{A71E6323-34CD-4937-B303-E7A4124466AB}"/>
          </ac:spMkLst>
        </pc:spChg>
        <pc:spChg chg="add mod">
          <ac:chgData name="Josué Silva de Morais" userId="f406c2cd-edfc-4057-be10-75858098c663" providerId="ADAL" clId="{A1824FC7-00A9-4708-B7FB-71BF84356830}" dt="2026-05-11T15:42:22.498" v="6344"/>
          <ac:spMkLst>
            <pc:docMk/>
            <pc:sldMk cId="2491429517" sldId="289"/>
            <ac:spMk id="7" creationId="{5F933E5C-A4FF-4C69-A3EC-8A23431DE7DE}"/>
          </ac:spMkLst>
        </pc:spChg>
        <pc:spChg chg="add mod">
          <ac:chgData name="Josué Silva de Morais" userId="f406c2cd-edfc-4057-be10-75858098c663" providerId="ADAL" clId="{A1824FC7-00A9-4708-B7FB-71BF84356830}" dt="2026-05-11T15:42:22.510" v="6355"/>
          <ac:spMkLst>
            <pc:docMk/>
            <pc:sldMk cId="2491429517" sldId="289"/>
            <ac:spMk id="8" creationId="{027D6B3A-69B7-46E4-B1C0-E787EE8DEF65}"/>
          </ac:spMkLst>
        </pc:spChg>
        <pc:spChg chg="add mod">
          <ac:chgData name="Josué Silva de Morais" userId="f406c2cd-edfc-4057-be10-75858098c663" providerId="ADAL" clId="{A1824FC7-00A9-4708-B7FB-71BF84356830}" dt="2026-05-11T15:42:22.518" v="6361"/>
          <ac:spMkLst>
            <pc:docMk/>
            <pc:sldMk cId="2491429517" sldId="289"/>
            <ac:spMk id="9" creationId="{DB63264D-9926-4598-99D0-FFBDDCA77347}"/>
          </ac:spMkLst>
        </pc:spChg>
        <pc:spChg chg="add mod">
          <ac:chgData name="Josué Silva de Morais" userId="f406c2cd-edfc-4057-be10-75858098c663" providerId="ADAL" clId="{A1824FC7-00A9-4708-B7FB-71BF84356830}" dt="2026-05-11T15:42:22.528" v="6372"/>
          <ac:spMkLst>
            <pc:docMk/>
            <pc:sldMk cId="2491429517" sldId="289"/>
            <ac:spMk id="10" creationId="{4F64150B-A1EE-40E1-8BB9-9F6FD92666C1}"/>
          </ac:spMkLst>
        </pc:spChg>
        <pc:spChg chg="add mod">
          <ac:chgData name="Josué Silva de Morais" userId="f406c2cd-edfc-4057-be10-75858098c663" providerId="ADAL" clId="{A1824FC7-00A9-4708-B7FB-71BF84356830}" dt="2026-05-11T15:42:22.539" v="6378"/>
          <ac:spMkLst>
            <pc:docMk/>
            <pc:sldMk cId="2491429517" sldId="289"/>
            <ac:spMk id="11" creationId="{67F57FA9-4FFA-4ABB-8B24-06A3B7398788}"/>
          </ac:spMkLst>
        </pc:spChg>
        <pc:spChg chg="add mod">
          <ac:chgData name="Josué Silva de Morais" userId="f406c2cd-edfc-4057-be10-75858098c663" providerId="ADAL" clId="{A1824FC7-00A9-4708-B7FB-71BF84356830}" dt="2026-05-11T15:42:22.553" v="6389"/>
          <ac:spMkLst>
            <pc:docMk/>
            <pc:sldMk cId="2491429517" sldId="289"/>
            <ac:spMk id="12" creationId="{8FE8D4AE-D557-498E-90F1-1C18D1D0B89D}"/>
          </ac:spMkLst>
        </pc:spChg>
        <pc:spChg chg="add mod">
          <ac:chgData name="Josué Silva de Morais" userId="f406c2cd-edfc-4057-be10-75858098c663" providerId="ADAL" clId="{A1824FC7-00A9-4708-B7FB-71BF84356830}" dt="2026-05-11T15:42:22.560" v="6395"/>
          <ac:spMkLst>
            <pc:docMk/>
            <pc:sldMk cId="2491429517" sldId="289"/>
            <ac:spMk id="13" creationId="{EB754CB4-9A38-4776-91CC-5223D61CAE86}"/>
          </ac:spMkLst>
        </pc:spChg>
        <pc:spChg chg="add mod">
          <ac:chgData name="Josué Silva de Morais" userId="f406c2cd-edfc-4057-be10-75858098c663" providerId="ADAL" clId="{A1824FC7-00A9-4708-B7FB-71BF84356830}" dt="2026-05-11T15:42:22.565" v="6398"/>
          <ac:spMkLst>
            <pc:docMk/>
            <pc:sldMk cId="2491429517" sldId="289"/>
            <ac:spMk id="14" creationId="{EFDB2A6F-1C56-473D-9905-68D4CCB2CDC7}"/>
          </ac:spMkLst>
        </pc:spChg>
        <pc:spChg chg="add mod">
          <ac:chgData name="Josué Silva de Morais" userId="f406c2cd-edfc-4057-be10-75858098c663" providerId="ADAL" clId="{A1824FC7-00A9-4708-B7FB-71BF84356830}" dt="2026-05-11T15:42:22.573" v="6405"/>
          <ac:spMkLst>
            <pc:docMk/>
            <pc:sldMk cId="2491429517" sldId="289"/>
            <ac:spMk id="15" creationId="{7AE0E5CF-9D6E-4085-A18B-1AEFED99E689}"/>
          </ac:spMkLst>
        </pc:spChg>
        <pc:spChg chg="add mod">
          <ac:chgData name="Josué Silva de Morais" userId="f406c2cd-edfc-4057-be10-75858098c663" providerId="ADAL" clId="{A1824FC7-00A9-4708-B7FB-71BF84356830}" dt="2026-05-11T15:42:22.577" v="6409"/>
          <ac:spMkLst>
            <pc:docMk/>
            <pc:sldMk cId="2491429517" sldId="289"/>
            <ac:spMk id="16" creationId="{C749ED79-16C0-40FA-9479-BC5F2DB815C4}"/>
          </ac:spMkLst>
        </pc:spChg>
        <pc:spChg chg="add mod">
          <ac:chgData name="Josué Silva de Morais" userId="f406c2cd-edfc-4057-be10-75858098c663" providerId="ADAL" clId="{A1824FC7-00A9-4708-B7FB-71BF84356830}" dt="2026-05-11T15:42:22.583" v="6412"/>
          <ac:spMkLst>
            <pc:docMk/>
            <pc:sldMk cId="2491429517" sldId="289"/>
            <ac:spMk id="17" creationId="{89B1B6A3-D98F-481E-8E2F-A449E9E7CB64}"/>
          </ac:spMkLst>
        </pc:spChg>
        <pc:spChg chg="add mod">
          <ac:chgData name="Josué Silva de Morais" userId="f406c2cd-edfc-4057-be10-75858098c663" providerId="ADAL" clId="{A1824FC7-00A9-4708-B7FB-71BF84356830}" dt="2026-05-11T15:42:22.594" v="6419"/>
          <ac:spMkLst>
            <pc:docMk/>
            <pc:sldMk cId="2491429517" sldId="289"/>
            <ac:spMk id="18" creationId="{08F5B0CD-045C-451C-8D58-FF3AE74E9293}"/>
          </ac:spMkLst>
        </pc:spChg>
        <pc:spChg chg="add mod">
          <ac:chgData name="Josué Silva de Morais" userId="f406c2cd-edfc-4057-be10-75858098c663" providerId="ADAL" clId="{A1824FC7-00A9-4708-B7FB-71BF84356830}" dt="2026-05-11T15:42:22.607" v="6430"/>
          <ac:spMkLst>
            <pc:docMk/>
            <pc:sldMk cId="2491429517" sldId="289"/>
            <ac:spMk id="19" creationId="{DC245496-4D97-4C31-834A-356CB075703A}"/>
          </ac:spMkLst>
        </pc:spChg>
        <pc:spChg chg="add mod">
          <ac:chgData name="Josué Silva de Morais" userId="f406c2cd-edfc-4057-be10-75858098c663" providerId="ADAL" clId="{A1824FC7-00A9-4708-B7FB-71BF84356830}" dt="2026-05-11T15:42:22.613" v="6436"/>
          <ac:spMkLst>
            <pc:docMk/>
            <pc:sldMk cId="2491429517" sldId="289"/>
            <ac:spMk id="20" creationId="{B9A8D746-713B-4955-AB85-6C6D3A298841}"/>
          </ac:spMkLst>
        </pc:spChg>
        <pc:spChg chg="add mod">
          <ac:chgData name="Josué Silva de Morais" userId="f406c2cd-edfc-4057-be10-75858098c663" providerId="ADAL" clId="{A1824FC7-00A9-4708-B7FB-71BF84356830}" dt="2026-05-11T15:42:22.626" v="6447"/>
          <ac:spMkLst>
            <pc:docMk/>
            <pc:sldMk cId="2491429517" sldId="289"/>
            <ac:spMk id="21" creationId="{64D206A6-4922-4E46-AEAE-5E993F179A6C}"/>
          </ac:spMkLst>
        </pc:spChg>
        <pc:spChg chg="add mod">
          <ac:chgData name="Josué Silva de Morais" userId="f406c2cd-edfc-4057-be10-75858098c663" providerId="ADAL" clId="{A1824FC7-00A9-4708-B7FB-71BF84356830}" dt="2026-05-11T15:42:22.635" v="6453"/>
          <ac:spMkLst>
            <pc:docMk/>
            <pc:sldMk cId="2491429517" sldId="289"/>
            <ac:spMk id="22" creationId="{8FDAAC70-9521-4FE0-97C4-BECEBA3A3BC0}"/>
          </ac:spMkLst>
        </pc:spChg>
        <pc:spChg chg="add mod">
          <ac:chgData name="Josué Silva de Morais" userId="f406c2cd-edfc-4057-be10-75858098c663" providerId="ADAL" clId="{A1824FC7-00A9-4708-B7FB-71BF84356830}" dt="2026-05-11T15:42:22.644" v="6464"/>
          <ac:spMkLst>
            <pc:docMk/>
            <pc:sldMk cId="2491429517" sldId="289"/>
            <ac:spMk id="23" creationId="{26F98200-7124-4171-AF4F-2CD46874B4C8}"/>
          </ac:spMkLst>
        </pc:spChg>
        <pc:spChg chg="add mod">
          <ac:chgData name="Josué Silva de Morais" userId="f406c2cd-edfc-4057-be10-75858098c663" providerId="ADAL" clId="{A1824FC7-00A9-4708-B7FB-71BF84356830}" dt="2026-05-11T15:42:22.653" v="6470"/>
          <ac:spMkLst>
            <pc:docMk/>
            <pc:sldMk cId="2491429517" sldId="289"/>
            <ac:spMk id="24" creationId="{2EB2B554-5115-454D-90E6-5D0F4A449294}"/>
          </ac:spMkLst>
        </pc:spChg>
        <pc:spChg chg="add mod">
          <ac:chgData name="Josué Silva de Morais" userId="f406c2cd-edfc-4057-be10-75858098c663" providerId="ADAL" clId="{A1824FC7-00A9-4708-B7FB-71BF84356830}" dt="2026-05-11T15:42:22.655" v="6473"/>
          <ac:spMkLst>
            <pc:docMk/>
            <pc:sldMk cId="2491429517" sldId="289"/>
            <ac:spMk id="25" creationId="{86C81E72-F3DB-46F4-90AA-594AAE39CE43}"/>
          </ac:spMkLst>
        </pc:spChg>
        <pc:spChg chg="add mod">
          <ac:chgData name="Josué Silva de Morais" userId="f406c2cd-edfc-4057-be10-75858098c663" providerId="ADAL" clId="{A1824FC7-00A9-4708-B7FB-71BF84356830}" dt="2026-05-11T15:42:22.667" v="6480"/>
          <ac:spMkLst>
            <pc:docMk/>
            <pc:sldMk cId="2491429517" sldId="289"/>
            <ac:spMk id="26" creationId="{9CEE504E-BE7A-4F26-B4C3-BFA39E5E544D}"/>
          </ac:spMkLst>
        </pc:spChg>
        <pc:spChg chg="add mod">
          <ac:chgData name="Josué Silva de Morais" userId="f406c2cd-edfc-4057-be10-75858098c663" providerId="ADAL" clId="{A1824FC7-00A9-4708-B7FB-71BF84356830}" dt="2026-05-11T15:42:22.671" v="6484"/>
          <ac:spMkLst>
            <pc:docMk/>
            <pc:sldMk cId="2491429517" sldId="289"/>
            <ac:spMk id="27" creationId="{18A8DCF0-23A9-4323-A459-C9464DF28DAC}"/>
          </ac:spMkLst>
        </pc:spChg>
        <pc:spChg chg="add mod">
          <ac:chgData name="Josué Silva de Morais" userId="f406c2cd-edfc-4057-be10-75858098c663" providerId="ADAL" clId="{A1824FC7-00A9-4708-B7FB-71BF84356830}" dt="2026-05-11T15:42:22.673" v="6487"/>
          <ac:spMkLst>
            <pc:docMk/>
            <pc:sldMk cId="2491429517" sldId="289"/>
            <ac:spMk id="28" creationId="{039B1F3F-53E6-4ABC-85A4-1F7D61284F4F}"/>
          </ac:spMkLst>
        </pc:spChg>
        <pc:spChg chg="add mod">
          <ac:chgData name="Josué Silva de Morais" userId="f406c2cd-edfc-4057-be10-75858098c663" providerId="ADAL" clId="{A1824FC7-00A9-4708-B7FB-71BF84356830}" dt="2026-05-11T15:42:22.682" v="6494"/>
          <ac:spMkLst>
            <pc:docMk/>
            <pc:sldMk cId="2491429517" sldId="289"/>
            <ac:spMk id="29" creationId="{509BB5F7-16A3-437D-8753-B53229D0295A}"/>
          </ac:spMkLst>
        </pc:spChg>
        <pc:spChg chg="add mod">
          <ac:chgData name="Josué Silva de Morais" userId="f406c2cd-edfc-4057-be10-75858098c663" providerId="ADAL" clId="{A1824FC7-00A9-4708-B7FB-71BF84356830}" dt="2026-05-11T15:42:22.696" v="6505"/>
          <ac:spMkLst>
            <pc:docMk/>
            <pc:sldMk cId="2491429517" sldId="289"/>
            <ac:spMk id="30" creationId="{BC4A6702-B981-451C-A5CA-AEE73A5BCD8E}"/>
          </ac:spMkLst>
        </pc:spChg>
        <pc:spChg chg="add mod">
          <ac:chgData name="Josué Silva de Morais" userId="f406c2cd-edfc-4057-be10-75858098c663" providerId="ADAL" clId="{A1824FC7-00A9-4708-B7FB-71BF84356830}" dt="2026-05-11T15:42:22.703" v="6511"/>
          <ac:spMkLst>
            <pc:docMk/>
            <pc:sldMk cId="2491429517" sldId="289"/>
            <ac:spMk id="31" creationId="{2FD3CD04-4417-4795-99B1-83B93BD9389B}"/>
          </ac:spMkLst>
        </pc:spChg>
        <pc:spChg chg="add mod">
          <ac:chgData name="Josué Silva de Morais" userId="f406c2cd-edfc-4057-be10-75858098c663" providerId="ADAL" clId="{A1824FC7-00A9-4708-B7FB-71BF84356830}" dt="2026-05-11T15:42:22.713" v="6522"/>
          <ac:spMkLst>
            <pc:docMk/>
            <pc:sldMk cId="2491429517" sldId="289"/>
            <ac:spMk id="32" creationId="{5D9E9B41-A3E6-44A8-BC4E-7F075FD13C1E}"/>
          </ac:spMkLst>
        </pc:spChg>
        <pc:spChg chg="add mod">
          <ac:chgData name="Josué Silva de Morais" userId="f406c2cd-edfc-4057-be10-75858098c663" providerId="ADAL" clId="{A1824FC7-00A9-4708-B7FB-71BF84356830}" dt="2026-05-11T15:42:22.723" v="6528"/>
          <ac:spMkLst>
            <pc:docMk/>
            <pc:sldMk cId="2491429517" sldId="289"/>
            <ac:spMk id="33" creationId="{E76F5B6A-B325-4432-B6EC-F43C335F8DD4}"/>
          </ac:spMkLst>
        </pc:spChg>
        <pc:spChg chg="add mod">
          <ac:chgData name="Josué Silva de Morais" userId="f406c2cd-edfc-4057-be10-75858098c663" providerId="ADAL" clId="{A1824FC7-00A9-4708-B7FB-71BF84356830}" dt="2026-05-11T15:42:22.736" v="6539"/>
          <ac:spMkLst>
            <pc:docMk/>
            <pc:sldMk cId="2491429517" sldId="289"/>
            <ac:spMk id="34" creationId="{F47BA15B-A7DE-4D1B-BE3B-17C235D355AA}"/>
          </ac:spMkLst>
        </pc:spChg>
        <pc:spChg chg="add mod">
          <ac:chgData name="Josué Silva de Morais" userId="f406c2cd-edfc-4057-be10-75858098c663" providerId="ADAL" clId="{A1824FC7-00A9-4708-B7FB-71BF84356830}" dt="2026-05-11T15:42:22.741" v="6545"/>
          <ac:spMkLst>
            <pc:docMk/>
            <pc:sldMk cId="2491429517" sldId="289"/>
            <ac:spMk id="35" creationId="{63EFFA66-B0EA-449D-AB2D-4BE0D2A1D91E}"/>
          </ac:spMkLst>
        </pc:spChg>
        <pc:spChg chg="add mod">
          <ac:chgData name="Josué Silva de Morais" userId="f406c2cd-edfc-4057-be10-75858098c663" providerId="ADAL" clId="{A1824FC7-00A9-4708-B7FB-71BF84356830}" dt="2026-05-11T15:42:22.744" v="6548"/>
          <ac:spMkLst>
            <pc:docMk/>
            <pc:sldMk cId="2491429517" sldId="289"/>
            <ac:spMk id="36" creationId="{5C9ADAE2-0E0D-4F58-BEA7-BF14CCB5C02F}"/>
          </ac:spMkLst>
        </pc:spChg>
        <pc:spChg chg="add mod">
          <ac:chgData name="Josué Silva de Morais" userId="f406c2cd-edfc-4057-be10-75858098c663" providerId="ADAL" clId="{A1824FC7-00A9-4708-B7FB-71BF84356830}" dt="2026-05-11T15:42:22.753" v="6555"/>
          <ac:spMkLst>
            <pc:docMk/>
            <pc:sldMk cId="2491429517" sldId="289"/>
            <ac:spMk id="37" creationId="{A4362CD4-BF93-4469-A22F-2DA29A897A1C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2:48.621" v="6813"/>
        <pc:sldMkLst>
          <pc:docMk/>
          <pc:sldMk cId="3061994322" sldId="290"/>
        </pc:sldMkLst>
        <pc:spChg chg="add mod">
          <ac:chgData name="Josué Silva de Morais" userId="f406c2cd-edfc-4057-be10-75858098c663" providerId="ADAL" clId="{A1824FC7-00A9-4708-B7FB-71BF84356830}" dt="2026-05-11T15:42:48.323" v="6559"/>
          <ac:spMkLst>
            <pc:docMk/>
            <pc:sldMk cId="3061994322" sldId="290"/>
            <ac:spMk id="2" creationId="{E4DEF446-F18F-41D2-AB85-84D6209FABCE}"/>
          </ac:spMkLst>
        </pc:spChg>
        <pc:spChg chg="add mod">
          <ac:chgData name="Josué Silva de Morais" userId="f406c2cd-edfc-4057-be10-75858098c663" providerId="ADAL" clId="{A1824FC7-00A9-4708-B7FB-71BF84356830}" dt="2026-05-11T15:42:48.332" v="6566"/>
          <ac:spMkLst>
            <pc:docMk/>
            <pc:sldMk cId="3061994322" sldId="290"/>
            <ac:spMk id="3" creationId="{86EB94E0-D63E-4E41-8FEC-E8441AD0303A}"/>
          </ac:spMkLst>
        </pc:spChg>
        <pc:spChg chg="add mod">
          <ac:chgData name="Josué Silva de Morais" userId="f406c2cd-edfc-4057-be10-75858098c663" providerId="ADAL" clId="{A1824FC7-00A9-4708-B7FB-71BF84356830}" dt="2026-05-11T15:42:48.340" v="6572"/>
          <ac:spMkLst>
            <pc:docMk/>
            <pc:sldMk cId="3061994322" sldId="290"/>
            <ac:spMk id="4" creationId="{79FAC20B-157C-473F-89D2-B7095B3A97A0}"/>
          </ac:spMkLst>
        </pc:spChg>
        <pc:spChg chg="add mod">
          <ac:chgData name="Josué Silva de Morais" userId="f406c2cd-edfc-4057-be10-75858098c663" providerId="ADAL" clId="{A1824FC7-00A9-4708-B7FB-71BF84356830}" dt="2026-05-11T15:42:48.344" v="6576"/>
          <ac:spMkLst>
            <pc:docMk/>
            <pc:sldMk cId="3061994322" sldId="290"/>
            <ac:spMk id="5" creationId="{296564DF-EE30-44CE-964A-4795C1CE37D5}"/>
          </ac:spMkLst>
        </pc:spChg>
        <pc:spChg chg="add mod">
          <ac:chgData name="Josué Silva de Morais" userId="f406c2cd-edfc-4057-be10-75858098c663" providerId="ADAL" clId="{A1824FC7-00A9-4708-B7FB-71BF84356830}" dt="2026-05-11T15:42:48.348" v="6579"/>
          <ac:spMkLst>
            <pc:docMk/>
            <pc:sldMk cId="3061994322" sldId="290"/>
            <ac:spMk id="6" creationId="{CE57A698-6DDD-460C-9E1D-7D92D0D754E8}"/>
          </ac:spMkLst>
        </pc:spChg>
        <pc:spChg chg="add mod">
          <ac:chgData name="Josué Silva de Morais" userId="f406c2cd-edfc-4057-be10-75858098c663" providerId="ADAL" clId="{A1824FC7-00A9-4708-B7FB-71BF84356830}" dt="2026-05-11T15:42:48.356" v="6586"/>
          <ac:spMkLst>
            <pc:docMk/>
            <pc:sldMk cId="3061994322" sldId="290"/>
            <ac:spMk id="7" creationId="{29C8A975-DA60-4F84-8DE3-53951ABB86C9}"/>
          </ac:spMkLst>
        </pc:spChg>
        <pc:spChg chg="add mod">
          <ac:chgData name="Josué Silva de Morais" userId="f406c2cd-edfc-4057-be10-75858098c663" providerId="ADAL" clId="{A1824FC7-00A9-4708-B7FB-71BF84356830}" dt="2026-05-11T15:42:48.367" v="6596"/>
          <ac:spMkLst>
            <pc:docMk/>
            <pc:sldMk cId="3061994322" sldId="290"/>
            <ac:spMk id="8" creationId="{81503127-DC9C-4A3E-AFB8-F8754F6788B2}"/>
          </ac:spMkLst>
        </pc:spChg>
        <pc:spChg chg="add mod">
          <ac:chgData name="Josué Silva de Morais" userId="f406c2cd-edfc-4057-be10-75858098c663" providerId="ADAL" clId="{A1824FC7-00A9-4708-B7FB-71BF84356830}" dt="2026-05-11T15:42:48.379" v="6606"/>
          <ac:spMkLst>
            <pc:docMk/>
            <pc:sldMk cId="3061994322" sldId="290"/>
            <ac:spMk id="9" creationId="{DBC8D585-E94A-4125-A211-4ECDC81E6C6F}"/>
          </ac:spMkLst>
        </pc:spChg>
        <pc:spChg chg="add mod">
          <ac:chgData name="Josué Silva de Morais" userId="f406c2cd-edfc-4057-be10-75858098c663" providerId="ADAL" clId="{A1824FC7-00A9-4708-B7FB-71BF84356830}" dt="2026-05-11T15:42:48.388" v="6616"/>
          <ac:spMkLst>
            <pc:docMk/>
            <pc:sldMk cId="3061994322" sldId="290"/>
            <ac:spMk id="10" creationId="{6883E46E-B0C7-466A-A6BE-98B02E40525C}"/>
          </ac:spMkLst>
        </pc:spChg>
        <pc:spChg chg="add mod">
          <ac:chgData name="Josué Silva de Morais" userId="f406c2cd-edfc-4057-be10-75858098c663" providerId="ADAL" clId="{A1824FC7-00A9-4708-B7FB-71BF84356830}" dt="2026-05-11T15:42:48.399" v="6623"/>
          <ac:spMkLst>
            <pc:docMk/>
            <pc:sldMk cId="3061994322" sldId="290"/>
            <ac:spMk id="11" creationId="{3E1A3A3B-69D4-415F-BDB3-39F0917DB8B3}"/>
          </ac:spMkLst>
        </pc:spChg>
        <pc:spChg chg="add mod">
          <ac:chgData name="Josué Silva de Morais" userId="f406c2cd-edfc-4057-be10-75858098c663" providerId="ADAL" clId="{A1824FC7-00A9-4708-B7FB-71BF84356830}" dt="2026-05-11T15:42:48.407" v="6633"/>
          <ac:spMkLst>
            <pc:docMk/>
            <pc:sldMk cId="3061994322" sldId="290"/>
            <ac:spMk id="12" creationId="{DD402B89-35D4-4984-96D4-279C37C9B803}"/>
          </ac:spMkLst>
        </pc:spChg>
        <pc:spChg chg="add mod">
          <ac:chgData name="Josué Silva de Morais" userId="f406c2cd-edfc-4057-be10-75858098c663" providerId="ADAL" clId="{A1824FC7-00A9-4708-B7FB-71BF84356830}" dt="2026-05-11T15:42:48.418" v="6640"/>
          <ac:spMkLst>
            <pc:docMk/>
            <pc:sldMk cId="3061994322" sldId="290"/>
            <ac:spMk id="13" creationId="{6769A85B-BEA3-43EC-890F-8C8868469667}"/>
          </ac:spMkLst>
        </pc:spChg>
        <pc:spChg chg="add mod">
          <ac:chgData name="Josué Silva de Morais" userId="f406c2cd-edfc-4057-be10-75858098c663" providerId="ADAL" clId="{A1824FC7-00A9-4708-B7FB-71BF84356830}" dt="2026-05-11T15:42:48.421" v="6643"/>
          <ac:spMkLst>
            <pc:docMk/>
            <pc:sldMk cId="3061994322" sldId="290"/>
            <ac:spMk id="14" creationId="{7AEF8BF1-6F58-4B1F-AA9F-CDA3AD83CA49}"/>
          </ac:spMkLst>
        </pc:spChg>
        <pc:spChg chg="add mod">
          <ac:chgData name="Josué Silva de Morais" userId="f406c2cd-edfc-4057-be10-75858098c663" providerId="ADAL" clId="{A1824FC7-00A9-4708-B7FB-71BF84356830}" dt="2026-05-11T15:42:48.429" v="6650"/>
          <ac:spMkLst>
            <pc:docMk/>
            <pc:sldMk cId="3061994322" sldId="290"/>
            <ac:spMk id="15" creationId="{0CE4B8A1-2A8A-4ACF-90F5-E914E2009B92}"/>
          </ac:spMkLst>
        </pc:spChg>
        <pc:spChg chg="add mod">
          <ac:chgData name="Josué Silva de Morais" userId="f406c2cd-edfc-4057-be10-75858098c663" providerId="ADAL" clId="{A1824FC7-00A9-4708-B7FB-71BF84356830}" dt="2026-05-11T15:42:48.435" v="6656"/>
          <ac:spMkLst>
            <pc:docMk/>
            <pc:sldMk cId="3061994322" sldId="290"/>
            <ac:spMk id="16" creationId="{3EE45D4D-ED77-459B-921B-97C657AD9147}"/>
          </ac:spMkLst>
        </pc:spChg>
        <pc:spChg chg="add mod">
          <ac:chgData name="Josué Silva de Morais" userId="f406c2cd-edfc-4057-be10-75858098c663" providerId="ADAL" clId="{A1824FC7-00A9-4708-B7FB-71BF84356830}" dt="2026-05-11T15:42:48.438" v="6660"/>
          <ac:spMkLst>
            <pc:docMk/>
            <pc:sldMk cId="3061994322" sldId="290"/>
            <ac:spMk id="17" creationId="{4EF14BFF-DEB0-4F07-8927-0ACCD9D92247}"/>
          </ac:spMkLst>
        </pc:spChg>
        <pc:spChg chg="add mod">
          <ac:chgData name="Josué Silva de Morais" userId="f406c2cd-edfc-4057-be10-75858098c663" providerId="ADAL" clId="{A1824FC7-00A9-4708-B7FB-71BF84356830}" dt="2026-05-11T15:42:48.441" v="6663"/>
          <ac:spMkLst>
            <pc:docMk/>
            <pc:sldMk cId="3061994322" sldId="290"/>
            <ac:spMk id="18" creationId="{F1C1D10C-283A-4096-82BE-4070838112E4}"/>
          </ac:spMkLst>
        </pc:spChg>
        <pc:spChg chg="add mod">
          <ac:chgData name="Josué Silva de Morais" userId="f406c2cd-edfc-4057-be10-75858098c663" providerId="ADAL" clId="{A1824FC7-00A9-4708-B7FB-71BF84356830}" dt="2026-05-11T15:42:48.450" v="6670"/>
          <ac:spMkLst>
            <pc:docMk/>
            <pc:sldMk cId="3061994322" sldId="290"/>
            <ac:spMk id="19" creationId="{DA0C4E08-4202-48BE-AA97-BFFA8C61F1DD}"/>
          </ac:spMkLst>
        </pc:spChg>
        <pc:spChg chg="add mod">
          <ac:chgData name="Josué Silva de Morais" userId="f406c2cd-edfc-4057-be10-75858098c663" providerId="ADAL" clId="{A1824FC7-00A9-4708-B7FB-71BF84356830}" dt="2026-05-11T15:42:48.461" v="6680"/>
          <ac:spMkLst>
            <pc:docMk/>
            <pc:sldMk cId="3061994322" sldId="290"/>
            <ac:spMk id="20" creationId="{56AE7496-0122-42AD-ADD1-B6B8D33C5827}"/>
          </ac:spMkLst>
        </pc:spChg>
        <pc:spChg chg="add mod">
          <ac:chgData name="Josué Silva de Morais" userId="f406c2cd-edfc-4057-be10-75858098c663" providerId="ADAL" clId="{A1824FC7-00A9-4708-B7FB-71BF84356830}" dt="2026-05-11T15:42:48.472" v="6690"/>
          <ac:spMkLst>
            <pc:docMk/>
            <pc:sldMk cId="3061994322" sldId="290"/>
            <ac:spMk id="21" creationId="{4EF724D6-51D9-4591-9AC3-940CF56A2A5F}"/>
          </ac:spMkLst>
        </pc:spChg>
        <pc:spChg chg="add mod">
          <ac:chgData name="Josué Silva de Morais" userId="f406c2cd-edfc-4057-be10-75858098c663" providerId="ADAL" clId="{A1824FC7-00A9-4708-B7FB-71BF84356830}" dt="2026-05-11T15:42:48.481" v="6697"/>
          <ac:spMkLst>
            <pc:docMk/>
            <pc:sldMk cId="3061994322" sldId="290"/>
            <ac:spMk id="22" creationId="{D8FBA178-7B02-431A-AFC4-B29874F9489D}"/>
          </ac:spMkLst>
        </pc:spChg>
        <pc:spChg chg="add mod">
          <ac:chgData name="Josué Silva de Morais" userId="f406c2cd-edfc-4057-be10-75858098c663" providerId="ADAL" clId="{A1824FC7-00A9-4708-B7FB-71BF84356830}" dt="2026-05-11T15:42:48.491" v="6707"/>
          <ac:spMkLst>
            <pc:docMk/>
            <pc:sldMk cId="3061994322" sldId="290"/>
            <ac:spMk id="23" creationId="{BD7E34FA-0F5F-4DB6-8267-273E6AF9B9E8}"/>
          </ac:spMkLst>
        </pc:spChg>
        <pc:spChg chg="add mod">
          <ac:chgData name="Josué Silva de Morais" userId="f406c2cd-edfc-4057-be10-75858098c663" providerId="ADAL" clId="{A1824FC7-00A9-4708-B7FB-71BF84356830}" dt="2026-05-11T15:42:48.500" v="6714"/>
          <ac:spMkLst>
            <pc:docMk/>
            <pc:sldMk cId="3061994322" sldId="290"/>
            <ac:spMk id="24" creationId="{34091571-D182-45A2-A300-3004EBE0FBFE}"/>
          </ac:spMkLst>
        </pc:spChg>
        <pc:spChg chg="add mod">
          <ac:chgData name="Josué Silva de Morais" userId="f406c2cd-edfc-4057-be10-75858098c663" providerId="ADAL" clId="{A1824FC7-00A9-4708-B7FB-71BF84356830}" dt="2026-05-11T15:42:48.503" v="6717"/>
          <ac:spMkLst>
            <pc:docMk/>
            <pc:sldMk cId="3061994322" sldId="290"/>
            <ac:spMk id="25" creationId="{0075576A-0184-442C-9936-40914A362F76}"/>
          </ac:spMkLst>
        </pc:spChg>
        <pc:spChg chg="add mod">
          <ac:chgData name="Josué Silva de Morais" userId="f406c2cd-edfc-4057-be10-75858098c663" providerId="ADAL" clId="{A1824FC7-00A9-4708-B7FB-71BF84356830}" dt="2026-05-11T15:42:48.514" v="6724"/>
          <ac:spMkLst>
            <pc:docMk/>
            <pc:sldMk cId="3061994322" sldId="290"/>
            <ac:spMk id="26" creationId="{2CFDF71F-2B98-4874-A2F1-B837FA523B41}"/>
          </ac:spMkLst>
        </pc:spChg>
        <pc:spChg chg="add mod">
          <ac:chgData name="Josué Silva de Morais" userId="f406c2cd-edfc-4057-be10-75858098c663" providerId="ADAL" clId="{A1824FC7-00A9-4708-B7FB-71BF84356830}" dt="2026-05-11T15:42:48.520" v="6730"/>
          <ac:spMkLst>
            <pc:docMk/>
            <pc:sldMk cId="3061994322" sldId="290"/>
            <ac:spMk id="27" creationId="{DB925CA9-766C-4290-AB06-B951E405D3C7}"/>
          </ac:spMkLst>
        </pc:spChg>
        <pc:spChg chg="add mod">
          <ac:chgData name="Josué Silva de Morais" userId="f406c2cd-edfc-4057-be10-75858098c663" providerId="ADAL" clId="{A1824FC7-00A9-4708-B7FB-71BF84356830}" dt="2026-05-11T15:42:48.524" v="6734"/>
          <ac:spMkLst>
            <pc:docMk/>
            <pc:sldMk cId="3061994322" sldId="290"/>
            <ac:spMk id="28" creationId="{4ECCA1D1-AA61-4343-A400-6574C0C48283}"/>
          </ac:spMkLst>
        </pc:spChg>
        <pc:spChg chg="add mod">
          <ac:chgData name="Josué Silva de Morais" userId="f406c2cd-edfc-4057-be10-75858098c663" providerId="ADAL" clId="{A1824FC7-00A9-4708-B7FB-71BF84356830}" dt="2026-05-11T15:42:48.528" v="6737"/>
          <ac:spMkLst>
            <pc:docMk/>
            <pc:sldMk cId="3061994322" sldId="290"/>
            <ac:spMk id="29" creationId="{F8B8A264-D684-4DF5-809C-331EB194CBF0}"/>
          </ac:spMkLst>
        </pc:spChg>
        <pc:spChg chg="add mod">
          <ac:chgData name="Josué Silva de Morais" userId="f406c2cd-edfc-4057-be10-75858098c663" providerId="ADAL" clId="{A1824FC7-00A9-4708-B7FB-71BF84356830}" dt="2026-05-11T15:42:48.539" v="6744"/>
          <ac:spMkLst>
            <pc:docMk/>
            <pc:sldMk cId="3061994322" sldId="290"/>
            <ac:spMk id="30" creationId="{47BB34B8-2472-4D6B-BFF7-381DF2C42784}"/>
          </ac:spMkLst>
        </pc:spChg>
        <pc:spChg chg="add mod">
          <ac:chgData name="Josué Silva de Morais" userId="f406c2cd-edfc-4057-be10-75858098c663" providerId="ADAL" clId="{A1824FC7-00A9-4708-B7FB-71BF84356830}" dt="2026-05-11T15:42:48.550" v="6754"/>
          <ac:spMkLst>
            <pc:docMk/>
            <pc:sldMk cId="3061994322" sldId="290"/>
            <ac:spMk id="31" creationId="{5779C3C3-2148-440D-AD68-C7AA2A25AFB1}"/>
          </ac:spMkLst>
        </pc:spChg>
        <pc:spChg chg="add mod">
          <ac:chgData name="Josué Silva de Morais" userId="f406c2cd-edfc-4057-be10-75858098c663" providerId="ADAL" clId="{A1824FC7-00A9-4708-B7FB-71BF84356830}" dt="2026-05-11T15:42:48.562" v="6764"/>
          <ac:spMkLst>
            <pc:docMk/>
            <pc:sldMk cId="3061994322" sldId="290"/>
            <ac:spMk id="32" creationId="{BA8A2F61-14AD-4C0C-A5DA-B6A65B78F59B}"/>
          </ac:spMkLst>
        </pc:spChg>
        <pc:spChg chg="add mod">
          <ac:chgData name="Josué Silva de Morais" userId="f406c2cd-edfc-4057-be10-75858098c663" providerId="ADAL" clId="{A1824FC7-00A9-4708-B7FB-71BF84356830}" dt="2026-05-11T15:42:48.570" v="6771"/>
          <ac:spMkLst>
            <pc:docMk/>
            <pc:sldMk cId="3061994322" sldId="290"/>
            <ac:spMk id="33" creationId="{6A05C24A-6CB4-4FBB-87EC-020F968E1D0F}"/>
          </ac:spMkLst>
        </pc:spChg>
        <pc:spChg chg="add mod">
          <ac:chgData name="Josué Silva de Morais" userId="f406c2cd-edfc-4057-be10-75858098c663" providerId="ADAL" clId="{A1824FC7-00A9-4708-B7FB-71BF84356830}" dt="2026-05-11T15:42:48.584" v="6781"/>
          <ac:spMkLst>
            <pc:docMk/>
            <pc:sldMk cId="3061994322" sldId="290"/>
            <ac:spMk id="34" creationId="{F4793805-EE41-46CA-A49A-9D00D065D821}"/>
          </ac:spMkLst>
        </pc:spChg>
        <pc:spChg chg="add mod">
          <ac:chgData name="Josué Silva de Morais" userId="f406c2cd-edfc-4057-be10-75858098c663" providerId="ADAL" clId="{A1824FC7-00A9-4708-B7FB-71BF84356830}" dt="2026-05-11T15:42:48.591" v="6788"/>
          <ac:spMkLst>
            <pc:docMk/>
            <pc:sldMk cId="3061994322" sldId="290"/>
            <ac:spMk id="35" creationId="{43256B78-0F2A-47BB-B551-A4BFA8BCDC14}"/>
          </ac:spMkLst>
        </pc:spChg>
        <pc:spChg chg="add mod">
          <ac:chgData name="Josué Silva de Morais" userId="f406c2cd-edfc-4057-be10-75858098c663" providerId="ADAL" clId="{A1824FC7-00A9-4708-B7FB-71BF84356830}" dt="2026-05-11T15:42:48.595" v="6791"/>
          <ac:spMkLst>
            <pc:docMk/>
            <pc:sldMk cId="3061994322" sldId="290"/>
            <ac:spMk id="36" creationId="{26005C87-3A84-4060-8361-DC603DD2ABAB}"/>
          </ac:spMkLst>
        </pc:spChg>
        <pc:spChg chg="add mod">
          <ac:chgData name="Josué Silva de Morais" userId="f406c2cd-edfc-4057-be10-75858098c663" providerId="ADAL" clId="{A1824FC7-00A9-4708-B7FB-71BF84356830}" dt="2026-05-11T15:42:48.603" v="6798"/>
          <ac:spMkLst>
            <pc:docMk/>
            <pc:sldMk cId="3061994322" sldId="290"/>
            <ac:spMk id="37" creationId="{66A25595-FC77-4309-B7CC-4DB0C92D9748}"/>
          </ac:spMkLst>
        </pc:spChg>
        <pc:spChg chg="add mod">
          <ac:chgData name="Josué Silva de Morais" userId="f406c2cd-edfc-4057-be10-75858098c663" providerId="ADAL" clId="{A1824FC7-00A9-4708-B7FB-71BF84356830}" dt="2026-05-11T15:42:48.608" v="6804"/>
          <ac:spMkLst>
            <pc:docMk/>
            <pc:sldMk cId="3061994322" sldId="290"/>
            <ac:spMk id="38" creationId="{BCAEF7B1-9F9D-4417-A758-495DC2CC6939}"/>
          </ac:spMkLst>
        </pc:spChg>
        <pc:spChg chg="add mod">
          <ac:chgData name="Josué Silva de Morais" userId="f406c2cd-edfc-4057-be10-75858098c663" providerId="ADAL" clId="{A1824FC7-00A9-4708-B7FB-71BF84356830}" dt="2026-05-11T15:42:48.613" v="6807"/>
          <ac:spMkLst>
            <pc:docMk/>
            <pc:sldMk cId="3061994322" sldId="290"/>
            <ac:spMk id="39" creationId="{7972644C-04D9-4ABD-911D-2A4083C40203}"/>
          </ac:spMkLst>
        </pc:spChg>
        <pc:spChg chg="add mod">
          <ac:chgData name="Josué Silva de Morais" userId="f406c2cd-edfc-4057-be10-75858098c663" providerId="ADAL" clId="{A1824FC7-00A9-4708-B7FB-71BF84356830}" dt="2026-05-11T15:42:48.621" v="6813"/>
          <ac:spMkLst>
            <pc:docMk/>
            <pc:sldMk cId="3061994322" sldId="290"/>
            <ac:spMk id="40" creationId="{13DDBFD5-1D86-49EA-A6AD-C40FCD03A5C8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3:22.382" v="11380" actId="962"/>
        <pc:sldMkLst>
          <pc:docMk/>
          <pc:sldMk cId="1393090141" sldId="291"/>
        </pc:sldMkLst>
        <pc:spChg chg="add mod">
          <ac:chgData name="Josué Silva de Morais" userId="f406c2cd-edfc-4057-be10-75858098c663" providerId="ADAL" clId="{A1824FC7-00A9-4708-B7FB-71BF84356830}" dt="2026-05-11T15:43:26.642" v="6817"/>
          <ac:spMkLst>
            <pc:docMk/>
            <pc:sldMk cId="1393090141" sldId="291"/>
            <ac:spMk id="2" creationId="{910A0F2A-D5D9-4ED1-B565-6AC42739258C}"/>
          </ac:spMkLst>
        </pc:spChg>
        <pc:spChg chg="add mod">
          <ac:chgData name="Josué Silva de Morais" userId="f406c2cd-edfc-4057-be10-75858098c663" providerId="ADAL" clId="{A1824FC7-00A9-4708-B7FB-71BF84356830}" dt="2026-05-11T15:43:26.651" v="6824"/>
          <ac:spMkLst>
            <pc:docMk/>
            <pc:sldMk cId="1393090141" sldId="291"/>
            <ac:spMk id="3" creationId="{09B99AD7-B4FE-49F3-B921-D9843D6BC7B2}"/>
          </ac:spMkLst>
        </pc:spChg>
        <pc:spChg chg="add mod">
          <ac:chgData name="Josué Silva de Morais" userId="f406c2cd-edfc-4057-be10-75858098c663" providerId="ADAL" clId="{A1824FC7-00A9-4708-B7FB-71BF84356830}" dt="2026-05-11T15:43:26.662" v="6831"/>
          <ac:spMkLst>
            <pc:docMk/>
            <pc:sldMk cId="1393090141" sldId="291"/>
            <ac:spMk id="4" creationId="{23CF1DB6-47C9-4B1F-A972-722F3209131A}"/>
          </ac:spMkLst>
        </pc:spChg>
        <pc:spChg chg="add mod">
          <ac:chgData name="Josué Silva de Morais" userId="f406c2cd-edfc-4057-be10-75858098c663" providerId="ADAL" clId="{A1824FC7-00A9-4708-B7FB-71BF84356830}" dt="2026-05-11T16:23:22.382" v="11380" actId="962"/>
          <ac:spMkLst>
            <pc:docMk/>
            <pc:sldMk cId="1393090141" sldId="291"/>
            <ac:spMk id="5" creationId="{CFD1DFEC-1736-4775-8794-4FB4EBCCB183}"/>
          </ac:spMkLst>
        </pc:spChg>
        <pc:spChg chg="add mod">
          <ac:chgData name="Josué Silva de Morais" userId="f406c2cd-edfc-4057-be10-75858098c663" providerId="ADAL" clId="{A1824FC7-00A9-4708-B7FB-71BF84356830}" dt="2026-05-11T16:23:17.597" v="11374" actId="1076"/>
          <ac:spMkLst>
            <pc:docMk/>
            <pc:sldMk cId="1393090141" sldId="291"/>
            <ac:spMk id="6" creationId="{1918EEAB-B6D6-44AA-B78E-BBE19CAC53E3}"/>
          </ac:spMkLst>
        </pc:spChg>
        <pc:spChg chg="add mod">
          <ac:chgData name="Josué Silva de Morais" userId="f406c2cd-edfc-4057-be10-75858098c663" providerId="ADAL" clId="{A1824FC7-00A9-4708-B7FB-71BF84356830}" dt="2026-05-11T16:23:17.597" v="11374" actId="1076"/>
          <ac:spMkLst>
            <pc:docMk/>
            <pc:sldMk cId="1393090141" sldId="291"/>
            <ac:spMk id="7" creationId="{86FD1B24-E652-4AA3-83FF-F40960EB3022}"/>
          </ac:spMkLst>
        </pc:spChg>
        <pc:spChg chg="add mod">
          <ac:chgData name="Josué Silva de Morais" userId="f406c2cd-edfc-4057-be10-75858098c663" providerId="ADAL" clId="{A1824FC7-00A9-4708-B7FB-71BF84356830}" dt="2026-05-11T16:23:17.597" v="11374" actId="1076"/>
          <ac:spMkLst>
            <pc:docMk/>
            <pc:sldMk cId="1393090141" sldId="291"/>
            <ac:spMk id="8" creationId="{AC1124C6-2B6E-4CD1-9A41-6AF31672CD70}"/>
          </ac:spMkLst>
        </pc:spChg>
        <pc:spChg chg="add mod">
          <ac:chgData name="Josué Silva de Morais" userId="f406c2cd-edfc-4057-be10-75858098c663" providerId="ADAL" clId="{A1824FC7-00A9-4708-B7FB-71BF84356830}" dt="2026-05-11T16:23:17.597" v="11374" actId="1076"/>
          <ac:spMkLst>
            <pc:docMk/>
            <pc:sldMk cId="1393090141" sldId="291"/>
            <ac:spMk id="9" creationId="{B57A053D-E81A-4779-ABE3-57482BAF17CC}"/>
          </ac:spMkLst>
        </pc:spChg>
        <pc:spChg chg="add mod">
          <ac:chgData name="Josué Silva de Morais" userId="f406c2cd-edfc-4057-be10-75858098c663" providerId="ADAL" clId="{A1824FC7-00A9-4708-B7FB-71BF84356830}" dt="2026-05-11T15:43:26.698" v="6860"/>
          <ac:spMkLst>
            <pc:docMk/>
            <pc:sldMk cId="1393090141" sldId="291"/>
            <ac:spMk id="10" creationId="{9BB0454D-0474-4488-8BCC-4743E86C57DE}"/>
          </ac:spMkLst>
        </pc:spChg>
        <pc:spChg chg="add mod">
          <ac:chgData name="Josué Silva de Morais" userId="f406c2cd-edfc-4057-be10-75858098c663" providerId="ADAL" clId="{A1824FC7-00A9-4708-B7FB-71BF84356830}" dt="2026-05-11T15:43:26.702" v="6864"/>
          <ac:spMkLst>
            <pc:docMk/>
            <pc:sldMk cId="1393090141" sldId="291"/>
            <ac:spMk id="11" creationId="{132641D5-B20A-4F91-B8D5-69A145AD7106}"/>
          </ac:spMkLst>
        </pc:spChg>
        <pc:spChg chg="add mod">
          <ac:chgData name="Josué Silva de Morais" userId="f406c2cd-edfc-4057-be10-75858098c663" providerId="ADAL" clId="{A1824FC7-00A9-4708-B7FB-71BF84356830}" dt="2026-05-11T15:43:26.712" v="6871"/>
          <ac:spMkLst>
            <pc:docMk/>
            <pc:sldMk cId="1393090141" sldId="291"/>
            <ac:spMk id="12" creationId="{BD85637E-D2F1-4E08-B091-C2DDB73E7920}"/>
          </ac:spMkLst>
        </pc:spChg>
        <pc:spChg chg="add mod">
          <ac:chgData name="Josué Silva de Morais" userId="f406c2cd-edfc-4057-be10-75858098c663" providerId="ADAL" clId="{A1824FC7-00A9-4708-B7FB-71BF84356830}" dt="2026-05-11T15:43:26.715" v="6874"/>
          <ac:spMkLst>
            <pc:docMk/>
            <pc:sldMk cId="1393090141" sldId="291"/>
            <ac:spMk id="13" creationId="{D4CB93D7-8F17-4B39-80FE-20707CC492C0}"/>
          </ac:spMkLst>
        </pc:spChg>
        <pc:spChg chg="add mod">
          <ac:chgData name="Josué Silva de Morais" userId="f406c2cd-edfc-4057-be10-75858098c663" providerId="ADAL" clId="{A1824FC7-00A9-4708-B7FB-71BF84356830}" dt="2026-05-11T15:43:26.723" v="6880"/>
          <ac:spMkLst>
            <pc:docMk/>
            <pc:sldMk cId="1393090141" sldId="291"/>
            <ac:spMk id="14" creationId="{6DFFB0DB-9CC4-4E82-955B-47236745738D}"/>
          </ac:spMkLst>
        </pc:spChg>
        <pc:spChg chg="add mod">
          <ac:chgData name="Josué Silva de Morais" userId="f406c2cd-edfc-4057-be10-75858098c663" providerId="ADAL" clId="{A1824FC7-00A9-4708-B7FB-71BF84356830}" dt="2026-05-11T15:43:26.727" v="6883"/>
          <ac:spMkLst>
            <pc:docMk/>
            <pc:sldMk cId="1393090141" sldId="291"/>
            <ac:spMk id="15" creationId="{DF6E6B98-DAF5-40F3-8320-92912DF9DA32}"/>
          </ac:spMkLst>
        </pc:spChg>
        <pc:spChg chg="add mod">
          <ac:chgData name="Josué Silva de Morais" userId="f406c2cd-edfc-4057-be10-75858098c663" providerId="ADAL" clId="{A1824FC7-00A9-4708-B7FB-71BF84356830}" dt="2026-05-11T15:43:26.737" v="6890"/>
          <ac:spMkLst>
            <pc:docMk/>
            <pc:sldMk cId="1393090141" sldId="291"/>
            <ac:spMk id="16" creationId="{8A61C9CE-C6FB-48D3-9B72-5AF953EEE0A9}"/>
          </ac:spMkLst>
        </pc:spChg>
        <pc:spChg chg="add mod">
          <ac:chgData name="Josué Silva de Morais" userId="f406c2cd-edfc-4057-be10-75858098c663" providerId="ADAL" clId="{A1824FC7-00A9-4708-B7FB-71BF84356830}" dt="2026-05-11T15:43:26.746" v="6896"/>
          <ac:spMkLst>
            <pc:docMk/>
            <pc:sldMk cId="1393090141" sldId="291"/>
            <ac:spMk id="17" creationId="{87E06268-9B3D-4886-8F25-8C72AA235547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3:57.804" v="6986"/>
        <pc:sldMkLst>
          <pc:docMk/>
          <pc:sldMk cId="1672630069" sldId="292"/>
        </pc:sldMkLst>
        <pc:spChg chg="add mod">
          <ac:chgData name="Josué Silva de Morais" userId="f406c2cd-edfc-4057-be10-75858098c663" providerId="ADAL" clId="{A1824FC7-00A9-4708-B7FB-71BF84356830}" dt="2026-05-11T15:43:57.694" v="6900"/>
          <ac:spMkLst>
            <pc:docMk/>
            <pc:sldMk cId="1672630069" sldId="292"/>
            <ac:spMk id="2" creationId="{C3B542E8-2C7B-482A-BF96-D69C5551D4AE}"/>
          </ac:spMkLst>
        </pc:spChg>
        <pc:spChg chg="add mod">
          <ac:chgData name="Josué Silva de Morais" userId="f406c2cd-edfc-4057-be10-75858098c663" providerId="ADAL" clId="{A1824FC7-00A9-4708-B7FB-71BF84356830}" dt="2026-05-11T15:43:57.698" v="6903"/>
          <ac:spMkLst>
            <pc:docMk/>
            <pc:sldMk cId="1672630069" sldId="292"/>
            <ac:spMk id="3" creationId="{3D72DDED-0A2F-4AEE-9C8F-F5D20C775B8E}"/>
          </ac:spMkLst>
        </pc:spChg>
        <pc:spChg chg="add mod">
          <ac:chgData name="Josué Silva de Morais" userId="f406c2cd-edfc-4057-be10-75858098c663" providerId="ADAL" clId="{A1824FC7-00A9-4708-B7FB-71BF84356830}" dt="2026-05-11T15:43:57.702" v="6906"/>
          <ac:spMkLst>
            <pc:docMk/>
            <pc:sldMk cId="1672630069" sldId="292"/>
            <ac:spMk id="4" creationId="{F2CEDEC4-885F-4288-A53C-3DD723084F01}"/>
          </ac:spMkLst>
        </pc:spChg>
        <pc:spChg chg="add mod">
          <ac:chgData name="Josué Silva de Morais" userId="f406c2cd-edfc-4057-be10-75858098c663" providerId="ADAL" clId="{A1824FC7-00A9-4708-B7FB-71BF84356830}" dt="2026-05-11T15:43:57.711" v="6913"/>
          <ac:spMkLst>
            <pc:docMk/>
            <pc:sldMk cId="1672630069" sldId="292"/>
            <ac:spMk id="5" creationId="{9EE85909-8721-486D-A865-749084106537}"/>
          </ac:spMkLst>
        </pc:spChg>
        <pc:spChg chg="add mod">
          <ac:chgData name="Josué Silva de Morais" userId="f406c2cd-edfc-4057-be10-75858098c663" providerId="ADAL" clId="{A1824FC7-00A9-4708-B7FB-71BF84356830}" dt="2026-05-11T15:43:57.719" v="6920"/>
          <ac:spMkLst>
            <pc:docMk/>
            <pc:sldMk cId="1672630069" sldId="292"/>
            <ac:spMk id="6" creationId="{421D5485-C617-4BAB-9642-ECEBBC4C6ABF}"/>
          </ac:spMkLst>
        </pc:spChg>
        <pc:spChg chg="add mod">
          <ac:chgData name="Josué Silva de Morais" userId="f406c2cd-edfc-4057-be10-75858098c663" providerId="ADAL" clId="{A1824FC7-00A9-4708-B7FB-71BF84356830}" dt="2026-05-11T15:43:57.727" v="6927"/>
          <ac:spMkLst>
            <pc:docMk/>
            <pc:sldMk cId="1672630069" sldId="292"/>
            <ac:spMk id="7" creationId="{7423489A-F63F-4043-A8D9-E932C7B7193C}"/>
          </ac:spMkLst>
        </pc:spChg>
        <pc:spChg chg="add mod">
          <ac:chgData name="Josué Silva de Morais" userId="f406c2cd-edfc-4057-be10-75858098c663" providerId="ADAL" clId="{A1824FC7-00A9-4708-B7FB-71BF84356830}" dt="2026-05-11T15:43:57.733" v="6933"/>
          <ac:spMkLst>
            <pc:docMk/>
            <pc:sldMk cId="1672630069" sldId="292"/>
            <ac:spMk id="8" creationId="{1D8D365D-BFD8-4700-85A0-E31E69433A70}"/>
          </ac:spMkLst>
        </pc:spChg>
        <pc:spChg chg="add mod">
          <ac:chgData name="Josué Silva de Morais" userId="f406c2cd-edfc-4057-be10-75858098c663" providerId="ADAL" clId="{A1824FC7-00A9-4708-B7FB-71BF84356830}" dt="2026-05-11T15:43:57.739" v="6936"/>
          <ac:spMkLst>
            <pc:docMk/>
            <pc:sldMk cId="1672630069" sldId="292"/>
            <ac:spMk id="9" creationId="{8740943C-C9F6-4F3F-808F-E838EB61F181}"/>
          </ac:spMkLst>
        </pc:spChg>
        <pc:spChg chg="add mod">
          <ac:chgData name="Josué Silva de Morais" userId="f406c2cd-edfc-4057-be10-75858098c663" providerId="ADAL" clId="{A1824FC7-00A9-4708-B7FB-71BF84356830}" dt="2026-05-11T15:43:57.754" v="6947"/>
          <ac:spMkLst>
            <pc:docMk/>
            <pc:sldMk cId="1672630069" sldId="292"/>
            <ac:spMk id="10" creationId="{2D980CA5-D278-421F-BBFF-17FD56C50B93}"/>
          </ac:spMkLst>
        </pc:spChg>
        <pc:spChg chg="add mod">
          <ac:chgData name="Josué Silva de Morais" userId="f406c2cd-edfc-4057-be10-75858098c663" providerId="ADAL" clId="{A1824FC7-00A9-4708-B7FB-71BF84356830}" dt="2026-05-11T15:43:57.767" v="6958"/>
          <ac:spMkLst>
            <pc:docMk/>
            <pc:sldMk cId="1672630069" sldId="292"/>
            <ac:spMk id="11" creationId="{99E2E000-25E9-43AD-B489-9BE0763481E2}"/>
          </ac:spMkLst>
        </pc:spChg>
        <pc:spChg chg="add mod">
          <ac:chgData name="Josué Silva de Morais" userId="f406c2cd-edfc-4057-be10-75858098c663" providerId="ADAL" clId="{A1824FC7-00A9-4708-B7FB-71BF84356830}" dt="2026-05-11T15:43:57.780" v="6969"/>
          <ac:spMkLst>
            <pc:docMk/>
            <pc:sldMk cId="1672630069" sldId="292"/>
            <ac:spMk id="12" creationId="{FD646D85-A9F1-4C95-A03E-E92C17AE41B0}"/>
          </ac:spMkLst>
        </pc:spChg>
        <pc:spChg chg="add mod">
          <ac:chgData name="Josué Silva de Morais" userId="f406c2cd-edfc-4057-be10-75858098c663" providerId="ADAL" clId="{A1824FC7-00A9-4708-B7FB-71BF84356830}" dt="2026-05-11T15:43:57.795" v="6980"/>
          <ac:spMkLst>
            <pc:docMk/>
            <pc:sldMk cId="1672630069" sldId="292"/>
            <ac:spMk id="13" creationId="{5C88465C-F1F9-4846-96B3-23CC8CA87016}"/>
          </ac:spMkLst>
        </pc:spChg>
        <pc:spChg chg="add mod">
          <ac:chgData name="Josué Silva de Morais" userId="f406c2cd-edfc-4057-be10-75858098c663" providerId="ADAL" clId="{A1824FC7-00A9-4708-B7FB-71BF84356830}" dt="2026-05-11T15:43:57.804" v="6986"/>
          <ac:spMkLst>
            <pc:docMk/>
            <pc:sldMk cId="1672630069" sldId="292"/>
            <ac:spMk id="14" creationId="{5AAE85FE-7A9B-45AC-B477-3F64B24E066F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4:01.217" v="11383" actId="122"/>
        <pc:sldMkLst>
          <pc:docMk/>
          <pc:sldMk cId="1830555242" sldId="293"/>
        </pc:sldMkLst>
        <pc:spChg chg="add mod">
          <ac:chgData name="Josué Silva de Morais" userId="f406c2cd-edfc-4057-be10-75858098c663" providerId="ADAL" clId="{A1824FC7-00A9-4708-B7FB-71BF84356830}" dt="2026-05-11T15:44:32.334" v="6990"/>
          <ac:spMkLst>
            <pc:docMk/>
            <pc:sldMk cId="1830555242" sldId="293"/>
            <ac:spMk id="2" creationId="{BA5907FA-4532-4F03-8734-C5F5DA59AD2A}"/>
          </ac:spMkLst>
        </pc:spChg>
        <pc:spChg chg="add mod">
          <ac:chgData name="Josué Silva de Morais" userId="f406c2cd-edfc-4057-be10-75858098c663" providerId="ADAL" clId="{A1824FC7-00A9-4708-B7FB-71BF84356830}" dt="2026-05-11T15:44:32.342" v="6997"/>
          <ac:spMkLst>
            <pc:docMk/>
            <pc:sldMk cId="1830555242" sldId="293"/>
            <ac:spMk id="3" creationId="{59AAB50B-7480-4404-B86C-0B184C8D7F4D}"/>
          </ac:spMkLst>
        </pc:spChg>
        <pc:spChg chg="add mod">
          <ac:chgData name="Josué Silva de Morais" userId="f406c2cd-edfc-4057-be10-75858098c663" providerId="ADAL" clId="{A1824FC7-00A9-4708-B7FB-71BF84356830}" dt="2026-05-11T15:44:32.351" v="7003"/>
          <ac:spMkLst>
            <pc:docMk/>
            <pc:sldMk cId="1830555242" sldId="293"/>
            <ac:spMk id="4" creationId="{911E39BE-6B96-4FF3-832F-9630F7E54BED}"/>
          </ac:spMkLst>
        </pc:spChg>
        <pc:spChg chg="add mod">
          <ac:chgData name="Josué Silva de Morais" userId="f406c2cd-edfc-4057-be10-75858098c663" providerId="ADAL" clId="{A1824FC7-00A9-4708-B7FB-71BF84356830}" dt="2026-05-11T15:44:32.355" v="7007"/>
          <ac:spMkLst>
            <pc:docMk/>
            <pc:sldMk cId="1830555242" sldId="293"/>
            <ac:spMk id="5" creationId="{7DCD1EC9-5CDA-446C-BBE6-E8DD0CC3F128}"/>
          </ac:spMkLst>
        </pc:spChg>
        <pc:spChg chg="add mod">
          <ac:chgData name="Josué Silva de Morais" userId="f406c2cd-edfc-4057-be10-75858098c663" providerId="ADAL" clId="{A1824FC7-00A9-4708-B7FB-71BF84356830}" dt="2026-05-11T15:44:32.359" v="7010"/>
          <ac:spMkLst>
            <pc:docMk/>
            <pc:sldMk cId="1830555242" sldId="293"/>
            <ac:spMk id="6" creationId="{0225CB02-CFDE-4515-8079-71AE148265CF}"/>
          </ac:spMkLst>
        </pc:spChg>
        <pc:spChg chg="add mod">
          <ac:chgData name="Josué Silva de Morais" userId="f406c2cd-edfc-4057-be10-75858098c663" providerId="ADAL" clId="{A1824FC7-00A9-4708-B7FB-71BF84356830}" dt="2026-05-11T16:23:58.769" v="11382" actId="122"/>
          <ac:spMkLst>
            <pc:docMk/>
            <pc:sldMk cId="1830555242" sldId="293"/>
            <ac:spMk id="7" creationId="{5505E0E3-E91E-42C3-9A62-F89637317FEA}"/>
          </ac:spMkLst>
        </pc:spChg>
        <pc:spChg chg="add mod">
          <ac:chgData name="Josué Silva de Morais" userId="f406c2cd-edfc-4057-be10-75858098c663" providerId="ADAL" clId="{A1824FC7-00A9-4708-B7FB-71BF84356830}" dt="2026-05-11T16:24:01.217" v="11383" actId="122"/>
          <ac:spMkLst>
            <pc:docMk/>
            <pc:sldMk cId="1830555242" sldId="293"/>
            <ac:spMk id="8" creationId="{0D0A6A62-3F26-4767-8255-61B5507C13CC}"/>
          </ac:spMkLst>
        </pc:spChg>
        <pc:spChg chg="add mod">
          <ac:chgData name="Josué Silva de Morais" userId="f406c2cd-edfc-4057-be10-75858098c663" providerId="ADAL" clId="{A1824FC7-00A9-4708-B7FB-71BF84356830}" dt="2026-05-11T15:44:32.376" v="7024"/>
          <ac:spMkLst>
            <pc:docMk/>
            <pc:sldMk cId="1830555242" sldId="293"/>
            <ac:spMk id="9" creationId="{611AB029-AD7B-4118-953F-4E7DAF259A3C}"/>
          </ac:spMkLst>
        </pc:spChg>
        <pc:spChg chg="add mod">
          <ac:chgData name="Josué Silva de Morais" userId="f406c2cd-edfc-4057-be10-75858098c663" providerId="ADAL" clId="{A1824FC7-00A9-4708-B7FB-71BF84356830}" dt="2026-05-11T15:44:32.381" v="7028"/>
          <ac:spMkLst>
            <pc:docMk/>
            <pc:sldMk cId="1830555242" sldId="293"/>
            <ac:spMk id="10" creationId="{192D7CA0-D5B8-4095-8C02-83104FFF5E56}"/>
          </ac:spMkLst>
        </pc:spChg>
        <pc:spChg chg="add mod">
          <ac:chgData name="Josué Silva de Morais" userId="f406c2cd-edfc-4057-be10-75858098c663" providerId="ADAL" clId="{A1824FC7-00A9-4708-B7FB-71BF84356830}" dt="2026-05-11T15:44:32.390" v="7035"/>
          <ac:spMkLst>
            <pc:docMk/>
            <pc:sldMk cId="1830555242" sldId="293"/>
            <ac:spMk id="11" creationId="{A425B3F4-7A1B-469A-B5E8-FCFDA6F52C82}"/>
          </ac:spMkLst>
        </pc:spChg>
        <pc:spChg chg="add mod">
          <ac:chgData name="Josué Silva de Morais" userId="f406c2cd-edfc-4057-be10-75858098c663" providerId="ADAL" clId="{A1824FC7-00A9-4708-B7FB-71BF84356830}" dt="2026-05-11T15:44:32.393" v="7038"/>
          <ac:spMkLst>
            <pc:docMk/>
            <pc:sldMk cId="1830555242" sldId="293"/>
            <ac:spMk id="12" creationId="{9247F99E-4C1F-402F-9902-F116C5D8664D}"/>
          </ac:spMkLst>
        </pc:spChg>
        <pc:spChg chg="add mod">
          <ac:chgData name="Josué Silva de Morais" userId="f406c2cd-edfc-4057-be10-75858098c663" providerId="ADAL" clId="{A1824FC7-00A9-4708-B7FB-71BF84356830}" dt="2026-05-11T15:44:32.397" v="7041"/>
          <ac:spMkLst>
            <pc:docMk/>
            <pc:sldMk cId="1830555242" sldId="293"/>
            <ac:spMk id="13" creationId="{66996247-EBB4-4668-8D1D-A7F75B777C1E}"/>
          </ac:spMkLst>
        </pc:spChg>
        <pc:spChg chg="add mod">
          <ac:chgData name="Josué Silva de Morais" userId="f406c2cd-edfc-4057-be10-75858098c663" providerId="ADAL" clId="{A1824FC7-00A9-4708-B7FB-71BF84356830}" dt="2026-05-11T15:44:32.403" v="7044"/>
          <ac:spMkLst>
            <pc:docMk/>
            <pc:sldMk cId="1830555242" sldId="293"/>
            <ac:spMk id="14" creationId="{D0544880-E94A-459C-BC16-7196C80E75D8}"/>
          </ac:spMkLst>
        </pc:spChg>
        <pc:spChg chg="add mod">
          <ac:chgData name="Josué Silva de Morais" userId="f406c2cd-edfc-4057-be10-75858098c663" providerId="ADAL" clId="{A1824FC7-00A9-4708-B7FB-71BF84356830}" dt="2026-05-11T15:44:32.407" v="7047"/>
          <ac:spMkLst>
            <pc:docMk/>
            <pc:sldMk cId="1830555242" sldId="293"/>
            <ac:spMk id="15" creationId="{9FE248BE-F59F-4EA4-ABAD-6F9F7C4925B0}"/>
          </ac:spMkLst>
        </pc:spChg>
        <pc:spChg chg="add mod">
          <ac:chgData name="Josué Silva de Morais" userId="f406c2cd-edfc-4057-be10-75858098c663" providerId="ADAL" clId="{A1824FC7-00A9-4708-B7FB-71BF84356830}" dt="2026-05-11T15:44:32.410" v="7050"/>
          <ac:spMkLst>
            <pc:docMk/>
            <pc:sldMk cId="1830555242" sldId="293"/>
            <ac:spMk id="16" creationId="{13A85F4E-D41E-48B3-931C-995E27F42769}"/>
          </ac:spMkLst>
        </pc:spChg>
        <pc:spChg chg="add mod">
          <ac:chgData name="Josué Silva de Morais" userId="f406c2cd-edfc-4057-be10-75858098c663" providerId="ADAL" clId="{A1824FC7-00A9-4708-B7FB-71BF84356830}" dt="2026-05-11T15:44:32.413" v="7053"/>
          <ac:spMkLst>
            <pc:docMk/>
            <pc:sldMk cId="1830555242" sldId="293"/>
            <ac:spMk id="17" creationId="{E4714C1F-6F3B-4EDD-BD16-EA8E3E996F03}"/>
          </ac:spMkLst>
        </pc:spChg>
        <pc:spChg chg="add mod">
          <ac:chgData name="Josué Silva de Morais" userId="f406c2cd-edfc-4057-be10-75858098c663" providerId="ADAL" clId="{A1824FC7-00A9-4708-B7FB-71BF84356830}" dt="2026-05-11T15:44:32.417" v="7056"/>
          <ac:spMkLst>
            <pc:docMk/>
            <pc:sldMk cId="1830555242" sldId="293"/>
            <ac:spMk id="18" creationId="{690B68ED-A25E-44C1-AEDB-E697900E63A7}"/>
          </ac:spMkLst>
        </pc:spChg>
        <pc:spChg chg="add mod">
          <ac:chgData name="Josué Silva de Morais" userId="f406c2cd-edfc-4057-be10-75858098c663" providerId="ADAL" clId="{A1824FC7-00A9-4708-B7FB-71BF84356830}" dt="2026-05-11T15:44:32.421" v="7059"/>
          <ac:spMkLst>
            <pc:docMk/>
            <pc:sldMk cId="1830555242" sldId="293"/>
            <ac:spMk id="19" creationId="{37057EA3-BB28-4096-BCF4-6F6BFA87CC7A}"/>
          </ac:spMkLst>
        </pc:spChg>
        <pc:spChg chg="add mod">
          <ac:chgData name="Josué Silva de Morais" userId="f406c2cd-edfc-4057-be10-75858098c663" providerId="ADAL" clId="{A1824FC7-00A9-4708-B7FB-71BF84356830}" dt="2026-05-11T15:44:32.424" v="7062"/>
          <ac:spMkLst>
            <pc:docMk/>
            <pc:sldMk cId="1830555242" sldId="293"/>
            <ac:spMk id="20" creationId="{BE8956AC-999E-4D04-B1EF-6497A1650C97}"/>
          </ac:spMkLst>
        </pc:spChg>
        <pc:spChg chg="add mod">
          <ac:chgData name="Josué Silva de Morais" userId="f406c2cd-edfc-4057-be10-75858098c663" providerId="ADAL" clId="{A1824FC7-00A9-4708-B7FB-71BF84356830}" dt="2026-05-11T15:44:32.426" v="7065"/>
          <ac:spMkLst>
            <pc:docMk/>
            <pc:sldMk cId="1830555242" sldId="293"/>
            <ac:spMk id="21" creationId="{B4241991-0A4A-4BD9-ACC6-36D64C1D03D1}"/>
          </ac:spMkLst>
        </pc:spChg>
        <pc:spChg chg="add mod">
          <ac:chgData name="Josué Silva de Morais" userId="f406c2cd-edfc-4057-be10-75858098c663" providerId="ADAL" clId="{A1824FC7-00A9-4708-B7FB-71BF84356830}" dt="2026-05-11T15:44:32.428" v="7068"/>
          <ac:spMkLst>
            <pc:docMk/>
            <pc:sldMk cId="1830555242" sldId="293"/>
            <ac:spMk id="22" creationId="{141FE84F-34ED-4A0A-9A9D-7DF600AE003A}"/>
          </ac:spMkLst>
        </pc:spChg>
        <pc:spChg chg="add mod">
          <ac:chgData name="Josué Silva de Morais" userId="f406c2cd-edfc-4057-be10-75858098c663" providerId="ADAL" clId="{A1824FC7-00A9-4708-B7FB-71BF84356830}" dt="2026-05-11T15:44:32.433" v="7071"/>
          <ac:spMkLst>
            <pc:docMk/>
            <pc:sldMk cId="1830555242" sldId="293"/>
            <ac:spMk id="23" creationId="{85C41E6E-C881-4FE2-A65C-C83F81011510}"/>
          </ac:spMkLst>
        </pc:spChg>
        <pc:spChg chg="add mod">
          <ac:chgData name="Josué Silva de Morais" userId="f406c2cd-edfc-4057-be10-75858098c663" providerId="ADAL" clId="{A1824FC7-00A9-4708-B7FB-71BF84356830}" dt="2026-05-11T15:44:32.436" v="7074"/>
          <ac:spMkLst>
            <pc:docMk/>
            <pc:sldMk cId="1830555242" sldId="293"/>
            <ac:spMk id="24" creationId="{A3EA7D3D-98C0-4804-9005-11027E54D0BD}"/>
          </ac:spMkLst>
        </pc:spChg>
        <pc:spChg chg="add mod">
          <ac:chgData name="Josué Silva de Morais" userId="f406c2cd-edfc-4057-be10-75858098c663" providerId="ADAL" clId="{A1824FC7-00A9-4708-B7FB-71BF84356830}" dt="2026-05-11T15:44:32.440" v="7077"/>
          <ac:spMkLst>
            <pc:docMk/>
            <pc:sldMk cId="1830555242" sldId="293"/>
            <ac:spMk id="25" creationId="{EC7347E1-D41F-4FB5-9332-B03F146FBCFE}"/>
          </ac:spMkLst>
        </pc:spChg>
        <pc:spChg chg="add mod">
          <ac:chgData name="Josué Silva de Morais" userId="f406c2cd-edfc-4057-be10-75858098c663" providerId="ADAL" clId="{A1824FC7-00A9-4708-B7FB-71BF84356830}" dt="2026-05-11T15:44:32.444" v="7080"/>
          <ac:spMkLst>
            <pc:docMk/>
            <pc:sldMk cId="1830555242" sldId="293"/>
            <ac:spMk id="26" creationId="{0C543BA8-EBEC-4F25-AC29-7A4226354976}"/>
          </ac:spMkLst>
        </pc:spChg>
        <pc:spChg chg="add mod">
          <ac:chgData name="Josué Silva de Morais" userId="f406c2cd-edfc-4057-be10-75858098c663" providerId="ADAL" clId="{A1824FC7-00A9-4708-B7FB-71BF84356830}" dt="2026-05-11T15:44:32.449" v="7083"/>
          <ac:spMkLst>
            <pc:docMk/>
            <pc:sldMk cId="1830555242" sldId="293"/>
            <ac:spMk id="27" creationId="{84F69DCB-257C-475C-9ED4-6E354753CD4D}"/>
          </ac:spMkLst>
        </pc:spChg>
        <pc:spChg chg="add mod">
          <ac:chgData name="Josué Silva de Morais" userId="f406c2cd-edfc-4057-be10-75858098c663" providerId="ADAL" clId="{A1824FC7-00A9-4708-B7FB-71BF84356830}" dt="2026-05-11T15:44:32.451" v="7086"/>
          <ac:spMkLst>
            <pc:docMk/>
            <pc:sldMk cId="1830555242" sldId="293"/>
            <ac:spMk id="28" creationId="{BAAC74B9-A039-42B3-98FF-DBC29878A05A}"/>
          </ac:spMkLst>
        </pc:spChg>
        <pc:spChg chg="add mod">
          <ac:chgData name="Josué Silva de Morais" userId="f406c2cd-edfc-4057-be10-75858098c663" providerId="ADAL" clId="{A1824FC7-00A9-4708-B7FB-71BF84356830}" dt="2026-05-11T15:44:32.454" v="7089"/>
          <ac:spMkLst>
            <pc:docMk/>
            <pc:sldMk cId="1830555242" sldId="293"/>
            <ac:spMk id="29" creationId="{5923422D-B286-4E19-9171-3C3F76585E5C}"/>
          </ac:spMkLst>
        </pc:spChg>
        <pc:spChg chg="add mod">
          <ac:chgData name="Josué Silva de Morais" userId="f406c2cd-edfc-4057-be10-75858098c663" providerId="ADAL" clId="{A1824FC7-00A9-4708-B7FB-71BF84356830}" dt="2026-05-11T15:44:32.456" v="7092"/>
          <ac:spMkLst>
            <pc:docMk/>
            <pc:sldMk cId="1830555242" sldId="293"/>
            <ac:spMk id="30" creationId="{B9500D15-DDCF-428B-9144-B270BBFDCC04}"/>
          </ac:spMkLst>
        </pc:spChg>
        <pc:spChg chg="add mod">
          <ac:chgData name="Josué Silva de Morais" userId="f406c2cd-edfc-4057-be10-75858098c663" providerId="ADAL" clId="{A1824FC7-00A9-4708-B7FB-71BF84356830}" dt="2026-05-11T15:44:32.459" v="7095"/>
          <ac:spMkLst>
            <pc:docMk/>
            <pc:sldMk cId="1830555242" sldId="293"/>
            <ac:spMk id="31" creationId="{65A03D8F-1BC8-428A-8941-7372F264A67B}"/>
          </ac:spMkLst>
        </pc:spChg>
        <pc:spChg chg="add mod">
          <ac:chgData name="Josué Silva de Morais" userId="f406c2cd-edfc-4057-be10-75858098c663" providerId="ADAL" clId="{A1824FC7-00A9-4708-B7FB-71BF84356830}" dt="2026-05-11T15:44:32.461" v="7098"/>
          <ac:spMkLst>
            <pc:docMk/>
            <pc:sldMk cId="1830555242" sldId="293"/>
            <ac:spMk id="32" creationId="{01E26942-454A-4807-9292-F02EEB4CC944}"/>
          </ac:spMkLst>
        </pc:spChg>
        <pc:spChg chg="add mod">
          <ac:chgData name="Josué Silva de Morais" userId="f406c2cd-edfc-4057-be10-75858098c663" providerId="ADAL" clId="{A1824FC7-00A9-4708-B7FB-71BF84356830}" dt="2026-05-11T15:44:32.467" v="7101"/>
          <ac:spMkLst>
            <pc:docMk/>
            <pc:sldMk cId="1830555242" sldId="293"/>
            <ac:spMk id="33" creationId="{A047376F-34B3-4593-B1A1-1247F986EDD8}"/>
          </ac:spMkLst>
        </pc:spChg>
        <pc:spChg chg="add mod">
          <ac:chgData name="Josué Silva de Morais" userId="f406c2cd-edfc-4057-be10-75858098c663" providerId="ADAL" clId="{A1824FC7-00A9-4708-B7FB-71BF84356830}" dt="2026-05-11T15:44:32.474" v="7104"/>
          <ac:spMkLst>
            <pc:docMk/>
            <pc:sldMk cId="1830555242" sldId="293"/>
            <ac:spMk id="34" creationId="{DF8AD472-45AE-4603-A392-D777EAFBF86D}"/>
          </ac:spMkLst>
        </pc:spChg>
        <pc:spChg chg="add mod">
          <ac:chgData name="Josué Silva de Morais" userId="f406c2cd-edfc-4057-be10-75858098c663" providerId="ADAL" clId="{A1824FC7-00A9-4708-B7FB-71BF84356830}" dt="2026-05-11T15:44:32.479" v="7107"/>
          <ac:spMkLst>
            <pc:docMk/>
            <pc:sldMk cId="1830555242" sldId="293"/>
            <ac:spMk id="35" creationId="{6D9E8A26-0C05-44D9-AB74-C2FC7EFED5B3}"/>
          </ac:spMkLst>
        </pc:spChg>
        <pc:spChg chg="add mod">
          <ac:chgData name="Josué Silva de Morais" userId="f406c2cd-edfc-4057-be10-75858098c663" providerId="ADAL" clId="{A1824FC7-00A9-4708-B7FB-71BF84356830}" dt="2026-05-11T15:44:32.485" v="7110"/>
          <ac:spMkLst>
            <pc:docMk/>
            <pc:sldMk cId="1830555242" sldId="293"/>
            <ac:spMk id="36" creationId="{46D81343-4DF9-4D7E-AFC5-1CD7025C203D}"/>
          </ac:spMkLst>
        </pc:spChg>
        <pc:spChg chg="add mod">
          <ac:chgData name="Josué Silva de Morais" userId="f406c2cd-edfc-4057-be10-75858098c663" providerId="ADAL" clId="{A1824FC7-00A9-4708-B7FB-71BF84356830}" dt="2026-05-11T15:44:32.488" v="7113"/>
          <ac:spMkLst>
            <pc:docMk/>
            <pc:sldMk cId="1830555242" sldId="293"/>
            <ac:spMk id="37" creationId="{20F52622-AE45-47FB-B896-6C8AD7824864}"/>
          </ac:spMkLst>
        </pc:spChg>
        <pc:spChg chg="add mod">
          <ac:chgData name="Josué Silva de Morais" userId="f406c2cd-edfc-4057-be10-75858098c663" providerId="ADAL" clId="{A1824FC7-00A9-4708-B7FB-71BF84356830}" dt="2026-05-11T15:44:32.490" v="7116"/>
          <ac:spMkLst>
            <pc:docMk/>
            <pc:sldMk cId="1830555242" sldId="293"/>
            <ac:spMk id="38" creationId="{1B91E484-AB1E-4F8E-ACFD-BB6E97CAB951}"/>
          </ac:spMkLst>
        </pc:spChg>
        <pc:spChg chg="add mod">
          <ac:chgData name="Josué Silva de Morais" userId="f406c2cd-edfc-4057-be10-75858098c663" providerId="ADAL" clId="{A1824FC7-00A9-4708-B7FB-71BF84356830}" dt="2026-05-11T15:44:32.493" v="7119"/>
          <ac:spMkLst>
            <pc:docMk/>
            <pc:sldMk cId="1830555242" sldId="293"/>
            <ac:spMk id="39" creationId="{55BBAE67-225C-4525-8910-2F566F20178E}"/>
          </ac:spMkLst>
        </pc:spChg>
        <pc:spChg chg="add mod">
          <ac:chgData name="Josué Silva de Morais" userId="f406c2cd-edfc-4057-be10-75858098c663" providerId="ADAL" clId="{A1824FC7-00A9-4708-B7FB-71BF84356830}" dt="2026-05-11T15:44:32.497" v="7122"/>
          <ac:spMkLst>
            <pc:docMk/>
            <pc:sldMk cId="1830555242" sldId="293"/>
            <ac:spMk id="40" creationId="{DF3BBEA2-18AC-4A0C-883E-98F56B018048}"/>
          </ac:spMkLst>
        </pc:spChg>
        <pc:spChg chg="add mod">
          <ac:chgData name="Josué Silva de Morais" userId="f406c2cd-edfc-4057-be10-75858098c663" providerId="ADAL" clId="{A1824FC7-00A9-4708-B7FB-71BF84356830}" dt="2026-05-11T15:44:32.501" v="7125"/>
          <ac:spMkLst>
            <pc:docMk/>
            <pc:sldMk cId="1830555242" sldId="293"/>
            <ac:spMk id="41" creationId="{2F08C0C0-A470-48E5-BD0E-B02C10D8EC03}"/>
          </ac:spMkLst>
        </pc:spChg>
        <pc:spChg chg="add mod">
          <ac:chgData name="Josué Silva de Morais" userId="f406c2cd-edfc-4057-be10-75858098c663" providerId="ADAL" clId="{A1824FC7-00A9-4708-B7FB-71BF84356830}" dt="2026-05-11T15:44:32.504" v="7128"/>
          <ac:spMkLst>
            <pc:docMk/>
            <pc:sldMk cId="1830555242" sldId="293"/>
            <ac:spMk id="42" creationId="{53225ABC-9D7C-4147-99D5-89453048F514}"/>
          </ac:spMkLst>
        </pc:spChg>
        <pc:spChg chg="add mod">
          <ac:chgData name="Josué Silva de Morais" userId="f406c2cd-edfc-4057-be10-75858098c663" providerId="ADAL" clId="{A1824FC7-00A9-4708-B7FB-71BF84356830}" dt="2026-05-11T15:44:32.507" v="7131"/>
          <ac:spMkLst>
            <pc:docMk/>
            <pc:sldMk cId="1830555242" sldId="293"/>
            <ac:spMk id="43" creationId="{50756430-A9A2-4E41-B1CE-85D3719D0E4E}"/>
          </ac:spMkLst>
        </pc:spChg>
        <pc:spChg chg="add mod">
          <ac:chgData name="Josué Silva de Morais" userId="f406c2cd-edfc-4057-be10-75858098c663" providerId="ADAL" clId="{A1824FC7-00A9-4708-B7FB-71BF84356830}" dt="2026-05-11T15:44:32.509" v="7134"/>
          <ac:spMkLst>
            <pc:docMk/>
            <pc:sldMk cId="1830555242" sldId="293"/>
            <ac:spMk id="44" creationId="{211B3E51-E796-4C46-8083-F1E60BFBBD5E}"/>
          </ac:spMkLst>
        </pc:spChg>
        <pc:spChg chg="add mod">
          <ac:chgData name="Josué Silva de Morais" userId="f406c2cd-edfc-4057-be10-75858098c663" providerId="ADAL" clId="{A1824FC7-00A9-4708-B7FB-71BF84356830}" dt="2026-05-11T15:44:32.514" v="7137"/>
          <ac:spMkLst>
            <pc:docMk/>
            <pc:sldMk cId="1830555242" sldId="293"/>
            <ac:spMk id="45" creationId="{72B92C4A-B749-442C-B6F0-DECCDD4E7826}"/>
          </ac:spMkLst>
        </pc:spChg>
        <pc:spChg chg="add mod">
          <ac:chgData name="Josué Silva de Morais" userId="f406c2cd-edfc-4057-be10-75858098c663" providerId="ADAL" clId="{A1824FC7-00A9-4708-B7FB-71BF84356830}" dt="2026-05-11T15:44:32.517" v="7140"/>
          <ac:spMkLst>
            <pc:docMk/>
            <pc:sldMk cId="1830555242" sldId="293"/>
            <ac:spMk id="46" creationId="{F13F7FC3-253B-4337-BBAD-CDFEDE5AF685}"/>
          </ac:spMkLst>
        </pc:spChg>
        <pc:spChg chg="add mod">
          <ac:chgData name="Josué Silva de Morais" userId="f406c2cd-edfc-4057-be10-75858098c663" providerId="ADAL" clId="{A1824FC7-00A9-4708-B7FB-71BF84356830}" dt="2026-05-11T15:44:32.520" v="7143"/>
          <ac:spMkLst>
            <pc:docMk/>
            <pc:sldMk cId="1830555242" sldId="293"/>
            <ac:spMk id="47" creationId="{A1B9A013-4699-4F00-82E8-23685B55E691}"/>
          </ac:spMkLst>
        </pc:spChg>
        <pc:spChg chg="add mod">
          <ac:chgData name="Josué Silva de Morais" userId="f406c2cd-edfc-4057-be10-75858098c663" providerId="ADAL" clId="{A1824FC7-00A9-4708-B7FB-71BF84356830}" dt="2026-05-11T15:44:32.523" v="7146"/>
          <ac:spMkLst>
            <pc:docMk/>
            <pc:sldMk cId="1830555242" sldId="293"/>
            <ac:spMk id="48" creationId="{61398C2E-F793-4C24-B154-4088DD19F3B6}"/>
          </ac:spMkLst>
        </pc:spChg>
        <pc:spChg chg="add mod">
          <ac:chgData name="Josué Silva de Morais" userId="f406c2cd-edfc-4057-be10-75858098c663" providerId="ADAL" clId="{A1824FC7-00A9-4708-B7FB-71BF84356830}" dt="2026-05-11T15:44:32.526" v="7149"/>
          <ac:spMkLst>
            <pc:docMk/>
            <pc:sldMk cId="1830555242" sldId="293"/>
            <ac:spMk id="49" creationId="{50A3BC2D-E674-4849-B592-4EFA2F8043DD}"/>
          </ac:spMkLst>
        </pc:spChg>
        <pc:spChg chg="add mod">
          <ac:chgData name="Josué Silva de Morais" userId="f406c2cd-edfc-4057-be10-75858098c663" providerId="ADAL" clId="{A1824FC7-00A9-4708-B7FB-71BF84356830}" dt="2026-05-11T15:44:32.532" v="7152"/>
          <ac:spMkLst>
            <pc:docMk/>
            <pc:sldMk cId="1830555242" sldId="293"/>
            <ac:spMk id="50" creationId="{776710D0-8849-4F93-94DB-9486CB6DE5AF}"/>
          </ac:spMkLst>
        </pc:spChg>
        <pc:spChg chg="add mod">
          <ac:chgData name="Josué Silva de Morais" userId="f406c2cd-edfc-4057-be10-75858098c663" providerId="ADAL" clId="{A1824FC7-00A9-4708-B7FB-71BF84356830}" dt="2026-05-11T15:44:32.535" v="7155"/>
          <ac:spMkLst>
            <pc:docMk/>
            <pc:sldMk cId="1830555242" sldId="293"/>
            <ac:spMk id="51" creationId="{180A87A6-4115-4546-A81E-6E1A722A156E}"/>
          </ac:spMkLst>
        </pc:spChg>
        <pc:spChg chg="add mod">
          <ac:chgData name="Josué Silva de Morais" userId="f406c2cd-edfc-4057-be10-75858098c663" providerId="ADAL" clId="{A1824FC7-00A9-4708-B7FB-71BF84356830}" dt="2026-05-11T15:44:32.538" v="7158"/>
          <ac:spMkLst>
            <pc:docMk/>
            <pc:sldMk cId="1830555242" sldId="293"/>
            <ac:spMk id="52" creationId="{2F086BE0-FE98-4A33-B4EB-24B07DB1AFF1}"/>
          </ac:spMkLst>
        </pc:spChg>
        <pc:spChg chg="add mod">
          <ac:chgData name="Josué Silva de Morais" userId="f406c2cd-edfc-4057-be10-75858098c663" providerId="ADAL" clId="{A1824FC7-00A9-4708-B7FB-71BF84356830}" dt="2026-05-11T15:44:32.542" v="7161"/>
          <ac:spMkLst>
            <pc:docMk/>
            <pc:sldMk cId="1830555242" sldId="293"/>
            <ac:spMk id="53" creationId="{7D281BB4-6F0E-4A5D-A3CA-148E4C2FE5E2}"/>
          </ac:spMkLst>
        </pc:spChg>
        <pc:spChg chg="add mod">
          <ac:chgData name="Josué Silva de Morais" userId="f406c2cd-edfc-4057-be10-75858098c663" providerId="ADAL" clId="{A1824FC7-00A9-4708-B7FB-71BF84356830}" dt="2026-05-11T15:44:32.549" v="7164"/>
          <ac:spMkLst>
            <pc:docMk/>
            <pc:sldMk cId="1830555242" sldId="293"/>
            <ac:spMk id="54" creationId="{D1B061BE-7183-4889-AF84-67BF0609A5F3}"/>
          </ac:spMkLst>
        </pc:spChg>
        <pc:spChg chg="add mod">
          <ac:chgData name="Josué Silva de Morais" userId="f406c2cd-edfc-4057-be10-75858098c663" providerId="ADAL" clId="{A1824FC7-00A9-4708-B7FB-71BF84356830}" dt="2026-05-11T15:44:32.553" v="7167"/>
          <ac:spMkLst>
            <pc:docMk/>
            <pc:sldMk cId="1830555242" sldId="293"/>
            <ac:spMk id="55" creationId="{CDFD1F7F-DD0A-409D-83B1-BC222C13C1B5}"/>
          </ac:spMkLst>
        </pc:spChg>
        <pc:spChg chg="add mod">
          <ac:chgData name="Josué Silva de Morais" userId="f406c2cd-edfc-4057-be10-75858098c663" providerId="ADAL" clId="{A1824FC7-00A9-4708-B7FB-71BF84356830}" dt="2026-05-11T15:44:32.556" v="7170"/>
          <ac:spMkLst>
            <pc:docMk/>
            <pc:sldMk cId="1830555242" sldId="293"/>
            <ac:spMk id="56" creationId="{EC80DB54-3495-48D0-9F4B-7E8D10A3BA7D}"/>
          </ac:spMkLst>
        </pc:spChg>
        <pc:spChg chg="add mod">
          <ac:chgData name="Josué Silva de Morais" userId="f406c2cd-edfc-4057-be10-75858098c663" providerId="ADAL" clId="{A1824FC7-00A9-4708-B7FB-71BF84356830}" dt="2026-05-11T15:44:32.564" v="7176"/>
          <ac:spMkLst>
            <pc:docMk/>
            <pc:sldMk cId="1830555242" sldId="293"/>
            <ac:spMk id="57" creationId="{AC04FA41-1F99-4B1E-85FA-720130156EE6}"/>
          </ac:spMkLst>
        </pc:spChg>
        <pc:spChg chg="add mod">
          <ac:chgData name="Josué Silva de Morais" userId="f406c2cd-edfc-4057-be10-75858098c663" providerId="ADAL" clId="{A1824FC7-00A9-4708-B7FB-71BF84356830}" dt="2026-05-11T15:44:32.570" v="7179"/>
          <ac:spMkLst>
            <pc:docMk/>
            <pc:sldMk cId="1830555242" sldId="293"/>
            <ac:spMk id="58" creationId="{3D4C5F93-5C81-4DB4-8D06-53D4A5AC3600}"/>
          </ac:spMkLst>
        </pc:spChg>
        <pc:spChg chg="add mod">
          <ac:chgData name="Josué Silva de Morais" userId="f406c2cd-edfc-4057-be10-75858098c663" providerId="ADAL" clId="{A1824FC7-00A9-4708-B7FB-71BF84356830}" dt="2026-05-11T15:44:32.575" v="7182"/>
          <ac:spMkLst>
            <pc:docMk/>
            <pc:sldMk cId="1830555242" sldId="293"/>
            <ac:spMk id="59" creationId="{B504066B-9F0B-4C26-ACC5-2C3091DCEDB7}"/>
          </ac:spMkLst>
        </pc:spChg>
        <pc:spChg chg="add mod">
          <ac:chgData name="Josué Silva de Morais" userId="f406c2cd-edfc-4057-be10-75858098c663" providerId="ADAL" clId="{A1824FC7-00A9-4708-B7FB-71BF84356830}" dt="2026-05-11T15:44:32.586" v="7189"/>
          <ac:spMkLst>
            <pc:docMk/>
            <pc:sldMk cId="1830555242" sldId="293"/>
            <ac:spMk id="60" creationId="{B7725423-21F3-4423-9B6A-5DFAE8A3734F}"/>
          </ac:spMkLst>
        </pc:spChg>
        <pc:spChg chg="add mod">
          <ac:chgData name="Josué Silva de Morais" userId="f406c2cd-edfc-4057-be10-75858098c663" providerId="ADAL" clId="{A1824FC7-00A9-4708-B7FB-71BF84356830}" dt="2026-05-11T15:44:32.593" v="7195"/>
          <ac:spMkLst>
            <pc:docMk/>
            <pc:sldMk cId="1830555242" sldId="293"/>
            <ac:spMk id="61" creationId="{A095380B-9607-4FF4-BFB8-54BD1563C30F}"/>
          </ac:spMkLst>
        </pc:spChg>
        <pc:spChg chg="add mod">
          <ac:chgData name="Josué Silva de Morais" userId="f406c2cd-edfc-4057-be10-75858098c663" providerId="ADAL" clId="{A1824FC7-00A9-4708-B7FB-71BF84356830}" dt="2026-05-11T15:44:32.599" v="7199"/>
          <ac:spMkLst>
            <pc:docMk/>
            <pc:sldMk cId="1830555242" sldId="293"/>
            <ac:spMk id="62" creationId="{907DC3E8-AE89-44FF-BF4D-0A6679F20A9E}"/>
          </ac:spMkLst>
        </pc:spChg>
        <pc:spChg chg="add mod">
          <ac:chgData name="Josué Silva de Morais" userId="f406c2cd-edfc-4057-be10-75858098c663" providerId="ADAL" clId="{A1824FC7-00A9-4708-B7FB-71BF84356830}" dt="2026-05-11T15:44:32.602" v="7202"/>
          <ac:spMkLst>
            <pc:docMk/>
            <pc:sldMk cId="1830555242" sldId="293"/>
            <ac:spMk id="63" creationId="{5FC5A70A-F65B-439C-B0C6-BDEF38F828CF}"/>
          </ac:spMkLst>
        </pc:spChg>
        <pc:spChg chg="add mod">
          <ac:chgData name="Josué Silva de Morais" userId="f406c2cd-edfc-4057-be10-75858098c663" providerId="ADAL" clId="{A1824FC7-00A9-4708-B7FB-71BF84356830}" dt="2026-05-11T15:44:32.615" v="7212"/>
          <ac:spMkLst>
            <pc:docMk/>
            <pc:sldMk cId="1830555242" sldId="293"/>
            <ac:spMk id="64" creationId="{47FD6FD5-88AC-4BC8-B8AD-5CD3DA89EDC6}"/>
          </ac:spMkLst>
        </pc:spChg>
        <pc:spChg chg="add mod">
          <ac:chgData name="Josué Silva de Morais" userId="f406c2cd-edfc-4057-be10-75858098c663" providerId="ADAL" clId="{A1824FC7-00A9-4708-B7FB-71BF84356830}" dt="2026-05-11T15:44:32.623" v="7219"/>
          <ac:spMkLst>
            <pc:docMk/>
            <pc:sldMk cId="1830555242" sldId="293"/>
            <ac:spMk id="65" creationId="{14E7A5C6-5CCC-47A6-8FB1-3249DD3407E4}"/>
          </ac:spMkLst>
        </pc:spChg>
        <pc:spChg chg="add mod">
          <ac:chgData name="Josué Silva de Morais" userId="f406c2cd-edfc-4057-be10-75858098c663" providerId="ADAL" clId="{A1824FC7-00A9-4708-B7FB-71BF84356830}" dt="2026-05-11T15:44:32.630" v="7225"/>
          <ac:spMkLst>
            <pc:docMk/>
            <pc:sldMk cId="1830555242" sldId="293"/>
            <ac:spMk id="66" creationId="{8BF64261-49CE-4A81-A02D-EBCA9A75B422}"/>
          </ac:spMkLst>
        </pc:spChg>
        <pc:spChg chg="add mod">
          <ac:chgData name="Josué Silva de Morais" userId="f406c2cd-edfc-4057-be10-75858098c663" providerId="ADAL" clId="{A1824FC7-00A9-4708-B7FB-71BF84356830}" dt="2026-05-11T15:44:32.635" v="7229"/>
          <ac:spMkLst>
            <pc:docMk/>
            <pc:sldMk cId="1830555242" sldId="293"/>
            <ac:spMk id="67" creationId="{090FFBC0-B971-493B-BEDA-ED5C2502517F}"/>
          </ac:spMkLst>
        </pc:spChg>
        <pc:spChg chg="add mod">
          <ac:chgData name="Josué Silva de Morais" userId="f406c2cd-edfc-4057-be10-75858098c663" providerId="ADAL" clId="{A1824FC7-00A9-4708-B7FB-71BF84356830}" dt="2026-05-11T15:44:32.638" v="7232"/>
          <ac:spMkLst>
            <pc:docMk/>
            <pc:sldMk cId="1830555242" sldId="293"/>
            <ac:spMk id="68" creationId="{5FC7664E-5C82-4A11-8FAE-FF90295E0BC7}"/>
          </ac:spMkLst>
        </pc:spChg>
        <pc:spChg chg="add mod">
          <ac:chgData name="Josué Silva de Morais" userId="f406c2cd-edfc-4057-be10-75858098c663" providerId="ADAL" clId="{A1824FC7-00A9-4708-B7FB-71BF84356830}" dt="2026-05-11T15:44:32.649" v="7242"/>
          <ac:spMkLst>
            <pc:docMk/>
            <pc:sldMk cId="1830555242" sldId="293"/>
            <ac:spMk id="69" creationId="{29D1B069-AC97-4648-89BE-6518F77A449C}"/>
          </ac:spMkLst>
        </pc:spChg>
        <pc:spChg chg="add mod">
          <ac:chgData name="Josué Silva de Morais" userId="f406c2cd-edfc-4057-be10-75858098c663" providerId="ADAL" clId="{A1824FC7-00A9-4708-B7FB-71BF84356830}" dt="2026-05-11T15:44:32.657" v="7249"/>
          <ac:spMkLst>
            <pc:docMk/>
            <pc:sldMk cId="1830555242" sldId="293"/>
            <ac:spMk id="70" creationId="{B55E5170-6631-4504-AEE4-A0CA6775C3DF}"/>
          </ac:spMkLst>
        </pc:spChg>
        <pc:spChg chg="add mod">
          <ac:chgData name="Josué Silva de Morais" userId="f406c2cd-edfc-4057-be10-75858098c663" providerId="ADAL" clId="{A1824FC7-00A9-4708-B7FB-71BF84356830}" dt="2026-05-11T15:44:32.665" v="7255"/>
          <ac:spMkLst>
            <pc:docMk/>
            <pc:sldMk cId="1830555242" sldId="293"/>
            <ac:spMk id="71" creationId="{2508ACC4-C38F-422D-B1CB-F0C8B2470526}"/>
          </ac:spMkLst>
        </pc:spChg>
        <pc:spChg chg="add mod">
          <ac:chgData name="Josué Silva de Morais" userId="f406c2cd-edfc-4057-be10-75858098c663" providerId="ADAL" clId="{A1824FC7-00A9-4708-B7FB-71BF84356830}" dt="2026-05-11T15:44:32.670" v="7259"/>
          <ac:spMkLst>
            <pc:docMk/>
            <pc:sldMk cId="1830555242" sldId="293"/>
            <ac:spMk id="72" creationId="{7871B613-FE6A-483C-8908-57839FD49602}"/>
          </ac:spMkLst>
        </pc:spChg>
        <pc:spChg chg="add mod">
          <ac:chgData name="Josué Silva de Morais" userId="f406c2cd-edfc-4057-be10-75858098c663" providerId="ADAL" clId="{A1824FC7-00A9-4708-B7FB-71BF84356830}" dt="2026-05-11T15:44:32.673" v="7262"/>
          <ac:spMkLst>
            <pc:docMk/>
            <pc:sldMk cId="1830555242" sldId="293"/>
            <ac:spMk id="73" creationId="{49EB363F-88BA-4D35-B9E9-A905937C0770}"/>
          </ac:spMkLst>
        </pc:spChg>
        <pc:spChg chg="add mod">
          <ac:chgData name="Josué Silva de Morais" userId="f406c2cd-edfc-4057-be10-75858098c663" providerId="ADAL" clId="{A1824FC7-00A9-4708-B7FB-71BF84356830}" dt="2026-05-11T15:44:32.684" v="7272"/>
          <ac:spMkLst>
            <pc:docMk/>
            <pc:sldMk cId="1830555242" sldId="293"/>
            <ac:spMk id="74" creationId="{DAE26A53-335E-48DD-8650-ACD2873C4FFD}"/>
          </ac:spMkLst>
        </pc:spChg>
        <pc:spChg chg="add mod">
          <ac:chgData name="Josué Silva de Morais" userId="f406c2cd-edfc-4057-be10-75858098c663" providerId="ADAL" clId="{A1824FC7-00A9-4708-B7FB-71BF84356830}" dt="2026-05-11T15:44:32.691" v="7279"/>
          <ac:spMkLst>
            <pc:docMk/>
            <pc:sldMk cId="1830555242" sldId="293"/>
            <ac:spMk id="75" creationId="{BB4510A4-43ED-41B6-9E16-390C7D1B5EA8}"/>
          </ac:spMkLst>
        </pc:spChg>
        <pc:spChg chg="add mod">
          <ac:chgData name="Josué Silva de Morais" userId="f406c2cd-edfc-4057-be10-75858098c663" providerId="ADAL" clId="{A1824FC7-00A9-4708-B7FB-71BF84356830}" dt="2026-05-11T15:44:32.700" v="7285"/>
          <ac:spMkLst>
            <pc:docMk/>
            <pc:sldMk cId="1830555242" sldId="293"/>
            <ac:spMk id="76" creationId="{6578AC54-E492-4783-9BC1-B674698B32B9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5:07.474" v="7676"/>
        <pc:sldMkLst>
          <pc:docMk/>
          <pc:sldMk cId="229794391" sldId="294"/>
        </pc:sldMkLst>
        <pc:spChg chg="add mod">
          <ac:chgData name="Josué Silva de Morais" userId="f406c2cd-edfc-4057-be10-75858098c663" providerId="ADAL" clId="{A1824FC7-00A9-4708-B7FB-71BF84356830}" dt="2026-05-11T15:45:07.036" v="7289"/>
          <ac:spMkLst>
            <pc:docMk/>
            <pc:sldMk cId="229794391" sldId="294"/>
            <ac:spMk id="2" creationId="{0104FAE1-C145-4614-AE04-9DA0DEF65F71}"/>
          </ac:spMkLst>
        </pc:spChg>
        <pc:spChg chg="add mod">
          <ac:chgData name="Josué Silva de Morais" userId="f406c2cd-edfc-4057-be10-75858098c663" providerId="ADAL" clId="{A1824FC7-00A9-4708-B7FB-71BF84356830}" dt="2026-05-11T15:45:07.045" v="7296"/>
          <ac:spMkLst>
            <pc:docMk/>
            <pc:sldMk cId="229794391" sldId="294"/>
            <ac:spMk id="3" creationId="{FC364BF0-AD77-4CBB-A3F3-158ACB6AA4A3}"/>
          </ac:spMkLst>
        </pc:spChg>
        <pc:spChg chg="add mod">
          <ac:chgData name="Josué Silva de Morais" userId="f406c2cd-edfc-4057-be10-75858098c663" providerId="ADAL" clId="{A1824FC7-00A9-4708-B7FB-71BF84356830}" dt="2026-05-11T15:45:07.052" v="7302"/>
          <ac:spMkLst>
            <pc:docMk/>
            <pc:sldMk cId="229794391" sldId="294"/>
            <ac:spMk id="4" creationId="{7874FB0E-C634-42AE-B9FF-12339EF2C2AC}"/>
          </ac:spMkLst>
        </pc:spChg>
        <pc:spChg chg="add mod">
          <ac:chgData name="Josué Silva de Morais" userId="f406c2cd-edfc-4057-be10-75858098c663" providerId="ADAL" clId="{A1824FC7-00A9-4708-B7FB-71BF84356830}" dt="2026-05-11T15:45:07.056" v="7306"/>
          <ac:spMkLst>
            <pc:docMk/>
            <pc:sldMk cId="229794391" sldId="294"/>
            <ac:spMk id="5" creationId="{9C1305E8-E6DD-4CBE-833F-4021CB2196D8}"/>
          </ac:spMkLst>
        </pc:spChg>
        <pc:spChg chg="add mod">
          <ac:chgData name="Josué Silva de Morais" userId="f406c2cd-edfc-4057-be10-75858098c663" providerId="ADAL" clId="{A1824FC7-00A9-4708-B7FB-71BF84356830}" dt="2026-05-11T15:45:07.065" v="7313"/>
          <ac:spMkLst>
            <pc:docMk/>
            <pc:sldMk cId="229794391" sldId="294"/>
            <ac:spMk id="6" creationId="{0011E8BC-3651-4DCC-9367-302D3771D34E}"/>
          </ac:spMkLst>
        </pc:spChg>
        <pc:spChg chg="add mod">
          <ac:chgData name="Josué Silva de Morais" userId="f406c2cd-edfc-4057-be10-75858098c663" providerId="ADAL" clId="{A1824FC7-00A9-4708-B7FB-71BF84356830}" dt="2026-05-11T15:45:07.073" v="7320"/>
          <ac:spMkLst>
            <pc:docMk/>
            <pc:sldMk cId="229794391" sldId="294"/>
            <ac:spMk id="7" creationId="{95DD5226-817C-4251-A651-05620799263A}"/>
          </ac:spMkLst>
        </pc:spChg>
        <pc:spChg chg="add mod">
          <ac:chgData name="Josué Silva de Morais" userId="f406c2cd-edfc-4057-be10-75858098c663" providerId="ADAL" clId="{A1824FC7-00A9-4708-B7FB-71BF84356830}" dt="2026-05-11T15:45:07.082" v="7327"/>
          <ac:spMkLst>
            <pc:docMk/>
            <pc:sldMk cId="229794391" sldId="294"/>
            <ac:spMk id="8" creationId="{39E4F1A6-1590-4052-9BC1-3DEB58C7C701}"/>
          </ac:spMkLst>
        </pc:spChg>
        <pc:spChg chg="add mod">
          <ac:chgData name="Josué Silva de Morais" userId="f406c2cd-edfc-4057-be10-75858098c663" providerId="ADAL" clId="{A1824FC7-00A9-4708-B7FB-71BF84356830}" dt="2026-05-11T15:45:07.086" v="7330"/>
          <ac:spMkLst>
            <pc:docMk/>
            <pc:sldMk cId="229794391" sldId="294"/>
            <ac:spMk id="9" creationId="{3BDA1C6C-A220-4FC0-9FC3-1DAF4DE70AC4}"/>
          </ac:spMkLst>
        </pc:spChg>
        <pc:spChg chg="add mod">
          <ac:chgData name="Josué Silva de Morais" userId="f406c2cd-edfc-4057-be10-75858098c663" providerId="ADAL" clId="{A1824FC7-00A9-4708-B7FB-71BF84356830}" dt="2026-05-11T15:45:07.088" v="7333"/>
          <ac:spMkLst>
            <pc:docMk/>
            <pc:sldMk cId="229794391" sldId="294"/>
            <ac:spMk id="10" creationId="{443C0E03-CCB3-4D73-8F53-46C6691DA8A8}"/>
          </ac:spMkLst>
        </pc:spChg>
        <pc:spChg chg="add mod">
          <ac:chgData name="Josué Silva de Morais" userId="f406c2cd-edfc-4057-be10-75858098c663" providerId="ADAL" clId="{A1824FC7-00A9-4708-B7FB-71BF84356830}" dt="2026-05-11T15:45:07.093" v="7336"/>
          <ac:spMkLst>
            <pc:docMk/>
            <pc:sldMk cId="229794391" sldId="294"/>
            <ac:spMk id="11" creationId="{4A28BA1F-365C-448F-8687-62D7CFCCF33F}"/>
          </ac:spMkLst>
        </pc:spChg>
        <pc:spChg chg="add mod">
          <ac:chgData name="Josué Silva de Morais" userId="f406c2cd-edfc-4057-be10-75858098c663" providerId="ADAL" clId="{A1824FC7-00A9-4708-B7FB-71BF84356830}" dt="2026-05-11T15:45:07.098" v="7339"/>
          <ac:spMkLst>
            <pc:docMk/>
            <pc:sldMk cId="229794391" sldId="294"/>
            <ac:spMk id="12" creationId="{C7A24E07-AF37-4864-9D31-764CBD1CCE44}"/>
          </ac:spMkLst>
        </pc:spChg>
        <pc:spChg chg="add mod">
          <ac:chgData name="Josué Silva de Morais" userId="f406c2cd-edfc-4057-be10-75858098c663" providerId="ADAL" clId="{A1824FC7-00A9-4708-B7FB-71BF84356830}" dt="2026-05-11T15:45:07.100" v="7342"/>
          <ac:spMkLst>
            <pc:docMk/>
            <pc:sldMk cId="229794391" sldId="294"/>
            <ac:spMk id="13" creationId="{1CE5666B-FFB6-4180-B5F3-3DF80EAA2993}"/>
          </ac:spMkLst>
        </pc:spChg>
        <pc:spChg chg="add mod">
          <ac:chgData name="Josué Silva de Morais" userId="f406c2cd-edfc-4057-be10-75858098c663" providerId="ADAL" clId="{A1824FC7-00A9-4708-B7FB-71BF84356830}" dt="2026-05-11T15:45:07.103" v="7345"/>
          <ac:spMkLst>
            <pc:docMk/>
            <pc:sldMk cId="229794391" sldId="294"/>
            <ac:spMk id="14" creationId="{408C9D6B-D36F-4B31-8951-003F91308D4F}"/>
          </ac:spMkLst>
        </pc:spChg>
        <pc:spChg chg="add mod">
          <ac:chgData name="Josué Silva de Morais" userId="f406c2cd-edfc-4057-be10-75858098c663" providerId="ADAL" clId="{A1824FC7-00A9-4708-B7FB-71BF84356830}" dt="2026-05-11T15:45:07.105" v="7348"/>
          <ac:spMkLst>
            <pc:docMk/>
            <pc:sldMk cId="229794391" sldId="294"/>
            <ac:spMk id="15" creationId="{7DF48CAC-2405-4E1F-86CE-13AFC74E2901}"/>
          </ac:spMkLst>
        </pc:spChg>
        <pc:spChg chg="add mod">
          <ac:chgData name="Josué Silva de Morais" userId="f406c2cd-edfc-4057-be10-75858098c663" providerId="ADAL" clId="{A1824FC7-00A9-4708-B7FB-71BF84356830}" dt="2026-05-11T15:45:07.109" v="7351"/>
          <ac:spMkLst>
            <pc:docMk/>
            <pc:sldMk cId="229794391" sldId="294"/>
            <ac:spMk id="16" creationId="{F380CCE5-D587-4235-95B2-4B1475BD1497}"/>
          </ac:spMkLst>
        </pc:spChg>
        <pc:spChg chg="add mod">
          <ac:chgData name="Josué Silva de Morais" userId="f406c2cd-edfc-4057-be10-75858098c663" providerId="ADAL" clId="{A1824FC7-00A9-4708-B7FB-71BF84356830}" dt="2026-05-11T15:45:07.114" v="7354"/>
          <ac:spMkLst>
            <pc:docMk/>
            <pc:sldMk cId="229794391" sldId="294"/>
            <ac:spMk id="17" creationId="{B626ED85-9ECF-494F-87BC-3D02C25D02DA}"/>
          </ac:spMkLst>
        </pc:spChg>
        <pc:spChg chg="add mod">
          <ac:chgData name="Josué Silva de Morais" userId="f406c2cd-edfc-4057-be10-75858098c663" providerId="ADAL" clId="{A1824FC7-00A9-4708-B7FB-71BF84356830}" dt="2026-05-11T15:45:07.116" v="7357"/>
          <ac:spMkLst>
            <pc:docMk/>
            <pc:sldMk cId="229794391" sldId="294"/>
            <ac:spMk id="18" creationId="{BEA3379F-4F67-4F71-B7DB-A0E3086E6C6D}"/>
          </ac:spMkLst>
        </pc:spChg>
        <pc:spChg chg="add mod">
          <ac:chgData name="Josué Silva de Morais" userId="f406c2cd-edfc-4057-be10-75858098c663" providerId="ADAL" clId="{A1824FC7-00A9-4708-B7FB-71BF84356830}" dt="2026-05-11T15:45:07.119" v="7360"/>
          <ac:spMkLst>
            <pc:docMk/>
            <pc:sldMk cId="229794391" sldId="294"/>
            <ac:spMk id="19" creationId="{DC70FD4D-6B57-4484-9BAC-C004208C5A9E}"/>
          </ac:spMkLst>
        </pc:spChg>
        <pc:spChg chg="add mod">
          <ac:chgData name="Josué Silva de Morais" userId="f406c2cd-edfc-4057-be10-75858098c663" providerId="ADAL" clId="{A1824FC7-00A9-4708-B7FB-71BF84356830}" dt="2026-05-11T15:45:07.121" v="7363"/>
          <ac:spMkLst>
            <pc:docMk/>
            <pc:sldMk cId="229794391" sldId="294"/>
            <ac:spMk id="20" creationId="{194A74F2-D7E9-4249-A5BD-31EB804AD250}"/>
          </ac:spMkLst>
        </pc:spChg>
        <pc:spChg chg="add mod">
          <ac:chgData name="Josué Silva de Morais" userId="f406c2cd-edfc-4057-be10-75858098c663" providerId="ADAL" clId="{A1824FC7-00A9-4708-B7FB-71BF84356830}" dt="2026-05-11T15:45:07.124" v="7366"/>
          <ac:spMkLst>
            <pc:docMk/>
            <pc:sldMk cId="229794391" sldId="294"/>
            <ac:spMk id="21" creationId="{84D191AC-5A65-4DD1-93A3-8FDA861AC34D}"/>
          </ac:spMkLst>
        </pc:spChg>
        <pc:spChg chg="add mod">
          <ac:chgData name="Josué Silva de Morais" userId="f406c2cd-edfc-4057-be10-75858098c663" providerId="ADAL" clId="{A1824FC7-00A9-4708-B7FB-71BF84356830}" dt="2026-05-11T15:45:07.131" v="7369"/>
          <ac:spMkLst>
            <pc:docMk/>
            <pc:sldMk cId="229794391" sldId="294"/>
            <ac:spMk id="22" creationId="{EC8DE178-0D92-4214-B349-EF5E2A45FF2F}"/>
          </ac:spMkLst>
        </pc:spChg>
        <pc:spChg chg="add mod">
          <ac:chgData name="Josué Silva de Morais" userId="f406c2cd-edfc-4057-be10-75858098c663" providerId="ADAL" clId="{A1824FC7-00A9-4708-B7FB-71BF84356830}" dt="2026-05-11T15:45:07.133" v="7372"/>
          <ac:spMkLst>
            <pc:docMk/>
            <pc:sldMk cId="229794391" sldId="294"/>
            <ac:spMk id="23" creationId="{A8A8B19A-78D7-4117-940A-A300987EC5FB}"/>
          </ac:spMkLst>
        </pc:spChg>
        <pc:spChg chg="add mod">
          <ac:chgData name="Josué Silva de Morais" userId="f406c2cd-edfc-4057-be10-75858098c663" providerId="ADAL" clId="{A1824FC7-00A9-4708-B7FB-71BF84356830}" dt="2026-05-11T15:45:07.136" v="7375"/>
          <ac:spMkLst>
            <pc:docMk/>
            <pc:sldMk cId="229794391" sldId="294"/>
            <ac:spMk id="24" creationId="{0280E81B-1E2B-4D54-95AC-F4B6D2112D35}"/>
          </ac:spMkLst>
        </pc:spChg>
        <pc:spChg chg="add mod">
          <ac:chgData name="Josué Silva de Morais" userId="f406c2cd-edfc-4057-be10-75858098c663" providerId="ADAL" clId="{A1824FC7-00A9-4708-B7FB-71BF84356830}" dt="2026-05-11T15:45:07.138" v="7378"/>
          <ac:spMkLst>
            <pc:docMk/>
            <pc:sldMk cId="229794391" sldId="294"/>
            <ac:spMk id="25" creationId="{CF92E539-EF3E-4693-BAB4-93057DF1F793}"/>
          </ac:spMkLst>
        </pc:spChg>
        <pc:spChg chg="add mod">
          <ac:chgData name="Josué Silva de Morais" userId="f406c2cd-edfc-4057-be10-75858098c663" providerId="ADAL" clId="{A1824FC7-00A9-4708-B7FB-71BF84356830}" dt="2026-05-11T15:45:07.141" v="7381"/>
          <ac:spMkLst>
            <pc:docMk/>
            <pc:sldMk cId="229794391" sldId="294"/>
            <ac:spMk id="26" creationId="{8289E1EE-AC48-4FEE-828F-4CE1DCF0443E}"/>
          </ac:spMkLst>
        </pc:spChg>
        <pc:spChg chg="add mod">
          <ac:chgData name="Josué Silva de Morais" userId="f406c2cd-edfc-4057-be10-75858098c663" providerId="ADAL" clId="{A1824FC7-00A9-4708-B7FB-71BF84356830}" dt="2026-05-11T15:45:07.147" v="7384"/>
          <ac:spMkLst>
            <pc:docMk/>
            <pc:sldMk cId="229794391" sldId="294"/>
            <ac:spMk id="27" creationId="{E5FBAFA5-571D-4456-A5E6-7FE570C648A2}"/>
          </ac:spMkLst>
        </pc:spChg>
        <pc:spChg chg="add mod">
          <ac:chgData name="Josué Silva de Morais" userId="f406c2cd-edfc-4057-be10-75858098c663" providerId="ADAL" clId="{A1824FC7-00A9-4708-B7FB-71BF84356830}" dt="2026-05-11T15:45:07.149" v="7387"/>
          <ac:spMkLst>
            <pc:docMk/>
            <pc:sldMk cId="229794391" sldId="294"/>
            <ac:spMk id="28" creationId="{0EAE85CF-5E85-44B3-A745-1711864514FC}"/>
          </ac:spMkLst>
        </pc:spChg>
        <pc:spChg chg="add mod">
          <ac:chgData name="Josué Silva de Morais" userId="f406c2cd-edfc-4057-be10-75858098c663" providerId="ADAL" clId="{A1824FC7-00A9-4708-B7FB-71BF84356830}" dt="2026-05-11T15:45:07.151" v="7390"/>
          <ac:spMkLst>
            <pc:docMk/>
            <pc:sldMk cId="229794391" sldId="294"/>
            <ac:spMk id="29" creationId="{626836CF-A67E-481F-AFFD-ED08C467F984}"/>
          </ac:spMkLst>
        </pc:spChg>
        <pc:spChg chg="add mod">
          <ac:chgData name="Josué Silva de Morais" userId="f406c2cd-edfc-4057-be10-75858098c663" providerId="ADAL" clId="{A1824FC7-00A9-4708-B7FB-71BF84356830}" dt="2026-05-11T15:45:07.154" v="7393"/>
          <ac:spMkLst>
            <pc:docMk/>
            <pc:sldMk cId="229794391" sldId="294"/>
            <ac:spMk id="30" creationId="{35D26696-D994-404D-8581-CBC19CA98112}"/>
          </ac:spMkLst>
        </pc:spChg>
        <pc:spChg chg="add mod">
          <ac:chgData name="Josué Silva de Morais" userId="f406c2cd-edfc-4057-be10-75858098c663" providerId="ADAL" clId="{A1824FC7-00A9-4708-B7FB-71BF84356830}" dt="2026-05-11T15:45:07.157" v="7396"/>
          <ac:spMkLst>
            <pc:docMk/>
            <pc:sldMk cId="229794391" sldId="294"/>
            <ac:spMk id="31" creationId="{10BF7049-2884-4F51-89B1-422D73A164EF}"/>
          </ac:spMkLst>
        </pc:spChg>
        <pc:spChg chg="add mod">
          <ac:chgData name="Josué Silva de Morais" userId="f406c2cd-edfc-4057-be10-75858098c663" providerId="ADAL" clId="{A1824FC7-00A9-4708-B7FB-71BF84356830}" dt="2026-05-11T15:45:07.162" v="7399"/>
          <ac:spMkLst>
            <pc:docMk/>
            <pc:sldMk cId="229794391" sldId="294"/>
            <ac:spMk id="32" creationId="{8AE1E987-1549-4D57-B666-1F1A4D3EFB89}"/>
          </ac:spMkLst>
        </pc:spChg>
        <pc:spChg chg="add mod">
          <ac:chgData name="Josué Silva de Morais" userId="f406c2cd-edfc-4057-be10-75858098c663" providerId="ADAL" clId="{A1824FC7-00A9-4708-B7FB-71BF84356830}" dt="2026-05-11T15:45:07.167" v="7402"/>
          <ac:spMkLst>
            <pc:docMk/>
            <pc:sldMk cId="229794391" sldId="294"/>
            <ac:spMk id="33" creationId="{9032A692-011B-4A6F-882A-7835E3E14E1D}"/>
          </ac:spMkLst>
        </pc:spChg>
        <pc:spChg chg="add mod">
          <ac:chgData name="Josué Silva de Morais" userId="f406c2cd-edfc-4057-be10-75858098c663" providerId="ADAL" clId="{A1824FC7-00A9-4708-B7FB-71BF84356830}" dt="2026-05-11T15:45:07.169" v="7405"/>
          <ac:spMkLst>
            <pc:docMk/>
            <pc:sldMk cId="229794391" sldId="294"/>
            <ac:spMk id="34" creationId="{EF399C44-15F9-4C65-887E-4AF10AEDD982}"/>
          </ac:spMkLst>
        </pc:spChg>
        <pc:spChg chg="add mod">
          <ac:chgData name="Josué Silva de Morais" userId="f406c2cd-edfc-4057-be10-75858098c663" providerId="ADAL" clId="{A1824FC7-00A9-4708-B7FB-71BF84356830}" dt="2026-05-11T15:45:07.171" v="7408"/>
          <ac:spMkLst>
            <pc:docMk/>
            <pc:sldMk cId="229794391" sldId="294"/>
            <ac:spMk id="35" creationId="{A7E8FF5D-B672-45DC-B755-4A1D2A223D4D}"/>
          </ac:spMkLst>
        </pc:spChg>
        <pc:spChg chg="add mod">
          <ac:chgData name="Josué Silva de Morais" userId="f406c2cd-edfc-4057-be10-75858098c663" providerId="ADAL" clId="{A1824FC7-00A9-4708-B7FB-71BF84356830}" dt="2026-05-11T15:45:07.174" v="7411"/>
          <ac:spMkLst>
            <pc:docMk/>
            <pc:sldMk cId="229794391" sldId="294"/>
            <ac:spMk id="36" creationId="{7C947CDB-0D68-417E-8365-06CBDA2C62F8}"/>
          </ac:spMkLst>
        </pc:spChg>
        <pc:spChg chg="add mod">
          <ac:chgData name="Josué Silva de Morais" userId="f406c2cd-edfc-4057-be10-75858098c663" providerId="ADAL" clId="{A1824FC7-00A9-4708-B7FB-71BF84356830}" dt="2026-05-11T15:45:07.179" v="7414"/>
          <ac:spMkLst>
            <pc:docMk/>
            <pc:sldMk cId="229794391" sldId="294"/>
            <ac:spMk id="37" creationId="{1A87E172-EE9B-4ACA-AC30-528487E52523}"/>
          </ac:spMkLst>
        </pc:spChg>
        <pc:spChg chg="add mod">
          <ac:chgData name="Josué Silva de Morais" userId="f406c2cd-edfc-4057-be10-75858098c663" providerId="ADAL" clId="{A1824FC7-00A9-4708-B7FB-71BF84356830}" dt="2026-05-11T15:45:07.182" v="7417"/>
          <ac:spMkLst>
            <pc:docMk/>
            <pc:sldMk cId="229794391" sldId="294"/>
            <ac:spMk id="38" creationId="{224013DE-C9D6-45F5-80B7-58E130151A90}"/>
          </ac:spMkLst>
        </pc:spChg>
        <pc:spChg chg="add mod">
          <ac:chgData name="Josué Silva de Morais" userId="f406c2cd-edfc-4057-be10-75858098c663" providerId="ADAL" clId="{A1824FC7-00A9-4708-B7FB-71BF84356830}" dt="2026-05-11T15:45:07.185" v="7420"/>
          <ac:spMkLst>
            <pc:docMk/>
            <pc:sldMk cId="229794391" sldId="294"/>
            <ac:spMk id="39" creationId="{696C2E1A-23FB-444F-9CA2-1532F8E854E8}"/>
          </ac:spMkLst>
        </pc:spChg>
        <pc:spChg chg="add mod">
          <ac:chgData name="Josué Silva de Morais" userId="f406c2cd-edfc-4057-be10-75858098c663" providerId="ADAL" clId="{A1824FC7-00A9-4708-B7FB-71BF84356830}" dt="2026-05-11T15:45:07.188" v="7423"/>
          <ac:spMkLst>
            <pc:docMk/>
            <pc:sldMk cId="229794391" sldId="294"/>
            <ac:spMk id="40" creationId="{9CE04CCC-707C-41BE-8730-1571F54A4BEE}"/>
          </ac:spMkLst>
        </pc:spChg>
        <pc:spChg chg="add mod">
          <ac:chgData name="Josué Silva de Morais" userId="f406c2cd-edfc-4057-be10-75858098c663" providerId="ADAL" clId="{A1824FC7-00A9-4708-B7FB-71BF84356830}" dt="2026-05-11T15:45:07.193" v="7426"/>
          <ac:spMkLst>
            <pc:docMk/>
            <pc:sldMk cId="229794391" sldId="294"/>
            <ac:spMk id="41" creationId="{F3CEEBDB-8F1A-4493-9080-4BE29CC18C94}"/>
          </ac:spMkLst>
        </pc:spChg>
        <pc:spChg chg="add mod">
          <ac:chgData name="Josué Silva de Morais" userId="f406c2cd-edfc-4057-be10-75858098c663" providerId="ADAL" clId="{A1824FC7-00A9-4708-B7FB-71BF84356830}" dt="2026-05-11T15:45:07.197" v="7429"/>
          <ac:spMkLst>
            <pc:docMk/>
            <pc:sldMk cId="229794391" sldId="294"/>
            <ac:spMk id="42" creationId="{1C63921A-BC48-40A8-9791-BD283BF3D1D1}"/>
          </ac:spMkLst>
        </pc:spChg>
        <pc:spChg chg="add mod">
          <ac:chgData name="Josué Silva de Morais" userId="f406c2cd-edfc-4057-be10-75858098c663" providerId="ADAL" clId="{A1824FC7-00A9-4708-B7FB-71BF84356830}" dt="2026-05-11T15:45:07.201" v="7432"/>
          <ac:spMkLst>
            <pc:docMk/>
            <pc:sldMk cId="229794391" sldId="294"/>
            <ac:spMk id="43" creationId="{4F71FEEE-75A4-46EA-B8FC-93D7D94A2C39}"/>
          </ac:spMkLst>
        </pc:spChg>
        <pc:spChg chg="add mod">
          <ac:chgData name="Josué Silva de Morais" userId="f406c2cd-edfc-4057-be10-75858098c663" providerId="ADAL" clId="{A1824FC7-00A9-4708-B7FB-71BF84356830}" dt="2026-05-11T15:45:07.205" v="7435"/>
          <ac:spMkLst>
            <pc:docMk/>
            <pc:sldMk cId="229794391" sldId="294"/>
            <ac:spMk id="44" creationId="{E510F883-8C01-4E9A-AC80-34990E36A575}"/>
          </ac:spMkLst>
        </pc:spChg>
        <pc:spChg chg="add mod">
          <ac:chgData name="Josué Silva de Morais" userId="f406c2cd-edfc-4057-be10-75858098c663" providerId="ADAL" clId="{A1824FC7-00A9-4708-B7FB-71BF84356830}" dt="2026-05-11T15:45:07.209" v="7438"/>
          <ac:spMkLst>
            <pc:docMk/>
            <pc:sldMk cId="229794391" sldId="294"/>
            <ac:spMk id="45" creationId="{A272B2D4-5456-434F-AF3B-B251E2CC158A}"/>
          </ac:spMkLst>
        </pc:spChg>
        <pc:spChg chg="add mod">
          <ac:chgData name="Josué Silva de Morais" userId="f406c2cd-edfc-4057-be10-75858098c663" providerId="ADAL" clId="{A1824FC7-00A9-4708-B7FB-71BF84356830}" dt="2026-05-11T15:45:07.213" v="7441"/>
          <ac:spMkLst>
            <pc:docMk/>
            <pc:sldMk cId="229794391" sldId="294"/>
            <ac:spMk id="46" creationId="{94338A20-EE01-433B-B998-5A3399916722}"/>
          </ac:spMkLst>
        </pc:spChg>
        <pc:spChg chg="add mod">
          <ac:chgData name="Josué Silva de Morais" userId="f406c2cd-edfc-4057-be10-75858098c663" providerId="ADAL" clId="{A1824FC7-00A9-4708-B7FB-71BF84356830}" dt="2026-05-11T15:45:07.215" v="7444"/>
          <ac:spMkLst>
            <pc:docMk/>
            <pc:sldMk cId="229794391" sldId="294"/>
            <ac:spMk id="47" creationId="{F825F62C-A8C4-4149-BAB1-C0A4D10C534C}"/>
          </ac:spMkLst>
        </pc:spChg>
        <pc:spChg chg="add mod">
          <ac:chgData name="Josué Silva de Morais" userId="f406c2cd-edfc-4057-be10-75858098c663" providerId="ADAL" clId="{A1824FC7-00A9-4708-B7FB-71BF84356830}" dt="2026-05-11T15:45:07.218" v="7447"/>
          <ac:spMkLst>
            <pc:docMk/>
            <pc:sldMk cId="229794391" sldId="294"/>
            <ac:spMk id="48" creationId="{A9DF1826-E891-407E-A8B6-54401053EB27}"/>
          </ac:spMkLst>
        </pc:spChg>
        <pc:spChg chg="add mod">
          <ac:chgData name="Josué Silva de Morais" userId="f406c2cd-edfc-4057-be10-75858098c663" providerId="ADAL" clId="{A1824FC7-00A9-4708-B7FB-71BF84356830}" dt="2026-05-11T15:45:07.222" v="7450"/>
          <ac:spMkLst>
            <pc:docMk/>
            <pc:sldMk cId="229794391" sldId="294"/>
            <ac:spMk id="49" creationId="{4C4F6CAC-8E33-4A52-80EB-AA7D7D773A6A}"/>
          </ac:spMkLst>
        </pc:spChg>
        <pc:spChg chg="add mod">
          <ac:chgData name="Josué Silva de Morais" userId="f406c2cd-edfc-4057-be10-75858098c663" providerId="ADAL" clId="{A1824FC7-00A9-4708-B7FB-71BF84356830}" dt="2026-05-11T15:45:07.224" v="7453"/>
          <ac:spMkLst>
            <pc:docMk/>
            <pc:sldMk cId="229794391" sldId="294"/>
            <ac:spMk id="50" creationId="{D9B70C45-E26D-412D-89F4-138F3AD6CDCE}"/>
          </ac:spMkLst>
        </pc:spChg>
        <pc:spChg chg="add mod">
          <ac:chgData name="Josué Silva de Morais" userId="f406c2cd-edfc-4057-be10-75858098c663" providerId="ADAL" clId="{A1824FC7-00A9-4708-B7FB-71BF84356830}" dt="2026-05-11T15:45:07.229" v="7456"/>
          <ac:spMkLst>
            <pc:docMk/>
            <pc:sldMk cId="229794391" sldId="294"/>
            <ac:spMk id="51" creationId="{178E83C2-740C-4992-8C79-F75CDADF568F}"/>
          </ac:spMkLst>
        </pc:spChg>
        <pc:spChg chg="add mod">
          <ac:chgData name="Josué Silva de Morais" userId="f406c2cd-edfc-4057-be10-75858098c663" providerId="ADAL" clId="{A1824FC7-00A9-4708-B7FB-71BF84356830}" dt="2026-05-11T15:45:07.232" v="7459"/>
          <ac:spMkLst>
            <pc:docMk/>
            <pc:sldMk cId="229794391" sldId="294"/>
            <ac:spMk id="52" creationId="{F4FE51D5-3FE6-488C-8B2A-BF24C03B2703}"/>
          </ac:spMkLst>
        </pc:spChg>
        <pc:spChg chg="add mod">
          <ac:chgData name="Josué Silva de Morais" userId="f406c2cd-edfc-4057-be10-75858098c663" providerId="ADAL" clId="{A1824FC7-00A9-4708-B7FB-71BF84356830}" dt="2026-05-11T15:45:07.235" v="7462"/>
          <ac:spMkLst>
            <pc:docMk/>
            <pc:sldMk cId="229794391" sldId="294"/>
            <ac:spMk id="53" creationId="{0D1511D3-6FA3-4A2A-A3D1-566F5162A8E1}"/>
          </ac:spMkLst>
        </pc:spChg>
        <pc:spChg chg="add mod">
          <ac:chgData name="Josué Silva de Morais" userId="f406c2cd-edfc-4057-be10-75858098c663" providerId="ADAL" clId="{A1824FC7-00A9-4708-B7FB-71BF84356830}" dt="2026-05-11T15:45:07.239" v="7465"/>
          <ac:spMkLst>
            <pc:docMk/>
            <pc:sldMk cId="229794391" sldId="294"/>
            <ac:spMk id="54" creationId="{527DEAC3-A769-4094-9CB1-D9EA413694BD}"/>
          </ac:spMkLst>
        </pc:spChg>
        <pc:spChg chg="add mod">
          <ac:chgData name="Josué Silva de Morais" userId="f406c2cd-edfc-4057-be10-75858098c663" providerId="ADAL" clId="{A1824FC7-00A9-4708-B7FB-71BF84356830}" dt="2026-05-11T15:45:07.245" v="7468"/>
          <ac:spMkLst>
            <pc:docMk/>
            <pc:sldMk cId="229794391" sldId="294"/>
            <ac:spMk id="55" creationId="{929879F2-C2A2-44FA-9796-C1260FEE7E55}"/>
          </ac:spMkLst>
        </pc:spChg>
        <pc:spChg chg="add mod">
          <ac:chgData name="Josué Silva de Morais" userId="f406c2cd-edfc-4057-be10-75858098c663" providerId="ADAL" clId="{A1824FC7-00A9-4708-B7FB-71BF84356830}" dt="2026-05-11T15:45:07.248" v="7471"/>
          <ac:spMkLst>
            <pc:docMk/>
            <pc:sldMk cId="229794391" sldId="294"/>
            <ac:spMk id="56" creationId="{FC627EBC-A117-4E6C-BB5C-48919D1C43B6}"/>
          </ac:spMkLst>
        </pc:spChg>
        <pc:spChg chg="add mod">
          <ac:chgData name="Josué Silva de Morais" userId="f406c2cd-edfc-4057-be10-75858098c663" providerId="ADAL" clId="{A1824FC7-00A9-4708-B7FB-71BF84356830}" dt="2026-05-11T15:45:07.251" v="7474"/>
          <ac:spMkLst>
            <pc:docMk/>
            <pc:sldMk cId="229794391" sldId="294"/>
            <ac:spMk id="57" creationId="{D81DF8C1-2FB7-4783-BD39-E578F51E908E}"/>
          </ac:spMkLst>
        </pc:spChg>
        <pc:spChg chg="add mod">
          <ac:chgData name="Josué Silva de Morais" userId="f406c2cd-edfc-4057-be10-75858098c663" providerId="ADAL" clId="{A1824FC7-00A9-4708-B7FB-71BF84356830}" dt="2026-05-11T15:45:07.254" v="7477"/>
          <ac:spMkLst>
            <pc:docMk/>
            <pc:sldMk cId="229794391" sldId="294"/>
            <ac:spMk id="58" creationId="{7D7C8A6F-6558-45AD-80BA-4D06B8A237FD}"/>
          </ac:spMkLst>
        </pc:spChg>
        <pc:spChg chg="add mod">
          <ac:chgData name="Josué Silva de Morais" userId="f406c2cd-edfc-4057-be10-75858098c663" providerId="ADAL" clId="{A1824FC7-00A9-4708-B7FB-71BF84356830}" dt="2026-05-11T15:45:07.256" v="7480"/>
          <ac:spMkLst>
            <pc:docMk/>
            <pc:sldMk cId="229794391" sldId="294"/>
            <ac:spMk id="59" creationId="{F1337430-F4F4-4E49-B603-BA4A2E3CB651}"/>
          </ac:spMkLst>
        </pc:spChg>
        <pc:spChg chg="add mod">
          <ac:chgData name="Josué Silva de Morais" userId="f406c2cd-edfc-4057-be10-75858098c663" providerId="ADAL" clId="{A1824FC7-00A9-4708-B7FB-71BF84356830}" dt="2026-05-11T15:45:07.261" v="7483"/>
          <ac:spMkLst>
            <pc:docMk/>
            <pc:sldMk cId="229794391" sldId="294"/>
            <ac:spMk id="60" creationId="{F16ED94C-380B-4818-A51B-1B939E26A642}"/>
          </ac:spMkLst>
        </pc:spChg>
        <pc:spChg chg="add mod">
          <ac:chgData name="Josué Silva de Morais" userId="f406c2cd-edfc-4057-be10-75858098c663" providerId="ADAL" clId="{A1824FC7-00A9-4708-B7FB-71BF84356830}" dt="2026-05-11T15:45:07.265" v="7486"/>
          <ac:spMkLst>
            <pc:docMk/>
            <pc:sldMk cId="229794391" sldId="294"/>
            <ac:spMk id="61" creationId="{2068C093-B891-4354-BB7D-C4592050CD3B}"/>
          </ac:spMkLst>
        </pc:spChg>
        <pc:spChg chg="add mod">
          <ac:chgData name="Josué Silva de Morais" userId="f406c2cd-edfc-4057-be10-75858098c663" providerId="ADAL" clId="{A1824FC7-00A9-4708-B7FB-71BF84356830}" dt="2026-05-11T15:45:07.268" v="7489"/>
          <ac:spMkLst>
            <pc:docMk/>
            <pc:sldMk cId="229794391" sldId="294"/>
            <ac:spMk id="62" creationId="{6CF1BD49-79B4-4F10-B477-8A16D949CA58}"/>
          </ac:spMkLst>
        </pc:spChg>
        <pc:spChg chg="add mod">
          <ac:chgData name="Josué Silva de Morais" userId="f406c2cd-edfc-4057-be10-75858098c663" providerId="ADAL" clId="{A1824FC7-00A9-4708-B7FB-71BF84356830}" dt="2026-05-11T15:45:07.270" v="7492"/>
          <ac:spMkLst>
            <pc:docMk/>
            <pc:sldMk cId="229794391" sldId="294"/>
            <ac:spMk id="63" creationId="{35B22584-041C-4B3E-911F-476E9B59881E}"/>
          </ac:spMkLst>
        </pc:spChg>
        <pc:spChg chg="add mod">
          <ac:chgData name="Josué Silva de Morais" userId="f406c2cd-edfc-4057-be10-75858098c663" providerId="ADAL" clId="{A1824FC7-00A9-4708-B7FB-71BF84356830}" dt="2026-05-11T15:45:07.273" v="7495"/>
          <ac:spMkLst>
            <pc:docMk/>
            <pc:sldMk cId="229794391" sldId="294"/>
            <ac:spMk id="64" creationId="{FC12AC10-73CD-4ABA-9746-2AAD0BDE426F}"/>
          </ac:spMkLst>
        </pc:spChg>
        <pc:spChg chg="add mod">
          <ac:chgData name="Josué Silva de Morais" userId="f406c2cd-edfc-4057-be10-75858098c663" providerId="ADAL" clId="{A1824FC7-00A9-4708-B7FB-71BF84356830}" dt="2026-05-11T15:45:07.278" v="7498"/>
          <ac:spMkLst>
            <pc:docMk/>
            <pc:sldMk cId="229794391" sldId="294"/>
            <ac:spMk id="65" creationId="{E62AD927-3B8E-4A8B-87D1-84E77432D0B4}"/>
          </ac:spMkLst>
        </pc:spChg>
        <pc:spChg chg="add mod">
          <ac:chgData name="Josué Silva de Morais" userId="f406c2cd-edfc-4057-be10-75858098c663" providerId="ADAL" clId="{A1824FC7-00A9-4708-B7FB-71BF84356830}" dt="2026-05-11T15:45:07.282" v="7501"/>
          <ac:spMkLst>
            <pc:docMk/>
            <pc:sldMk cId="229794391" sldId="294"/>
            <ac:spMk id="66" creationId="{F49EC3F7-6C0D-4A11-93C3-6A8C905FFADA}"/>
          </ac:spMkLst>
        </pc:spChg>
        <pc:spChg chg="add mod">
          <ac:chgData name="Josué Silva de Morais" userId="f406c2cd-edfc-4057-be10-75858098c663" providerId="ADAL" clId="{A1824FC7-00A9-4708-B7FB-71BF84356830}" dt="2026-05-11T15:45:07.285" v="7504"/>
          <ac:spMkLst>
            <pc:docMk/>
            <pc:sldMk cId="229794391" sldId="294"/>
            <ac:spMk id="67" creationId="{85E869F9-607A-4F62-9D83-FE77FB819215}"/>
          </ac:spMkLst>
        </pc:spChg>
        <pc:spChg chg="add mod">
          <ac:chgData name="Josué Silva de Morais" userId="f406c2cd-edfc-4057-be10-75858098c663" providerId="ADAL" clId="{A1824FC7-00A9-4708-B7FB-71BF84356830}" dt="2026-05-11T15:45:07.287" v="7507"/>
          <ac:spMkLst>
            <pc:docMk/>
            <pc:sldMk cId="229794391" sldId="294"/>
            <ac:spMk id="68" creationId="{0F1493B2-45DE-4B5A-BE1D-1D23214F4C4A}"/>
          </ac:spMkLst>
        </pc:spChg>
        <pc:spChg chg="add mod">
          <ac:chgData name="Josué Silva de Morais" userId="f406c2cd-edfc-4057-be10-75858098c663" providerId="ADAL" clId="{A1824FC7-00A9-4708-B7FB-71BF84356830}" dt="2026-05-11T15:45:07.289" v="7510"/>
          <ac:spMkLst>
            <pc:docMk/>
            <pc:sldMk cId="229794391" sldId="294"/>
            <ac:spMk id="69" creationId="{C32D09DE-BA6C-45B7-8CA4-9456F43386AA}"/>
          </ac:spMkLst>
        </pc:spChg>
        <pc:spChg chg="add mod">
          <ac:chgData name="Josué Silva de Morais" userId="f406c2cd-edfc-4057-be10-75858098c663" providerId="ADAL" clId="{A1824FC7-00A9-4708-B7FB-71BF84356830}" dt="2026-05-11T15:45:07.293" v="7513"/>
          <ac:spMkLst>
            <pc:docMk/>
            <pc:sldMk cId="229794391" sldId="294"/>
            <ac:spMk id="70" creationId="{FE5A346F-77E9-401F-BFF8-496EA73B4461}"/>
          </ac:spMkLst>
        </pc:spChg>
        <pc:spChg chg="add mod">
          <ac:chgData name="Josué Silva de Morais" userId="f406c2cd-edfc-4057-be10-75858098c663" providerId="ADAL" clId="{A1824FC7-00A9-4708-B7FB-71BF84356830}" dt="2026-05-11T15:45:07.298" v="7516"/>
          <ac:spMkLst>
            <pc:docMk/>
            <pc:sldMk cId="229794391" sldId="294"/>
            <ac:spMk id="71" creationId="{753914AF-E191-47BE-BAF9-7033CDB0EA3A}"/>
          </ac:spMkLst>
        </pc:spChg>
        <pc:spChg chg="add mod">
          <ac:chgData name="Josué Silva de Morais" userId="f406c2cd-edfc-4057-be10-75858098c663" providerId="ADAL" clId="{A1824FC7-00A9-4708-B7FB-71BF84356830}" dt="2026-05-11T15:45:07.302" v="7519"/>
          <ac:spMkLst>
            <pc:docMk/>
            <pc:sldMk cId="229794391" sldId="294"/>
            <ac:spMk id="72" creationId="{DCE017FD-7960-42BF-8640-A3D84DD3844C}"/>
          </ac:spMkLst>
        </pc:spChg>
        <pc:spChg chg="add mod">
          <ac:chgData name="Josué Silva de Morais" userId="f406c2cd-edfc-4057-be10-75858098c663" providerId="ADAL" clId="{A1824FC7-00A9-4708-B7FB-71BF84356830}" dt="2026-05-11T15:45:07.305" v="7522"/>
          <ac:spMkLst>
            <pc:docMk/>
            <pc:sldMk cId="229794391" sldId="294"/>
            <ac:spMk id="73" creationId="{8B8806F5-237C-40A7-86E1-6F4854935C86}"/>
          </ac:spMkLst>
        </pc:spChg>
        <pc:spChg chg="add mod">
          <ac:chgData name="Josué Silva de Morais" userId="f406c2cd-edfc-4057-be10-75858098c663" providerId="ADAL" clId="{A1824FC7-00A9-4708-B7FB-71BF84356830}" dt="2026-05-11T15:45:07.308" v="7525"/>
          <ac:spMkLst>
            <pc:docMk/>
            <pc:sldMk cId="229794391" sldId="294"/>
            <ac:spMk id="74" creationId="{51D2FA84-2480-4A05-A49B-F7353F6316A8}"/>
          </ac:spMkLst>
        </pc:spChg>
        <pc:spChg chg="add mod">
          <ac:chgData name="Josué Silva de Morais" userId="f406c2cd-edfc-4057-be10-75858098c663" providerId="ADAL" clId="{A1824FC7-00A9-4708-B7FB-71BF84356830}" dt="2026-05-11T15:45:07.313" v="7528"/>
          <ac:spMkLst>
            <pc:docMk/>
            <pc:sldMk cId="229794391" sldId="294"/>
            <ac:spMk id="75" creationId="{178E19D2-1AB4-4465-BEF0-089C96DC7CB9}"/>
          </ac:spMkLst>
        </pc:spChg>
        <pc:spChg chg="add mod">
          <ac:chgData name="Josué Silva de Morais" userId="f406c2cd-edfc-4057-be10-75858098c663" providerId="ADAL" clId="{A1824FC7-00A9-4708-B7FB-71BF84356830}" dt="2026-05-11T15:45:07.316" v="7531"/>
          <ac:spMkLst>
            <pc:docMk/>
            <pc:sldMk cId="229794391" sldId="294"/>
            <ac:spMk id="76" creationId="{029E077A-7319-4D08-844F-796633F5A537}"/>
          </ac:spMkLst>
        </pc:spChg>
        <pc:spChg chg="add mod">
          <ac:chgData name="Josué Silva de Morais" userId="f406c2cd-edfc-4057-be10-75858098c663" providerId="ADAL" clId="{A1824FC7-00A9-4708-B7FB-71BF84356830}" dt="2026-05-11T15:45:07.320" v="7534"/>
          <ac:spMkLst>
            <pc:docMk/>
            <pc:sldMk cId="229794391" sldId="294"/>
            <ac:spMk id="77" creationId="{B10393A4-18BB-40AB-B3BF-B06224B4A8A0}"/>
          </ac:spMkLst>
        </pc:spChg>
        <pc:spChg chg="add mod">
          <ac:chgData name="Josué Silva de Morais" userId="f406c2cd-edfc-4057-be10-75858098c663" providerId="ADAL" clId="{A1824FC7-00A9-4708-B7FB-71BF84356830}" dt="2026-05-11T15:45:07.323" v="7537"/>
          <ac:spMkLst>
            <pc:docMk/>
            <pc:sldMk cId="229794391" sldId="294"/>
            <ac:spMk id="78" creationId="{0BEF6A92-89C5-4CD4-B613-DA679E8FE94D}"/>
          </ac:spMkLst>
        </pc:spChg>
        <pc:spChg chg="add mod">
          <ac:chgData name="Josué Silva de Morais" userId="f406c2cd-edfc-4057-be10-75858098c663" providerId="ADAL" clId="{A1824FC7-00A9-4708-B7FB-71BF84356830}" dt="2026-05-11T15:45:07.329" v="7540"/>
          <ac:spMkLst>
            <pc:docMk/>
            <pc:sldMk cId="229794391" sldId="294"/>
            <ac:spMk id="79" creationId="{B03600EC-9A3A-4DA5-AFD0-C773FCC883B8}"/>
          </ac:spMkLst>
        </pc:spChg>
        <pc:spChg chg="add mod">
          <ac:chgData name="Josué Silva de Morais" userId="f406c2cd-edfc-4057-be10-75858098c663" providerId="ADAL" clId="{A1824FC7-00A9-4708-B7FB-71BF84356830}" dt="2026-05-11T15:45:07.331" v="7543"/>
          <ac:spMkLst>
            <pc:docMk/>
            <pc:sldMk cId="229794391" sldId="294"/>
            <ac:spMk id="80" creationId="{BF56FF5B-682D-4C4D-ACD6-B2C8F7E83E43}"/>
          </ac:spMkLst>
        </pc:spChg>
        <pc:spChg chg="add mod">
          <ac:chgData name="Josué Silva de Morais" userId="f406c2cd-edfc-4057-be10-75858098c663" providerId="ADAL" clId="{A1824FC7-00A9-4708-B7FB-71BF84356830}" dt="2026-05-11T15:45:07.334" v="7546"/>
          <ac:spMkLst>
            <pc:docMk/>
            <pc:sldMk cId="229794391" sldId="294"/>
            <ac:spMk id="81" creationId="{D9181D86-6290-4B8A-8994-68C4BA0912E9}"/>
          </ac:spMkLst>
        </pc:spChg>
        <pc:spChg chg="add mod">
          <ac:chgData name="Josué Silva de Morais" userId="f406c2cd-edfc-4057-be10-75858098c663" providerId="ADAL" clId="{A1824FC7-00A9-4708-B7FB-71BF84356830}" dt="2026-05-11T15:45:07.336" v="7549"/>
          <ac:spMkLst>
            <pc:docMk/>
            <pc:sldMk cId="229794391" sldId="294"/>
            <ac:spMk id="82" creationId="{A1119889-0838-4373-979A-C51539FE89EA}"/>
          </ac:spMkLst>
        </pc:spChg>
        <pc:spChg chg="add mod">
          <ac:chgData name="Josué Silva de Morais" userId="f406c2cd-edfc-4057-be10-75858098c663" providerId="ADAL" clId="{A1824FC7-00A9-4708-B7FB-71BF84356830}" dt="2026-05-11T15:45:07.339" v="7552"/>
          <ac:spMkLst>
            <pc:docMk/>
            <pc:sldMk cId="229794391" sldId="294"/>
            <ac:spMk id="83" creationId="{A3B3464A-3D76-4B30-BD2D-5C2335356157}"/>
          </ac:spMkLst>
        </pc:spChg>
        <pc:spChg chg="add mod">
          <ac:chgData name="Josué Silva de Morais" userId="f406c2cd-edfc-4057-be10-75858098c663" providerId="ADAL" clId="{A1824FC7-00A9-4708-B7FB-71BF84356830}" dt="2026-05-11T15:45:07.344" v="7555"/>
          <ac:spMkLst>
            <pc:docMk/>
            <pc:sldMk cId="229794391" sldId="294"/>
            <ac:spMk id="84" creationId="{5D057FE6-A961-4A20-B7AF-0DB253086458}"/>
          </ac:spMkLst>
        </pc:spChg>
        <pc:spChg chg="add mod">
          <ac:chgData name="Josué Silva de Morais" userId="f406c2cd-edfc-4057-be10-75858098c663" providerId="ADAL" clId="{A1824FC7-00A9-4708-B7FB-71BF84356830}" dt="2026-05-11T15:45:07.347" v="7558"/>
          <ac:spMkLst>
            <pc:docMk/>
            <pc:sldMk cId="229794391" sldId="294"/>
            <ac:spMk id="85" creationId="{971FB905-1C21-40E6-A45B-F6C518C20765}"/>
          </ac:spMkLst>
        </pc:spChg>
        <pc:spChg chg="add mod">
          <ac:chgData name="Josué Silva de Morais" userId="f406c2cd-edfc-4057-be10-75858098c663" providerId="ADAL" clId="{A1824FC7-00A9-4708-B7FB-71BF84356830}" dt="2026-05-11T15:45:07.350" v="7561"/>
          <ac:spMkLst>
            <pc:docMk/>
            <pc:sldMk cId="229794391" sldId="294"/>
            <ac:spMk id="86" creationId="{3718E587-2FD6-4717-8EAF-DF9951AE7568}"/>
          </ac:spMkLst>
        </pc:spChg>
        <pc:spChg chg="add mod">
          <ac:chgData name="Josué Silva de Morais" userId="f406c2cd-edfc-4057-be10-75858098c663" providerId="ADAL" clId="{A1824FC7-00A9-4708-B7FB-71BF84356830}" dt="2026-05-11T15:45:07.352" v="7564"/>
          <ac:spMkLst>
            <pc:docMk/>
            <pc:sldMk cId="229794391" sldId="294"/>
            <ac:spMk id="87" creationId="{E4D620CB-B316-4054-8600-4F08D59AA9D4}"/>
          </ac:spMkLst>
        </pc:spChg>
        <pc:spChg chg="add mod">
          <ac:chgData name="Josué Silva de Morais" userId="f406c2cd-edfc-4057-be10-75858098c663" providerId="ADAL" clId="{A1824FC7-00A9-4708-B7FB-71BF84356830}" dt="2026-05-11T15:45:07.355" v="7567"/>
          <ac:spMkLst>
            <pc:docMk/>
            <pc:sldMk cId="229794391" sldId="294"/>
            <ac:spMk id="88" creationId="{5909AEF5-BE79-45C8-97DB-813936967A3C}"/>
          </ac:spMkLst>
        </pc:spChg>
        <pc:spChg chg="add mod">
          <ac:chgData name="Josué Silva de Morais" userId="f406c2cd-edfc-4057-be10-75858098c663" providerId="ADAL" clId="{A1824FC7-00A9-4708-B7FB-71BF84356830}" dt="2026-05-11T15:45:07.357" v="7570"/>
          <ac:spMkLst>
            <pc:docMk/>
            <pc:sldMk cId="229794391" sldId="294"/>
            <ac:spMk id="89" creationId="{AA2ADC14-27DC-450A-8B59-93ABF17AF329}"/>
          </ac:spMkLst>
        </pc:spChg>
        <pc:spChg chg="add mod">
          <ac:chgData name="Josué Silva de Morais" userId="f406c2cd-edfc-4057-be10-75858098c663" providerId="ADAL" clId="{A1824FC7-00A9-4708-B7FB-71BF84356830}" dt="2026-05-11T15:45:07.363" v="7573"/>
          <ac:spMkLst>
            <pc:docMk/>
            <pc:sldMk cId="229794391" sldId="294"/>
            <ac:spMk id="90" creationId="{38AE7C4F-A6CD-4FF5-9606-5E35DE503DDA}"/>
          </ac:spMkLst>
        </pc:spChg>
        <pc:spChg chg="add mod">
          <ac:chgData name="Josué Silva de Morais" userId="f406c2cd-edfc-4057-be10-75858098c663" providerId="ADAL" clId="{A1824FC7-00A9-4708-B7FB-71BF84356830}" dt="2026-05-11T15:45:07.365" v="7576"/>
          <ac:spMkLst>
            <pc:docMk/>
            <pc:sldMk cId="229794391" sldId="294"/>
            <ac:spMk id="91" creationId="{B88DDE4F-198B-483E-9EC1-4BF06323ACDF}"/>
          </ac:spMkLst>
        </pc:spChg>
        <pc:spChg chg="add mod">
          <ac:chgData name="Josué Silva de Morais" userId="f406c2cd-edfc-4057-be10-75858098c663" providerId="ADAL" clId="{A1824FC7-00A9-4708-B7FB-71BF84356830}" dt="2026-05-11T15:45:07.367" v="7579"/>
          <ac:spMkLst>
            <pc:docMk/>
            <pc:sldMk cId="229794391" sldId="294"/>
            <ac:spMk id="92" creationId="{3EF12DBD-282E-4423-9E4A-7E9B28908B23}"/>
          </ac:spMkLst>
        </pc:spChg>
        <pc:spChg chg="add mod">
          <ac:chgData name="Josué Silva de Morais" userId="f406c2cd-edfc-4057-be10-75858098c663" providerId="ADAL" clId="{A1824FC7-00A9-4708-B7FB-71BF84356830}" dt="2026-05-11T15:45:07.370" v="7582"/>
          <ac:spMkLst>
            <pc:docMk/>
            <pc:sldMk cId="229794391" sldId="294"/>
            <ac:spMk id="93" creationId="{E142BDF7-CC4F-4849-B10F-D35A7E95F0B7}"/>
          </ac:spMkLst>
        </pc:spChg>
        <pc:spChg chg="add mod">
          <ac:chgData name="Josué Silva de Morais" userId="f406c2cd-edfc-4057-be10-75858098c663" providerId="ADAL" clId="{A1824FC7-00A9-4708-B7FB-71BF84356830}" dt="2026-05-11T15:45:07.373" v="7585"/>
          <ac:spMkLst>
            <pc:docMk/>
            <pc:sldMk cId="229794391" sldId="294"/>
            <ac:spMk id="94" creationId="{A1D15685-27B1-4896-AF43-89EB2FB9FB00}"/>
          </ac:spMkLst>
        </pc:spChg>
        <pc:spChg chg="add mod">
          <ac:chgData name="Josué Silva de Morais" userId="f406c2cd-edfc-4057-be10-75858098c663" providerId="ADAL" clId="{A1824FC7-00A9-4708-B7FB-71BF84356830}" dt="2026-05-11T15:45:07.378" v="7588"/>
          <ac:spMkLst>
            <pc:docMk/>
            <pc:sldMk cId="229794391" sldId="294"/>
            <ac:spMk id="95" creationId="{FC25D354-0F65-4109-8C92-7DE553A2BBB9}"/>
          </ac:spMkLst>
        </pc:spChg>
        <pc:spChg chg="add mod">
          <ac:chgData name="Josué Silva de Morais" userId="f406c2cd-edfc-4057-be10-75858098c663" providerId="ADAL" clId="{A1824FC7-00A9-4708-B7FB-71BF84356830}" dt="2026-05-11T15:45:07.381" v="7591"/>
          <ac:spMkLst>
            <pc:docMk/>
            <pc:sldMk cId="229794391" sldId="294"/>
            <ac:spMk id="96" creationId="{55351112-3ECC-4D03-85A4-EAB003FCA64D}"/>
          </ac:spMkLst>
        </pc:spChg>
        <pc:spChg chg="add mod">
          <ac:chgData name="Josué Silva de Morais" userId="f406c2cd-edfc-4057-be10-75858098c663" providerId="ADAL" clId="{A1824FC7-00A9-4708-B7FB-71BF84356830}" dt="2026-05-11T15:45:07.383" v="7594"/>
          <ac:spMkLst>
            <pc:docMk/>
            <pc:sldMk cId="229794391" sldId="294"/>
            <ac:spMk id="97" creationId="{CEE0BFC2-0101-4EB3-AAE3-765994F41739}"/>
          </ac:spMkLst>
        </pc:spChg>
        <pc:spChg chg="add mod">
          <ac:chgData name="Josué Silva de Morais" userId="f406c2cd-edfc-4057-be10-75858098c663" providerId="ADAL" clId="{A1824FC7-00A9-4708-B7FB-71BF84356830}" dt="2026-05-11T15:45:07.385" v="7597"/>
          <ac:spMkLst>
            <pc:docMk/>
            <pc:sldMk cId="229794391" sldId="294"/>
            <ac:spMk id="98" creationId="{DA4DFE05-1C7A-4F32-811B-8F2B7D9809C7}"/>
          </ac:spMkLst>
        </pc:spChg>
        <pc:spChg chg="add mod">
          <ac:chgData name="Josué Silva de Morais" userId="f406c2cd-edfc-4057-be10-75858098c663" providerId="ADAL" clId="{A1824FC7-00A9-4708-B7FB-71BF84356830}" dt="2026-05-11T15:45:07.388" v="7600"/>
          <ac:spMkLst>
            <pc:docMk/>
            <pc:sldMk cId="229794391" sldId="294"/>
            <ac:spMk id="99" creationId="{D8822B38-A472-4AD3-AEEC-6A1F6DF89137}"/>
          </ac:spMkLst>
        </pc:spChg>
        <pc:spChg chg="add mod">
          <ac:chgData name="Josué Silva de Morais" userId="f406c2cd-edfc-4057-be10-75858098c663" providerId="ADAL" clId="{A1824FC7-00A9-4708-B7FB-71BF84356830}" dt="2026-05-11T15:45:07.394" v="7603"/>
          <ac:spMkLst>
            <pc:docMk/>
            <pc:sldMk cId="229794391" sldId="294"/>
            <ac:spMk id="100" creationId="{F8996895-2793-43D0-80E8-671B2D3EFBB9}"/>
          </ac:spMkLst>
        </pc:spChg>
        <pc:spChg chg="add mod">
          <ac:chgData name="Josué Silva de Morais" userId="f406c2cd-edfc-4057-be10-75858098c663" providerId="ADAL" clId="{A1824FC7-00A9-4708-B7FB-71BF84356830}" dt="2026-05-11T15:45:07.404" v="7614"/>
          <ac:spMkLst>
            <pc:docMk/>
            <pc:sldMk cId="229794391" sldId="294"/>
            <ac:spMk id="101" creationId="{BB7E28BA-4863-4214-915F-E2FBF1EA7508}"/>
          </ac:spMkLst>
        </pc:spChg>
        <pc:spChg chg="add mod">
          <ac:chgData name="Josué Silva de Morais" userId="f406c2cd-edfc-4057-be10-75858098c663" providerId="ADAL" clId="{A1824FC7-00A9-4708-B7FB-71BF84356830}" dt="2026-05-11T15:45:07.416" v="7625"/>
          <ac:spMkLst>
            <pc:docMk/>
            <pc:sldMk cId="229794391" sldId="294"/>
            <ac:spMk id="102" creationId="{8205CEFF-89CD-4C09-B457-CB77284D223A}"/>
          </ac:spMkLst>
        </pc:spChg>
        <pc:spChg chg="add mod">
          <ac:chgData name="Josué Silva de Morais" userId="f406c2cd-edfc-4057-be10-75858098c663" providerId="ADAL" clId="{A1824FC7-00A9-4708-B7FB-71BF84356830}" dt="2026-05-11T15:45:07.420" v="7629"/>
          <ac:spMkLst>
            <pc:docMk/>
            <pc:sldMk cId="229794391" sldId="294"/>
            <ac:spMk id="103" creationId="{AE984181-7E75-468E-87D8-02CE8F4C002F}"/>
          </ac:spMkLst>
        </pc:spChg>
        <pc:spChg chg="add mod">
          <ac:chgData name="Josué Silva de Morais" userId="f406c2cd-edfc-4057-be10-75858098c663" providerId="ADAL" clId="{A1824FC7-00A9-4708-B7FB-71BF84356830}" dt="2026-05-11T15:45:07.428" v="7636"/>
          <ac:spMkLst>
            <pc:docMk/>
            <pc:sldMk cId="229794391" sldId="294"/>
            <ac:spMk id="104" creationId="{EB3928C7-341B-4727-B2F0-C8309004D71E}"/>
          </ac:spMkLst>
        </pc:spChg>
        <pc:spChg chg="add mod">
          <ac:chgData name="Josué Silva de Morais" userId="f406c2cd-edfc-4057-be10-75858098c663" providerId="ADAL" clId="{A1824FC7-00A9-4708-B7FB-71BF84356830}" dt="2026-05-11T15:45:07.435" v="7642"/>
          <ac:spMkLst>
            <pc:docMk/>
            <pc:sldMk cId="229794391" sldId="294"/>
            <ac:spMk id="105" creationId="{7599BD3E-7161-4B4A-BCC8-AF8A27ADB561}"/>
          </ac:spMkLst>
        </pc:spChg>
        <pc:spChg chg="add mod">
          <ac:chgData name="Josué Silva de Morais" userId="f406c2cd-edfc-4057-be10-75858098c663" providerId="ADAL" clId="{A1824FC7-00A9-4708-B7FB-71BF84356830}" dt="2026-05-11T15:45:07.440" v="7646"/>
          <ac:spMkLst>
            <pc:docMk/>
            <pc:sldMk cId="229794391" sldId="294"/>
            <ac:spMk id="106" creationId="{426229EC-051C-4E77-AA5C-78209C0885B1}"/>
          </ac:spMkLst>
        </pc:spChg>
        <pc:spChg chg="add mod">
          <ac:chgData name="Josué Silva de Morais" userId="f406c2cd-edfc-4057-be10-75858098c663" providerId="ADAL" clId="{A1824FC7-00A9-4708-B7FB-71BF84356830}" dt="2026-05-11T15:45:07.448" v="7653"/>
          <ac:spMkLst>
            <pc:docMk/>
            <pc:sldMk cId="229794391" sldId="294"/>
            <ac:spMk id="107" creationId="{BBA1556F-446E-4C12-B20C-CA8FD98AC59A}"/>
          </ac:spMkLst>
        </pc:spChg>
        <pc:spChg chg="add mod">
          <ac:chgData name="Josué Silva de Morais" userId="f406c2cd-edfc-4057-be10-75858098c663" providerId="ADAL" clId="{A1824FC7-00A9-4708-B7FB-71BF84356830}" dt="2026-05-11T15:45:07.455" v="7659"/>
          <ac:spMkLst>
            <pc:docMk/>
            <pc:sldMk cId="229794391" sldId="294"/>
            <ac:spMk id="108" creationId="{C2659C57-4145-4A34-95C5-09EFEC3162E4}"/>
          </ac:spMkLst>
        </pc:spChg>
        <pc:spChg chg="add mod">
          <ac:chgData name="Josué Silva de Morais" userId="f406c2cd-edfc-4057-be10-75858098c663" providerId="ADAL" clId="{A1824FC7-00A9-4708-B7FB-71BF84356830}" dt="2026-05-11T15:45:07.458" v="7663"/>
          <ac:spMkLst>
            <pc:docMk/>
            <pc:sldMk cId="229794391" sldId="294"/>
            <ac:spMk id="109" creationId="{95C2B733-E6F1-46AC-823A-B74EF0AB61A8}"/>
          </ac:spMkLst>
        </pc:spChg>
        <pc:spChg chg="add mod">
          <ac:chgData name="Josué Silva de Morais" userId="f406c2cd-edfc-4057-be10-75858098c663" providerId="ADAL" clId="{A1824FC7-00A9-4708-B7FB-71BF84356830}" dt="2026-05-11T15:45:07.468" v="7670"/>
          <ac:spMkLst>
            <pc:docMk/>
            <pc:sldMk cId="229794391" sldId="294"/>
            <ac:spMk id="110" creationId="{13D8D38D-71FE-42C9-87F2-38BCA441403B}"/>
          </ac:spMkLst>
        </pc:spChg>
        <pc:spChg chg="add mod">
          <ac:chgData name="Josué Silva de Morais" userId="f406c2cd-edfc-4057-be10-75858098c663" providerId="ADAL" clId="{A1824FC7-00A9-4708-B7FB-71BF84356830}" dt="2026-05-11T15:45:07.474" v="7676"/>
          <ac:spMkLst>
            <pc:docMk/>
            <pc:sldMk cId="229794391" sldId="294"/>
            <ac:spMk id="111" creationId="{96959124-F51C-4F58-A3DF-A64F0275BF18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5:40.666" v="7939"/>
        <pc:sldMkLst>
          <pc:docMk/>
          <pc:sldMk cId="4145255588" sldId="295"/>
        </pc:sldMkLst>
        <pc:spChg chg="add mod">
          <ac:chgData name="Josué Silva de Morais" userId="f406c2cd-edfc-4057-be10-75858098c663" providerId="ADAL" clId="{A1824FC7-00A9-4708-B7FB-71BF84356830}" dt="2026-05-11T15:45:40.308" v="7680"/>
          <ac:spMkLst>
            <pc:docMk/>
            <pc:sldMk cId="4145255588" sldId="295"/>
            <ac:spMk id="2" creationId="{B2905EFB-A515-40C4-B541-C94EA7225B8D}"/>
          </ac:spMkLst>
        </pc:spChg>
        <pc:spChg chg="add mod">
          <ac:chgData name="Josué Silva de Morais" userId="f406c2cd-edfc-4057-be10-75858098c663" providerId="ADAL" clId="{A1824FC7-00A9-4708-B7FB-71BF84356830}" dt="2026-05-11T15:45:40.316" v="7687"/>
          <ac:spMkLst>
            <pc:docMk/>
            <pc:sldMk cId="4145255588" sldId="295"/>
            <ac:spMk id="3" creationId="{16F7769C-1B23-42E3-858F-92715A857C81}"/>
          </ac:spMkLst>
        </pc:spChg>
        <pc:spChg chg="add mod">
          <ac:chgData name="Josué Silva de Morais" userId="f406c2cd-edfc-4057-be10-75858098c663" providerId="ADAL" clId="{A1824FC7-00A9-4708-B7FB-71BF84356830}" dt="2026-05-11T15:45:40.325" v="7693"/>
          <ac:spMkLst>
            <pc:docMk/>
            <pc:sldMk cId="4145255588" sldId="295"/>
            <ac:spMk id="4" creationId="{F87C9026-A3EA-4E50-9E67-4E27BDBFCFE8}"/>
          </ac:spMkLst>
        </pc:spChg>
        <pc:spChg chg="add mod">
          <ac:chgData name="Josué Silva de Morais" userId="f406c2cd-edfc-4057-be10-75858098c663" providerId="ADAL" clId="{A1824FC7-00A9-4708-B7FB-71BF84356830}" dt="2026-05-11T15:45:40.329" v="7697"/>
          <ac:spMkLst>
            <pc:docMk/>
            <pc:sldMk cId="4145255588" sldId="295"/>
            <ac:spMk id="5" creationId="{AC7B9A7E-0E3D-469F-87D0-CC73712155A6}"/>
          </ac:spMkLst>
        </pc:spChg>
        <pc:spChg chg="add mod">
          <ac:chgData name="Josué Silva de Morais" userId="f406c2cd-edfc-4057-be10-75858098c663" providerId="ADAL" clId="{A1824FC7-00A9-4708-B7FB-71BF84356830}" dt="2026-05-11T15:45:40.331" v="7700"/>
          <ac:spMkLst>
            <pc:docMk/>
            <pc:sldMk cId="4145255588" sldId="295"/>
            <ac:spMk id="6" creationId="{4100BDE0-F8EF-4BF4-8E8F-F58BBE67E0AB}"/>
          </ac:spMkLst>
        </pc:spChg>
        <pc:spChg chg="add mod">
          <ac:chgData name="Josué Silva de Morais" userId="f406c2cd-edfc-4057-be10-75858098c663" providerId="ADAL" clId="{A1824FC7-00A9-4708-B7FB-71BF84356830}" dt="2026-05-11T15:45:40.340" v="7707"/>
          <ac:spMkLst>
            <pc:docMk/>
            <pc:sldMk cId="4145255588" sldId="295"/>
            <ac:spMk id="7" creationId="{8AD4B28C-F847-498A-9791-F3A20E4E70FA}"/>
          </ac:spMkLst>
        </pc:spChg>
        <pc:spChg chg="add mod">
          <ac:chgData name="Josué Silva de Morais" userId="f406c2cd-edfc-4057-be10-75858098c663" providerId="ADAL" clId="{A1824FC7-00A9-4708-B7FB-71BF84356830}" dt="2026-05-11T15:45:40.348" v="7713"/>
          <ac:spMkLst>
            <pc:docMk/>
            <pc:sldMk cId="4145255588" sldId="295"/>
            <ac:spMk id="8" creationId="{1CF23ABA-5472-4903-BFBF-CC1BF0E973E2}"/>
          </ac:spMkLst>
        </pc:spChg>
        <pc:spChg chg="add mod">
          <ac:chgData name="Josué Silva de Morais" userId="f406c2cd-edfc-4057-be10-75858098c663" providerId="ADAL" clId="{A1824FC7-00A9-4708-B7FB-71BF84356830}" dt="2026-05-11T15:45:40.356" v="7720"/>
          <ac:spMkLst>
            <pc:docMk/>
            <pc:sldMk cId="4145255588" sldId="295"/>
            <ac:spMk id="9" creationId="{E54601D5-4B94-4B96-BD5B-BEC806C84D27}"/>
          </ac:spMkLst>
        </pc:spChg>
        <pc:spChg chg="add mod">
          <ac:chgData name="Josué Silva de Morais" userId="f406c2cd-edfc-4057-be10-75858098c663" providerId="ADAL" clId="{A1824FC7-00A9-4708-B7FB-71BF84356830}" dt="2026-05-11T15:45:40.363" v="7727"/>
          <ac:spMkLst>
            <pc:docMk/>
            <pc:sldMk cId="4145255588" sldId="295"/>
            <ac:spMk id="10" creationId="{EB817852-9D18-416D-8AB4-087FC0BB0C3F}"/>
          </ac:spMkLst>
        </pc:spChg>
        <pc:spChg chg="add mod">
          <ac:chgData name="Josué Silva de Morais" userId="f406c2cd-edfc-4057-be10-75858098c663" providerId="ADAL" clId="{A1824FC7-00A9-4708-B7FB-71BF84356830}" dt="2026-05-11T15:45:40.365" v="7730"/>
          <ac:spMkLst>
            <pc:docMk/>
            <pc:sldMk cId="4145255588" sldId="295"/>
            <ac:spMk id="11" creationId="{F254E820-809D-43A0-90CE-59513EC1F3F7}"/>
          </ac:spMkLst>
        </pc:spChg>
        <pc:spChg chg="add mod">
          <ac:chgData name="Josué Silva de Morais" userId="f406c2cd-edfc-4057-be10-75858098c663" providerId="ADAL" clId="{A1824FC7-00A9-4708-B7FB-71BF84356830}" dt="2026-05-11T15:45:40.369" v="7733"/>
          <ac:spMkLst>
            <pc:docMk/>
            <pc:sldMk cId="4145255588" sldId="295"/>
            <ac:spMk id="12" creationId="{18274948-2709-4C3B-9BCE-7BDE826C8FC6}"/>
          </ac:spMkLst>
        </pc:spChg>
        <pc:spChg chg="add mod">
          <ac:chgData name="Josué Silva de Morais" userId="f406c2cd-edfc-4057-be10-75858098c663" providerId="ADAL" clId="{A1824FC7-00A9-4708-B7FB-71BF84356830}" dt="2026-05-11T15:45:40.374" v="7736"/>
          <ac:spMkLst>
            <pc:docMk/>
            <pc:sldMk cId="4145255588" sldId="295"/>
            <ac:spMk id="13" creationId="{DFC9058A-1D41-4583-BCB0-7430F267505E}"/>
          </ac:spMkLst>
        </pc:spChg>
        <pc:spChg chg="add mod">
          <ac:chgData name="Josué Silva de Morais" userId="f406c2cd-edfc-4057-be10-75858098c663" providerId="ADAL" clId="{A1824FC7-00A9-4708-B7FB-71BF84356830}" dt="2026-05-11T15:45:40.378" v="7739"/>
          <ac:spMkLst>
            <pc:docMk/>
            <pc:sldMk cId="4145255588" sldId="295"/>
            <ac:spMk id="14" creationId="{BF7C0FD2-1E89-4556-9D2E-D52D6E9BA849}"/>
          </ac:spMkLst>
        </pc:spChg>
        <pc:spChg chg="add mod">
          <ac:chgData name="Josué Silva de Morais" userId="f406c2cd-edfc-4057-be10-75858098c663" providerId="ADAL" clId="{A1824FC7-00A9-4708-B7FB-71BF84356830}" dt="2026-05-11T15:45:40.382" v="7742"/>
          <ac:spMkLst>
            <pc:docMk/>
            <pc:sldMk cId="4145255588" sldId="295"/>
            <ac:spMk id="15" creationId="{D8124D57-42EB-459E-B8BD-8C7523E774FD}"/>
          </ac:spMkLst>
        </pc:spChg>
        <pc:spChg chg="add mod">
          <ac:chgData name="Josué Silva de Morais" userId="f406c2cd-edfc-4057-be10-75858098c663" providerId="ADAL" clId="{A1824FC7-00A9-4708-B7FB-71BF84356830}" dt="2026-05-11T15:45:40.384" v="7745"/>
          <ac:spMkLst>
            <pc:docMk/>
            <pc:sldMk cId="4145255588" sldId="295"/>
            <ac:spMk id="16" creationId="{7BA2FC61-66FE-4D20-92C7-13EA2AE39F4E}"/>
          </ac:spMkLst>
        </pc:spChg>
        <pc:spChg chg="add mod">
          <ac:chgData name="Josué Silva de Morais" userId="f406c2cd-edfc-4057-be10-75858098c663" providerId="ADAL" clId="{A1824FC7-00A9-4708-B7FB-71BF84356830}" dt="2026-05-11T15:45:40.387" v="7748"/>
          <ac:spMkLst>
            <pc:docMk/>
            <pc:sldMk cId="4145255588" sldId="295"/>
            <ac:spMk id="17" creationId="{E1790949-CA28-47FD-A4C4-CA2085AE8661}"/>
          </ac:spMkLst>
        </pc:spChg>
        <pc:spChg chg="add mod">
          <ac:chgData name="Josué Silva de Morais" userId="f406c2cd-edfc-4057-be10-75858098c663" providerId="ADAL" clId="{A1824FC7-00A9-4708-B7FB-71BF84356830}" dt="2026-05-11T15:45:40.393" v="7751"/>
          <ac:spMkLst>
            <pc:docMk/>
            <pc:sldMk cId="4145255588" sldId="295"/>
            <ac:spMk id="18" creationId="{ECF4A023-D91B-4A48-8FCC-E0FC9A5756A7}"/>
          </ac:spMkLst>
        </pc:spChg>
        <pc:spChg chg="add mod">
          <ac:chgData name="Josué Silva de Morais" userId="f406c2cd-edfc-4057-be10-75858098c663" providerId="ADAL" clId="{A1824FC7-00A9-4708-B7FB-71BF84356830}" dt="2026-05-11T15:45:40.396" v="7754"/>
          <ac:spMkLst>
            <pc:docMk/>
            <pc:sldMk cId="4145255588" sldId="295"/>
            <ac:spMk id="19" creationId="{D43181DC-5D96-4578-9F61-A48D69966EC4}"/>
          </ac:spMkLst>
        </pc:spChg>
        <pc:spChg chg="add mod">
          <ac:chgData name="Josué Silva de Morais" userId="f406c2cd-edfc-4057-be10-75858098c663" providerId="ADAL" clId="{A1824FC7-00A9-4708-B7FB-71BF84356830}" dt="2026-05-11T15:45:40.401" v="7757"/>
          <ac:spMkLst>
            <pc:docMk/>
            <pc:sldMk cId="4145255588" sldId="295"/>
            <ac:spMk id="20" creationId="{55BDE532-3C33-423A-85E3-7E90A8D31C92}"/>
          </ac:spMkLst>
        </pc:spChg>
        <pc:spChg chg="add mod">
          <ac:chgData name="Josué Silva de Morais" userId="f406c2cd-edfc-4057-be10-75858098c663" providerId="ADAL" clId="{A1824FC7-00A9-4708-B7FB-71BF84356830}" dt="2026-05-11T15:45:40.403" v="7760"/>
          <ac:spMkLst>
            <pc:docMk/>
            <pc:sldMk cId="4145255588" sldId="295"/>
            <ac:spMk id="21" creationId="{E4543AE8-C71A-4C1F-975B-4DBD49821FE8}"/>
          </ac:spMkLst>
        </pc:spChg>
        <pc:spChg chg="add mod">
          <ac:chgData name="Josué Silva de Morais" userId="f406c2cd-edfc-4057-be10-75858098c663" providerId="ADAL" clId="{A1824FC7-00A9-4708-B7FB-71BF84356830}" dt="2026-05-11T15:45:40.408" v="7763"/>
          <ac:spMkLst>
            <pc:docMk/>
            <pc:sldMk cId="4145255588" sldId="295"/>
            <ac:spMk id="22" creationId="{29AF65AA-1FCA-44FA-A1DC-56A473706134}"/>
          </ac:spMkLst>
        </pc:spChg>
        <pc:spChg chg="add mod">
          <ac:chgData name="Josué Silva de Morais" userId="f406c2cd-edfc-4057-be10-75858098c663" providerId="ADAL" clId="{A1824FC7-00A9-4708-B7FB-71BF84356830}" dt="2026-05-11T15:45:40.410" v="7766"/>
          <ac:spMkLst>
            <pc:docMk/>
            <pc:sldMk cId="4145255588" sldId="295"/>
            <ac:spMk id="23" creationId="{22E317AA-B85B-4D28-AE90-5EA45EA14F81}"/>
          </ac:spMkLst>
        </pc:spChg>
        <pc:spChg chg="add mod">
          <ac:chgData name="Josué Silva de Morais" userId="f406c2cd-edfc-4057-be10-75858098c663" providerId="ADAL" clId="{A1824FC7-00A9-4708-B7FB-71BF84356830}" dt="2026-05-11T15:45:40.420" v="7773"/>
          <ac:spMkLst>
            <pc:docMk/>
            <pc:sldMk cId="4145255588" sldId="295"/>
            <ac:spMk id="24" creationId="{268E0144-20F2-4D63-82B8-FBA503F95AE6}"/>
          </ac:spMkLst>
        </pc:spChg>
        <pc:spChg chg="add mod">
          <ac:chgData name="Josué Silva de Morais" userId="f406c2cd-edfc-4057-be10-75858098c663" providerId="ADAL" clId="{A1824FC7-00A9-4708-B7FB-71BF84356830}" dt="2026-05-11T15:45:40.426" v="7777"/>
          <ac:spMkLst>
            <pc:docMk/>
            <pc:sldMk cId="4145255588" sldId="295"/>
            <ac:spMk id="25" creationId="{54B5DB6A-35F6-4540-A602-9DC90427C9FA}"/>
          </ac:spMkLst>
        </pc:spChg>
        <pc:spChg chg="add mod">
          <ac:chgData name="Josué Silva de Morais" userId="f406c2cd-edfc-4057-be10-75858098c663" providerId="ADAL" clId="{A1824FC7-00A9-4708-B7FB-71BF84356830}" dt="2026-05-11T15:45:40.430" v="7780"/>
          <ac:spMkLst>
            <pc:docMk/>
            <pc:sldMk cId="4145255588" sldId="295"/>
            <ac:spMk id="26" creationId="{CB75B74D-3704-469C-A529-F356980B83F4}"/>
          </ac:spMkLst>
        </pc:spChg>
        <pc:spChg chg="add mod">
          <ac:chgData name="Josué Silva de Morais" userId="f406c2cd-edfc-4057-be10-75858098c663" providerId="ADAL" clId="{A1824FC7-00A9-4708-B7FB-71BF84356830}" dt="2026-05-11T15:45:40.436" v="7787"/>
          <ac:spMkLst>
            <pc:docMk/>
            <pc:sldMk cId="4145255588" sldId="295"/>
            <ac:spMk id="27" creationId="{37FCA0C5-666C-4ABC-A281-B26C2B88EDD4}"/>
          </ac:spMkLst>
        </pc:spChg>
        <pc:spChg chg="add mod">
          <ac:chgData name="Josué Silva de Morais" userId="f406c2cd-edfc-4057-be10-75858098c663" providerId="ADAL" clId="{A1824FC7-00A9-4708-B7FB-71BF84356830}" dt="2026-05-11T15:45:40.445" v="7793"/>
          <ac:spMkLst>
            <pc:docMk/>
            <pc:sldMk cId="4145255588" sldId="295"/>
            <ac:spMk id="28" creationId="{7A27639C-843D-49CF-B6A4-7C180F6FBD0E}"/>
          </ac:spMkLst>
        </pc:spChg>
        <pc:spChg chg="add mod">
          <ac:chgData name="Josué Silva de Morais" userId="f406c2cd-edfc-4057-be10-75858098c663" providerId="ADAL" clId="{A1824FC7-00A9-4708-B7FB-71BF84356830}" dt="2026-05-11T15:45:40.453" v="7800"/>
          <ac:spMkLst>
            <pc:docMk/>
            <pc:sldMk cId="4145255588" sldId="295"/>
            <ac:spMk id="29" creationId="{61E2EB1B-7141-42C8-93CF-FAF71BD000CF}"/>
          </ac:spMkLst>
        </pc:spChg>
        <pc:spChg chg="add mod">
          <ac:chgData name="Josué Silva de Morais" userId="f406c2cd-edfc-4057-be10-75858098c663" providerId="ADAL" clId="{A1824FC7-00A9-4708-B7FB-71BF84356830}" dt="2026-05-11T15:45:40.463" v="7807"/>
          <ac:spMkLst>
            <pc:docMk/>
            <pc:sldMk cId="4145255588" sldId="295"/>
            <ac:spMk id="30" creationId="{5989CBC8-1702-4193-A39F-420E3D096F0C}"/>
          </ac:spMkLst>
        </pc:spChg>
        <pc:spChg chg="add mod">
          <ac:chgData name="Josué Silva de Morais" userId="f406c2cd-edfc-4057-be10-75858098c663" providerId="ADAL" clId="{A1824FC7-00A9-4708-B7FB-71BF84356830}" dt="2026-05-11T15:45:40.466" v="7810"/>
          <ac:spMkLst>
            <pc:docMk/>
            <pc:sldMk cId="4145255588" sldId="295"/>
            <ac:spMk id="31" creationId="{5DE16D19-FFC6-4595-B48F-2ED454FC03A1}"/>
          </ac:spMkLst>
        </pc:spChg>
        <pc:spChg chg="add mod">
          <ac:chgData name="Josué Silva de Morais" userId="f406c2cd-edfc-4057-be10-75858098c663" providerId="ADAL" clId="{A1824FC7-00A9-4708-B7FB-71BF84356830}" dt="2026-05-11T15:45:40.470" v="7813"/>
          <ac:spMkLst>
            <pc:docMk/>
            <pc:sldMk cId="4145255588" sldId="295"/>
            <ac:spMk id="32" creationId="{84E5A0EB-3CB0-4DD3-8A44-CCF167E8B339}"/>
          </ac:spMkLst>
        </pc:spChg>
        <pc:spChg chg="add mod">
          <ac:chgData name="Josué Silva de Morais" userId="f406c2cd-edfc-4057-be10-75858098c663" providerId="ADAL" clId="{A1824FC7-00A9-4708-B7FB-71BF84356830}" dt="2026-05-11T15:45:40.476" v="7816"/>
          <ac:spMkLst>
            <pc:docMk/>
            <pc:sldMk cId="4145255588" sldId="295"/>
            <ac:spMk id="33" creationId="{2D9EB957-E2F5-4C27-9B72-3949B261391F}"/>
          </ac:spMkLst>
        </pc:spChg>
        <pc:spChg chg="add mod">
          <ac:chgData name="Josué Silva de Morais" userId="f406c2cd-edfc-4057-be10-75858098c663" providerId="ADAL" clId="{A1824FC7-00A9-4708-B7FB-71BF84356830}" dt="2026-05-11T15:45:40.514" v="7819"/>
          <ac:spMkLst>
            <pc:docMk/>
            <pc:sldMk cId="4145255588" sldId="295"/>
            <ac:spMk id="34" creationId="{008765A3-0ECA-407A-A15E-2E9936768C39}"/>
          </ac:spMkLst>
        </pc:spChg>
        <pc:spChg chg="add mod">
          <ac:chgData name="Josué Silva de Morais" userId="f406c2cd-edfc-4057-be10-75858098c663" providerId="ADAL" clId="{A1824FC7-00A9-4708-B7FB-71BF84356830}" dt="2026-05-11T15:45:40.528" v="7822"/>
          <ac:spMkLst>
            <pc:docMk/>
            <pc:sldMk cId="4145255588" sldId="295"/>
            <ac:spMk id="35" creationId="{B9E9E2FD-916E-4F3B-BBF3-50B83D66B2F2}"/>
          </ac:spMkLst>
        </pc:spChg>
        <pc:spChg chg="add mod">
          <ac:chgData name="Josué Silva de Morais" userId="f406c2cd-edfc-4057-be10-75858098c663" providerId="ADAL" clId="{A1824FC7-00A9-4708-B7FB-71BF84356830}" dt="2026-05-11T15:45:40.531" v="7825"/>
          <ac:spMkLst>
            <pc:docMk/>
            <pc:sldMk cId="4145255588" sldId="295"/>
            <ac:spMk id="36" creationId="{4C6B538C-E373-41A1-84DC-160F79E7470F}"/>
          </ac:spMkLst>
        </pc:spChg>
        <pc:spChg chg="add mod">
          <ac:chgData name="Josué Silva de Morais" userId="f406c2cd-edfc-4057-be10-75858098c663" providerId="ADAL" clId="{A1824FC7-00A9-4708-B7FB-71BF84356830}" dt="2026-05-11T15:45:40.534" v="7828"/>
          <ac:spMkLst>
            <pc:docMk/>
            <pc:sldMk cId="4145255588" sldId="295"/>
            <ac:spMk id="37" creationId="{603F127C-1EB6-4498-8DA9-45D594302305}"/>
          </ac:spMkLst>
        </pc:spChg>
        <pc:spChg chg="add mod">
          <ac:chgData name="Josué Silva de Morais" userId="f406c2cd-edfc-4057-be10-75858098c663" providerId="ADAL" clId="{A1824FC7-00A9-4708-B7FB-71BF84356830}" dt="2026-05-11T15:45:40.536" v="7831"/>
          <ac:spMkLst>
            <pc:docMk/>
            <pc:sldMk cId="4145255588" sldId="295"/>
            <ac:spMk id="38" creationId="{F568BF2F-0125-41BC-B64F-6524BB81B35B}"/>
          </ac:spMkLst>
        </pc:spChg>
        <pc:spChg chg="add mod">
          <ac:chgData name="Josué Silva de Morais" userId="f406c2cd-edfc-4057-be10-75858098c663" providerId="ADAL" clId="{A1824FC7-00A9-4708-B7FB-71BF84356830}" dt="2026-05-11T15:45:40.543" v="7834"/>
          <ac:spMkLst>
            <pc:docMk/>
            <pc:sldMk cId="4145255588" sldId="295"/>
            <ac:spMk id="39" creationId="{D97BD69B-1100-466B-98BF-B5C4592E2B40}"/>
          </ac:spMkLst>
        </pc:spChg>
        <pc:spChg chg="add mod">
          <ac:chgData name="Josué Silva de Morais" userId="f406c2cd-edfc-4057-be10-75858098c663" providerId="ADAL" clId="{A1824FC7-00A9-4708-B7FB-71BF84356830}" dt="2026-05-11T15:45:40.546" v="7837"/>
          <ac:spMkLst>
            <pc:docMk/>
            <pc:sldMk cId="4145255588" sldId="295"/>
            <ac:spMk id="40" creationId="{9516949A-6E70-492E-A348-84522B862B3B}"/>
          </ac:spMkLst>
        </pc:spChg>
        <pc:spChg chg="add mod">
          <ac:chgData name="Josué Silva de Morais" userId="f406c2cd-edfc-4057-be10-75858098c663" providerId="ADAL" clId="{A1824FC7-00A9-4708-B7FB-71BF84356830}" dt="2026-05-11T15:45:40.548" v="7840"/>
          <ac:spMkLst>
            <pc:docMk/>
            <pc:sldMk cId="4145255588" sldId="295"/>
            <ac:spMk id="41" creationId="{BD920022-5243-4737-8265-B6B065BA4E05}"/>
          </ac:spMkLst>
        </pc:spChg>
        <pc:spChg chg="add mod">
          <ac:chgData name="Josué Silva de Morais" userId="f406c2cd-edfc-4057-be10-75858098c663" providerId="ADAL" clId="{A1824FC7-00A9-4708-B7FB-71BF84356830}" dt="2026-05-11T15:45:40.551" v="7843"/>
          <ac:spMkLst>
            <pc:docMk/>
            <pc:sldMk cId="4145255588" sldId="295"/>
            <ac:spMk id="42" creationId="{19FC3E7E-7457-4F01-BE1D-C0E748A693D3}"/>
          </ac:spMkLst>
        </pc:spChg>
        <pc:spChg chg="add mod">
          <ac:chgData name="Josué Silva de Morais" userId="f406c2cd-edfc-4057-be10-75858098c663" providerId="ADAL" clId="{A1824FC7-00A9-4708-B7FB-71BF84356830}" dt="2026-05-11T15:45:40.553" v="7846"/>
          <ac:spMkLst>
            <pc:docMk/>
            <pc:sldMk cId="4145255588" sldId="295"/>
            <ac:spMk id="43" creationId="{658D11ED-F8E7-47FC-B3F4-AEE17022AF3D}"/>
          </ac:spMkLst>
        </pc:spChg>
        <pc:spChg chg="add mod">
          <ac:chgData name="Josué Silva de Morais" userId="f406c2cd-edfc-4057-be10-75858098c663" providerId="ADAL" clId="{A1824FC7-00A9-4708-B7FB-71BF84356830}" dt="2026-05-11T15:45:40.564" v="7853"/>
          <ac:spMkLst>
            <pc:docMk/>
            <pc:sldMk cId="4145255588" sldId="295"/>
            <ac:spMk id="44" creationId="{7DA0AA31-823E-4952-87FC-A6F5AD3844E0}"/>
          </ac:spMkLst>
        </pc:spChg>
        <pc:spChg chg="add mod">
          <ac:chgData name="Josué Silva de Morais" userId="f406c2cd-edfc-4057-be10-75858098c663" providerId="ADAL" clId="{A1824FC7-00A9-4708-B7FB-71BF84356830}" dt="2026-05-11T15:45:40.567" v="7857"/>
          <ac:spMkLst>
            <pc:docMk/>
            <pc:sldMk cId="4145255588" sldId="295"/>
            <ac:spMk id="45" creationId="{29F9F246-5914-410B-A341-A5114BC24D53}"/>
          </ac:spMkLst>
        </pc:spChg>
        <pc:spChg chg="add mod">
          <ac:chgData name="Josué Silva de Morais" userId="f406c2cd-edfc-4057-be10-75858098c663" providerId="ADAL" clId="{A1824FC7-00A9-4708-B7FB-71BF84356830}" dt="2026-05-11T15:45:40.569" v="7860"/>
          <ac:spMkLst>
            <pc:docMk/>
            <pc:sldMk cId="4145255588" sldId="295"/>
            <ac:spMk id="46" creationId="{018726DC-447B-4503-BC3E-464781668056}"/>
          </ac:spMkLst>
        </pc:spChg>
        <pc:spChg chg="add mod">
          <ac:chgData name="Josué Silva de Morais" userId="f406c2cd-edfc-4057-be10-75858098c663" providerId="ADAL" clId="{A1824FC7-00A9-4708-B7FB-71BF84356830}" dt="2026-05-11T15:45:40.580" v="7867"/>
          <ac:spMkLst>
            <pc:docMk/>
            <pc:sldMk cId="4145255588" sldId="295"/>
            <ac:spMk id="47" creationId="{602FEF26-B0A3-4F1A-8F2D-56F6F54785BC}"/>
          </ac:spMkLst>
        </pc:spChg>
        <pc:spChg chg="add mod">
          <ac:chgData name="Josué Silva de Morais" userId="f406c2cd-edfc-4057-be10-75858098c663" providerId="ADAL" clId="{A1824FC7-00A9-4708-B7FB-71BF84356830}" dt="2026-05-11T15:45:40.592" v="7873"/>
          <ac:spMkLst>
            <pc:docMk/>
            <pc:sldMk cId="4145255588" sldId="295"/>
            <ac:spMk id="48" creationId="{3706ADAB-CDD7-4391-AD41-AEC93ED648CC}"/>
          </ac:spMkLst>
        </pc:spChg>
        <pc:spChg chg="add mod">
          <ac:chgData name="Josué Silva de Morais" userId="f406c2cd-edfc-4057-be10-75858098c663" providerId="ADAL" clId="{A1824FC7-00A9-4708-B7FB-71BF84356830}" dt="2026-05-11T15:45:40.598" v="7880"/>
          <ac:spMkLst>
            <pc:docMk/>
            <pc:sldMk cId="4145255588" sldId="295"/>
            <ac:spMk id="49" creationId="{FB2FC345-A420-4B6A-9E86-7CAABEBC9437}"/>
          </ac:spMkLst>
        </pc:spChg>
        <pc:spChg chg="add mod">
          <ac:chgData name="Josué Silva de Morais" userId="f406c2cd-edfc-4057-be10-75858098c663" providerId="ADAL" clId="{A1824FC7-00A9-4708-B7FB-71BF84356830}" dt="2026-05-11T15:45:40.609" v="7887"/>
          <ac:spMkLst>
            <pc:docMk/>
            <pc:sldMk cId="4145255588" sldId="295"/>
            <ac:spMk id="50" creationId="{7F871EE1-BBA0-482C-AEC5-63846EA324BE}"/>
          </ac:spMkLst>
        </pc:spChg>
        <pc:spChg chg="add mod">
          <ac:chgData name="Josué Silva de Morais" userId="f406c2cd-edfc-4057-be10-75858098c663" providerId="ADAL" clId="{A1824FC7-00A9-4708-B7FB-71BF84356830}" dt="2026-05-11T15:45:40.613" v="7890"/>
          <ac:spMkLst>
            <pc:docMk/>
            <pc:sldMk cId="4145255588" sldId="295"/>
            <ac:spMk id="51" creationId="{E05399E6-7C02-427B-84FC-520A7E2CE050}"/>
          </ac:spMkLst>
        </pc:spChg>
        <pc:spChg chg="add mod">
          <ac:chgData name="Josué Silva de Morais" userId="f406c2cd-edfc-4057-be10-75858098c663" providerId="ADAL" clId="{A1824FC7-00A9-4708-B7FB-71BF84356830}" dt="2026-05-11T15:45:40.616" v="7893"/>
          <ac:spMkLst>
            <pc:docMk/>
            <pc:sldMk cId="4145255588" sldId="295"/>
            <ac:spMk id="52" creationId="{343CAF74-DAD4-481E-9BDF-8E4309C8FA5E}"/>
          </ac:spMkLst>
        </pc:spChg>
        <pc:spChg chg="add mod">
          <ac:chgData name="Josué Silva de Morais" userId="f406c2cd-edfc-4057-be10-75858098c663" providerId="ADAL" clId="{A1824FC7-00A9-4708-B7FB-71BF84356830}" dt="2026-05-11T15:45:40.619" v="7896"/>
          <ac:spMkLst>
            <pc:docMk/>
            <pc:sldMk cId="4145255588" sldId="295"/>
            <ac:spMk id="53" creationId="{34F63F52-FDF1-425C-88AC-740AD88A9493}"/>
          </ac:spMkLst>
        </pc:spChg>
        <pc:spChg chg="add mod">
          <ac:chgData name="Josué Silva de Morais" userId="f406c2cd-edfc-4057-be10-75858098c663" providerId="ADAL" clId="{A1824FC7-00A9-4708-B7FB-71BF84356830}" dt="2026-05-11T15:45:40.623" v="7899"/>
          <ac:spMkLst>
            <pc:docMk/>
            <pc:sldMk cId="4145255588" sldId="295"/>
            <ac:spMk id="54" creationId="{3130E761-BF9B-4A26-9747-9745F24B38BE}"/>
          </ac:spMkLst>
        </pc:spChg>
        <pc:spChg chg="add mod">
          <ac:chgData name="Josué Silva de Morais" userId="f406c2cd-edfc-4057-be10-75858098c663" providerId="ADAL" clId="{A1824FC7-00A9-4708-B7FB-71BF84356830}" dt="2026-05-11T15:45:40.626" v="7902"/>
          <ac:spMkLst>
            <pc:docMk/>
            <pc:sldMk cId="4145255588" sldId="295"/>
            <ac:spMk id="55" creationId="{2BCB5C46-0F3F-448C-B685-4FDA39118706}"/>
          </ac:spMkLst>
        </pc:spChg>
        <pc:spChg chg="add mod">
          <ac:chgData name="Josué Silva de Morais" userId="f406c2cd-edfc-4057-be10-75858098c663" providerId="ADAL" clId="{A1824FC7-00A9-4708-B7FB-71BF84356830}" dt="2026-05-11T15:45:40.629" v="7905"/>
          <ac:spMkLst>
            <pc:docMk/>
            <pc:sldMk cId="4145255588" sldId="295"/>
            <ac:spMk id="56" creationId="{80611A73-216F-4450-8DF2-557EE717ECA2}"/>
          </ac:spMkLst>
        </pc:spChg>
        <pc:spChg chg="add mod">
          <ac:chgData name="Josué Silva de Morais" userId="f406c2cd-edfc-4057-be10-75858098c663" providerId="ADAL" clId="{A1824FC7-00A9-4708-B7FB-71BF84356830}" dt="2026-05-11T15:45:40.632" v="7908"/>
          <ac:spMkLst>
            <pc:docMk/>
            <pc:sldMk cId="4145255588" sldId="295"/>
            <ac:spMk id="57" creationId="{5CFE26C6-EC63-4FB6-900C-841ECC618958}"/>
          </ac:spMkLst>
        </pc:spChg>
        <pc:spChg chg="add mod">
          <ac:chgData name="Josué Silva de Morais" userId="f406c2cd-edfc-4057-be10-75858098c663" providerId="ADAL" clId="{A1824FC7-00A9-4708-B7FB-71BF84356830}" dt="2026-05-11T15:45:40.634" v="7911"/>
          <ac:spMkLst>
            <pc:docMk/>
            <pc:sldMk cId="4145255588" sldId="295"/>
            <ac:spMk id="58" creationId="{D0135762-4500-48CD-A092-82D3F311429D}"/>
          </ac:spMkLst>
        </pc:spChg>
        <pc:spChg chg="add mod">
          <ac:chgData name="Josué Silva de Morais" userId="f406c2cd-edfc-4057-be10-75858098c663" providerId="ADAL" clId="{A1824FC7-00A9-4708-B7FB-71BF84356830}" dt="2026-05-11T15:45:40.637" v="7914"/>
          <ac:spMkLst>
            <pc:docMk/>
            <pc:sldMk cId="4145255588" sldId="295"/>
            <ac:spMk id="59" creationId="{EB4F26F1-284F-455B-86A6-3DD73A4DB96C}"/>
          </ac:spMkLst>
        </pc:spChg>
        <pc:spChg chg="add mod">
          <ac:chgData name="Josué Silva de Morais" userId="f406c2cd-edfc-4057-be10-75858098c663" providerId="ADAL" clId="{A1824FC7-00A9-4708-B7FB-71BF84356830}" dt="2026-05-11T15:45:40.642" v="7917"/>
          <ac:spMkLst>
            <pc:docMk/>
            <pc:sldMk cId="4145255588" sldId="295"/>
            <ac:spMk id="60" creationId="{7C7628BC-7A34-4254-B9E2-AD15BC925FDF}"/>
          </ac:spMkLst>
        </pc:spChg>
        <pc:spChg chg="add mod">
          <ac:chgData name="Josué Silva de Morais" userId="f406c2cd-edfc-4057-be10-75858098c663" providerId="ADAL" clId="{A1824FC7-00A9-4708-B7FB-71BF84356830}" dt="2026-05-11T15:45:40.645" v="7920"/>
          <ac:spMkLst>
            <pc:docMk/>
            <pc:sldMk cId="4145255588" sldId="295"/>
            <ac:spMk id="61" creationId="{0AF357D2-2B5A-4600-A1C4-EE7672B70436}"/>
          </ac:spMkLst>
        </pc:spChg>
        <pc:spChg chg="add mod">
          <ac:chgData name="Josué Silva de Morais" userId="f406c2cd-edfc-4057-be10-75858098c663" providerId="ADAL" clId="{A1824FC7-00A9-4708-B7FB-71BF84356830}" dt="2026-05-11T15:45:40.648" v="7923"/>
          <ac:spMkLst>
            <pc:docMk/>
            <pc:sldMk cId="4145255588" sldId="295"/>
            <ac:spMk id="62" creationId="{10A008B7-689E-4480-8CBA-791F8896BE0D}"/>
          </ac:spMkLst>
        </pc:spChg>
        <pc:spChg chg="add mod">
          <ac:chgData name="Josué Silva de Morais" userId="f406c2cd-edfc-4057-be10-75858098c663" providerId="ADAL" clId="{A1824FC7-00A9-4708-B7FB-71BF84356830}" dt="2026-05-11T15:45:40.651" v="7926"/>
          <ac:spMkLst>
            <pc:docMk/>
            <pc:sldMk cId="4145255588" sldId="295"/>
            <ac:spMk id="63" creationId="{5A90F4DA-EFBB-4451-A47D-2AE2A32BE878}"/>
          </ac:spMkLst>
        </pc:spChg>
        <pc:spChg chg="add mod">
          <ac:chgData name="Josué Silva de Morais" userId="f406c2cd-edfc-4057-be10-75858098c663" providerId="ADAL" clId="{A1824FC7-00A9-4708-B7FB-71BF84356830}" dt="2026-05-11T15:45:40.655" v="7929"/>
          <ac:spMkLst>
            <pc:docMk/>
            <pc:sldMk cId="4145255588" sldId="295"/>
            <ac:spMk id="64" creationId="{1B5D7EA2-FE1B-4A9A-AC13-80664DFAAF75}"/>
          </ac:spMkLst>
        </pc:spChg>
        <pc:spChg chg="add mod">
          <ac:chgData name="Josué Silva de Morais" userId="f406c2cd-edfc-4057-be10-75858098c663" providerId="ADAL" clId="{A1824FC7-00A9-4708-B7FB-71BF84356830}" dt="2026-05-11T15:45:40.658" v="7932"/>
          <ac:spMkLst>
            <pc:docMk/>
            <pc:sldMk cId="4145255588" sldId="295"/>
            <ac:spMk id="65" creationId="{B96B9041-3A4F-456A-B22E-DBBE4774A12B}"/>
          </ac:spMkLst>
        </pc:spChg>
        <pc:spChg chg="add mod">
          <ac:chgData name="Josué Silva de Morais" userId="f406c2cd-edfc-4057-be10-75858098c663" providerId="ADAL" clId="{A1824FC7-00A9-4708-B7FB-71BF84356830}" dt="2026-05-11T15:45:40.666" v="7939"/>
          <ac:spMkLst>
            <pc:docMk/>
            <pc:sldMk cId="4145255588" sldId="295"/>
            <ac:spMk id="66" creationId="{08AEC324-0663-4846-BA86-84BCC53AFB05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6:06.699" v="8224"/>
        <pc:sldMkLst>
          <pc:docMk/>
          <pc:sldMk cId="1178237780" sldId="296"/>
        </pc:sldMkLst>
        <pc:spChg chg="add mod">
          <ac:chgData name="Josué Silva de Morais" userId="f406c2cd-edfc-4057-be10-75858098c663" providerId="ADAL" clId="{A1824FC7-00A9-4708-B7FB-71BF84356830}" dt="2026-05-11T15:46:06.357" v="7943"/>
          <ac:spMkLst>
            <pc:docMk/>
            <pc:sldMk cId="1178237780" sldId="296"/>
            <ac:spMk id="2" creationId="{B9D53032-AFAD-400F-AFC1-D9AB92FF93EA}"/>
          </ac:spMkLst>
        </pc:spChg>
        <pc:spChg chg="add mod">
          <ac:chgData name="Josué Silva de Morais" userId="f406c2cd-edfc-4057-be10-75858098c663" providerId="ADAL" clId="{A1824FC7-00A9-4708-B7FB-71BF84356830}" dt="2026-05-11T15:46:06.368" v="7950"/>
          <ac:spMkLst>
            <pc:docMk/>
            <pc:sldMk cId="1178237780" sldId="296"/>
            <ac:spMk id="3" creationId="{39AEB31A-1CB0-4605-B5D5-5DAD420AC43F}"/>
          </ac:spMkLst>
        </pc:spChg>
        <pc:spChg chg="add mod">
          <ac:chgData name="Josué Silva de Morais" userId="f406c2cd-edfc-4057-be10-75858098c663" providerId="ADAL" clId="{A1824FC7-00A9-4708-B7FB-71BF84356830}" dt="2026-05-11T15:46:06.376" v="7956"/>
          <ac:spMkLst>
            <pc:docMk/>
            <pc:sldMk cId="1178237780" sldId="296"/>
            <ac:spMk id="4" creationId="{689CCA24-C103-4DAA-93AD-9AE69421EA98}"/>
          </ac:spMkLst>
        </pc:spChg>
        <pc:spChg chg="add mod">
          <ac:chgData name="Josué Silva de Morais" userId="f406c2cd-edfc-4057-be10-75858098c663" providerId="ADAL" clId="{A1824FC7-00A9-4708-B7FB-71BF84356830}" dt="2026-05-11T15:46:06.380" v="7960"/>
          <ac:spMkLst>
            <pc:docMk/>
            <pc:sldMk cId="1178237780" sldId="296"/>
            <ac:spMk id="5" creationId="{6EE03F95-9E13-44F7-888E-5A54B55D0D30}"/>
          </ac:spMkLst>
        </pc:spChg>
        <pc:spChg chg="add mod">
          <ac:chgData name="Josué Silva de Morais" userId="f406c2cd-edfc-4057-be10-75858098c663" providerId="ADAL" clId="{A1824FC7-00A9-4708-B7FB-71BF84356830}" dt="2026-05-11T15:46:06.382" v="7963"/>
          <ac:spMkLst>
            <pc:docMk/>
            <pc:sldMk cId="1178237780" sldId="296"/>
            <ac:spMk id="6" creationId="{0C5F1834-E1DD-4423-809C-C188437814DC}"/>
          </ac:spMkLst>
        </pc:spChg>
        <pc:spChg chg="add mod">
          <ac:chgData name="Josué Silva de Morais" userId="f406c2cd-edfc-4057-be10-75858098c663" providerId="ADAL" clId="{A1824FC7-00A9-4708-B7FB-71BF84356830}" dt="2026-05-11T15:46:06.393" v="7970"/>
          <ac:spMkLst>
            <pc:docMk/>
            <pc:sldMk cId="1178237780" sldId="296"/>
            <ac:spMk id="7" creationId="{82C3DD51-440E-4CB3-A14B-F1F72642F7A8}"/>
          </ac:spMkLst>
        </pc:spChg>
        <pc:spChg chg="add mod">
          <ac:chgData name="Josué Silva de Morais" userId="f406c2cd-edfc-4057-be10-75858098c663" providerId="ADAL" clId="{A1824FC7-00A9-4708-B7FB-71BF84356830}" dt="2026-05-11T15:46:06.399" v="7976"/>
          <ac:spMkLst>
            <pc:docMk/>
            <pc:sldMk cId="1178237780" sldId="296"/>
            <ac:spMk id="8" creationId="{C46EF85A-ADCE-4393-9D1B-08D3C822D08C}"/>
          </ac:spMkLst>
        </pc:spChg>
        <pc:spChg chg="add mod">
          <ac:chgData name="Josué Silva de Morais" userId="f406c2cd-edfc-4057-be10-75858098c663" providerId="ADAL" clId="{A1824FC7-00A9-4708-B7FB-71BF84356830}" dt="2026-05-11T15:46:06.414" v="7987"/>
          <ac:spMkLst>
            <pc:docMk/>
            <pc:sldMk cId="1178237780" sldId="296"/>
            <ac:spMk id="9" creationId="{E80307D3-9715-4385-B016-A15FF8C7D4C7}"/>
          </ac:spMkLst>
        </pc:spChg>
        <pc:spChg chg="add mod">
          <ac:chgData name="Josué Silva de Morais" userId="f406c2cd-edfc-4057-be10-75858098c663" providerId="ADAL" clId="{A1824FC7-00A9-4708-B7FB-71BF84356830}" dt="2026-05-11T15:46:06.424" v="7994"/>
          <ac:spMkLst>
            <pc:docMk/>
            <pc:sldMk cId="1178237780" sldId="296"/>
            <ac:spMk id="10" creationId="{1AD7D9B0-89E7-4019-BCEB-E65F598A667C}"/>
          </ac:spMkLst>
        </pc:spChg>
        <pc:spChg chg="add mod">
          <ac:chgData name="Josué Silva de Morais" userId="f406c2cd-edfc-4057-be10-75858098c663" providerId="ADAL" clId="{A1824FC7-00A9-4708-B7FB-71BF84356830}" dt="2026-05-11T15:46:06.435" v="8005"/>
          <ac:spMkLst>
            <pc:docMk/>
            <pc:sldMk cId="1178237780" sldId="296"/>
            <ac:spMk id="11" creationId="{B46DB0B0-321D-4951-AAB5-6468417A2906}"/>
          </ac:spMkLst>
        </pc:spChg>
        <pc:spChg chg="add mod">
          <ac:chgData name="Josué Silva de Morais" userId="f406c2cd-edfc-4057-be10-75858098c663" providerId="ADAL" clId="{A1824FC7-00A9-4708-B7FB-71BF84356830}" dt="2026-05-11T15:46:06.443" v="8012"/>
          <ac:spMkLst>
            <pc:docMk/>
            <pc:sldMk cId="1178237780" sldId="296"/>
            <ac:spMk id="12" creationId="{12B13EEB-F4C0-4384-B593-B5A4E6A7C195}"/>
          </ac:spMkLst>
        </pc:spChg>
        <pc:spChg chg="add mod">
          <ac:chgData name="Josué Silva de Morais" userId="f406c2cd-edfc-4057-be10-75858098c663" providerId="ADAL" clId="{A1824FC7-00A9-4708-B7FB-71BF84356830}" dt="2026-05-11T15:46:06.456" v="8023"/>
          <ac:spMkLst>
            <pc:docMk/>
            <pc:sldMk cId="1178237780" sldId="296"/>
            <ac:spMk id="13" creationId="{5C286629-5DE3-44F6-A9AA-64E422D86CCD}"/>
          </ac:spMkLst>
        </pc:spChg>
        <pc:spChg chg="add mod">
          <ac:chgData name="Josué Silva de Morais" userId="f406c2cd-edfc-4057-be10-75858098c663" providerId="ADAL" clId="{A1824FC7-00A9-4708-B7FB-71BF84356830}" dt="2026-05-11T15:46:06.463" v="8030"/>
          <ac:spMkLst>
            <pc:docMk/>
            <pc:sldMk cId="1178237780" sldId="296"/>
            <ac:spMk id="14" creationId="{B3F357DC-1B30-4CA4-A378-AF1CE58A9221}"/>
          </ac:spMkLst>
        </pc:spChg>
        <pc:spChg chg="add mod">
          <ac:chgData name="Josué Silva de Morais" userId="f406c2cd-edfc-4057-be10-75858098c663" providerId="ADAL" clId="{A1824FC7-00A9-4708-B7FB-71BF84356830}" dt="2026-05-11T15:46:06.475" v="8041"/>
          <ac:spMkLst>
            <pc:docMk/>
            <pc:sldMk cId="1178237780" sldId="296"/>
            <ac:spMk id="15" creationId="{20AB568F-D667-4730-9A0D-BCB098265442}"/>
          </ac:spMkLst>
        </pc:spChg>
        <pc:spChg chg="add mod">
          <ac:chgData name="Josué Silva de Morais" userId="f406c2cd-edfc-4057-be10-75858098c663" providerId="ADAL" clId="{A1824FC7-00A9-4708-B7FB-71BF84356830}" dt="2026-05-11T15:46:06.482" v="8048"/>
          <ac:spMkLst>
            <pc:docMk/>
            <pc:sldMk cId="1178237780" sldId="296"/>
            <ac:spMk id="16" creationId="{6A6CEB04-D4F5-4A97-8860-47CF5DBD0A70}"/>
          </ac:spMkLst>
        </pc:spChg>
        <pc:spChg chg="add mod">
          <ac:chgData name="Josué Silva de Morais" userId="f406c2cd-edfc-4057-be10-75858098c663" providerId="ADAL" clId="{A1824FC7-00A9-4708-B7FB-71BF84356830}" dt="2026-05-11T15:46:06.489" v="8052"/>
          <ac:spMkLst>
            <pc:docMk/>
            <pc:sldMk cId="1178237780" sldId="296"/>
            <ac:spMk id="17" creationId="{FDEA1227-F86E-4899-9DE8-83ED313F466D}"/>
          </ac:spMkLst>
        </pc:spChg>
        <pc:spChg chg="add mod">
          <ac:chgData name="Josué Silva de Morais" userId="f406c2cd-edfc-4057-be10-75858098c663" providerId="ADAL" clId="{A1824FC7-00A9-4708-B7FB-71BF84356830}" dt="2026-05-11T15:46:06.493" v="8055"/>
          <ac:spMkLst>
            <pc:docMk/>
            <pc:sldMk cId="1178237780" sldId="296"/>
            <ac:spMk id="18" creationId="{46B61CD0-FE3A-4958-B697-4C65A6CEF39B}"/>
          </ac:spMkLst>
        </pc:spChg>
        <pc:spChg chg="add mod">
          <ac:chgData name="Josué Silva de Morais" userId="f406c2cd-edfc-4057-be10-75858098c663" providerId="ADAL" clId="{A1824FC7-00A9-4708-B7FB-71BF84356830}" dt="2026-05-11T15:46:06.500" v="8062"/>
          <ac:spMkLst>
            <pc:docMk/>
            <pc:sldMk cId="1178237780" sldId="296"/>
            <ac:spMk id="19" creationId="{E736A02D-3E54-4D24-8114-58BFD9E498BF}"/>
          </ac:spMkLst>
        </pc:spChg>
        <pc:spChg chg="add mod">
          <ac:chgData name="Josué Silva de Morais" userId="f406c2cd-edfc-4057-be10-75858098c663" providerId="ADAL" clId="{A1824FC7-00A9-4708-B7FB-71BF84356830}" dt="2026-05-11T15:46:06.509" v="8068"/>
          <ac:spMkLst>
            <pc:docMk/>
            <pc:sldMk cId="1178237780" sldId="296"/>
            <ac:spMk id="20" creationId="{85DEDC83-054D-4C03-A479-844A17265D1C}"/>
          </ac:spMkLst>
        </pc:spChg>
        <pc:spChg chg="add mod">
          <ac:chgData name="Josué Silva de Morais" userId="f406c2cd-edfc-4057-be10-75858098c663" providerId="ADAL" clId="{A1824FC7-00A9-4708-B7FB-71BF84356830}" dt="2026-05-11T15:46:06.521" v="8079"/>
          <ac:spMkLst>
            <pc:docMk/>
            <pc:sldMk cId="1178237780" sldId="296"/>
            <ac:spMk id="21" creationId="{AC002F3C-2F06-4052-8038-F6E1499C68C8}"/>
          </ac:spMkLst>
        </pc:spChg>
        <pc:spChg chg="add mod">
          <ac:chgData name="Josué Silva de Morais" userId="f406c2cd-edfc-4057-be10-75858098c663" providerId="ADAL" clId="{A1824FC7-00A9-4708-B7FB-71BF84356830}" dt="2026-05-11T15:46:06.528" v="8086"/>
          <ac:spMkLst>
            <pc:docMk/>
            <pc:sldMk cId="1178237780" sldId="296"/>
            <ac:spMk id="22" creationId="{D1B3D4FD-C049-4BDB-97D9-EBFB107C6F83}"/>
          </ac:spMkLst>
        </pc:spChg>
        <pc:spChg chg="add mod">
          <ac:chgData name="Josué Silva de Morais" userId="f406c2cd-edfc-4057-be10-75858098c663" providerId="ADAL" clId="{A1824FC7-00A9-4708-B7FB-71BF84356830}" dt="2026-05-11T15:46:06.541" v="8097"/>
          <ac:spMkLst>
            <pc:docMk/>
            <pc:sldMk cId="1178237780" sldId="296"/>
            <ac:spMk id="23" creationId="{57CD1AC6-EC7D-420E-807B-29A34B2C1283}"/>
          </ac:spMkLst>
        </pc:spChg>
        <pc:spChg chg="add mod">
          <ac:chgData name="Josué Silva de Morais" userId="f406c2cd-edfc-4057-be10-75858098c663" providerId="ADAL" clId="{A1824FC7-00A9-4708-B7FB-71BF84356830}" dt="2026-05-11T15:46:06.549" v="8104"/>
          <ac:spMkLst>
            <pc:docMk/>
            <pc:sldMk cId="1178237780" sldId="296"/>
            <ac:spMk id="24" creationId="{DF1F542C-D8A3-42D0-AC69-2E8065663819}"/>
          </ac:spMkLst>
        </pc:spChg>
        <pc:spChg chg="add mod">
          <ac:chgData name="Josué Silva de Morais" userId="f406c2cd-edfc-4057-be10-75858098c663" providerId="ADAL" clId="{A1824FC7-00A9-4708-B7FB-71BF84356830}" dt="2026-05-11T15:46:06.564" v="8115"/>
          <ac:spMkLst>
            <pc:docMk/>
            <pc:sldMk cId="1178237780" sldId="296"/>
            <ac:spMk id="25" creationId="{7C5490F1-85F0-457A-81B0-61957DD6ACA5}"/>
          </ac:spMkLst>
        </pc:spChg>
        <pc:spChg chg="add mod">
          <ac:chgData name="Josué Silva de Morais" userId="f406c2cd-edfc-4057-be10-75858098c663" providerId="ADAL" clId="{A1824FC7-00A9-4708-B7FB-71BF84356830}" dt="2026-05-11T15:46:06.574" v="8122"/>
          <ac:spMkLst>
            <pc:docMk/>
            <pc:sldMk cId="1178237780" sldId="296"/>
            <ac:spMk id="26" creationId="{2536D935-59E8-424B-89EB-71A0D005D55F}"/>
          </ac:spMkLst>
        </pc:spChg>
        <pc:spChg chg="add mod">
          <ac:chgData name="Josué Silva de Morais" userId="f406c2cd-edfc-4057-be10-75858098c663" providerId="ADAL" clId="{A1824FC7-00A9-4708-B7FB-71BF84356830}" dt="2026-05-11T15:46:06.591" v="8133"/>
          <ac:spMkLst>
            <pc:docMk/>
            <pc:sldMk cId="1178237780" sldId="296"/>
            <ac:spMk id="27" creationId="{A8EF5B79-2875-4CC1-856C-5693CF6F6251}"/>
          </ac:spMkLst>
        </pc:spChg>
        <pc:spChg chg="add mod">
          <ac:chgData name="Josué Silva de Morais" userId="f406c2cd-edfc-4057-be10-75858098c663" providerId="ADAL" clId="{A1824FC7-00A9-4708-B7FB-71BF84356830}" dt="2026-05-11T15:46:06.599" v="8140"/>
          <ac:spMkLst>
            <pc:docMk/>
            <pc:sldMk cId="1178237780" sldId="296"/>
            <ac:spMk id="28" creationId="{0A81AC48-2B3C-4836-80E5-7B7F9D20FADD}"/>
          </ac:spMkLst>
        </pc:spChg>
        <pc:spChg chg="add mod">
          <ac:chgData name="Josué Silva de Morais" userId="f406c2cd-edfc-4057-be10-75858098c663" providerId="ADAL" clId="{A1824FC7-00A9-4708-B7FB-71BF84356830}" dt="2026-05-11T15:46:06.604" v="8144"/>
          <ac:spMkLst>
            <pc:docMk/>
            <pc:sldMk cId="1178237780" sldId="296"/>
            <ac:spMk id="29" creationId="{CB30442C-BFCC-49DA-B973-50EF114EE30B}"/>
          </ac:spMkLst>
        </pc:spChg>
        <pc:spChg chg="add mod">
          <ac:chgData name="Josué Silva de Morais" userId="f406c2cd-edfc-4057-be10-75858098c663" providerId="ADAL" clId="{A1824FC7-00A9-4708-B7FB-71BF84356830}" dt="2026-05-11T15:46:06.609" v="8148"/>
          <ac:spMkLst>
            <pc:docMk/>
            <pc:sldMk cId="1178237780" sldId="296"/>
            <ac:spMk id="30" creationId="{7F5EC084-7D7E-47EC-BBFE-1AB5838228EB}"/>
          </ac:spMkLst>
        </pc:spChg>
        <pc:spChg chg="add mod">
          <ac:chgData name="Josué Silva de Morais" userId="f406c2cd-edfc-4057-be10-75858098c663" providerId="ADAL" clId="{A1824FC7-00A9-4708-B7FB-71BF84356830}" dt="2026-05-11T15:46:06.616" v="8155"/>
          <ac:spMkLst>
            <pc:docMk/>
            <pc:sldMk cId="1178237780" sldId="296"/>
            <ac:spMk id="31" creationId="{E415C00D-1068-4D68-AB63-16330F02E26E}"/>
          </ac:spMkLst>
        </pc:spChg>
        <pc:spChg chg="add mod">
          <ac:chgData name="Josué Silva de Morais" userId="f406c2cd-edfc-4057-be10-75858098c663" providerId="ADAL" clId="{A1824FC7-00A9-4708-B7FB-71BF84356830}" dt="2026-05-11T15:46:06.624" v="8161"/>
          <ac:spMkLst>
            <pc:docMk/>
            <pc:sldMk cId="1178237780" sldId="296"/>
            <ac:spMk id="32" creationId="{4C281348-37AE-4522-A0BF-C3B07C4FB243}"/>
          </ac:spMkLst>
        </pc:spChg>
        <pc:spChg chg="add mod">
          <ac:chgData name="Josué Silva de Morais" userId="f406c2cd-edfc-4057-be10-75858098c663" providerId="ADAL" clId="{A1824FC7-00A9-4708-B7FB-71BF84356830}" dt="2026-05-11T15:46:06.627" v="8165"/>
          <ac:spMkLst>
            <pc:docMk/>
            <pc:sldMk cId="1178237780" sldId="296"/>
            <ac:spMk id="33" creationId="{B52B11CA-1AF7-428C-AA83-71DFB23FE5D2}"/>
          </ac:spMkLst>
        </pc:spChg>
        <pc:spChg chg="add mod">
          <ac:chgData name="Josué Silva de Morais" userId="f406c2cd-edfc-4057-be10-75858098c663" providerId="ADAL" clId="{A1824FC7-00A9-4708-B7FB-71BF84356830}" dt="2026-05-11T15:46:06.632" v="8169"/>
          <ac:spMkLst>
            <pc:docMk/>
            <pc:sldMk cId="1178237780" sldId="296"/>
            <ac:spMk id="34" creationId="{FAD998D3-CEB4-4C21-A279-E6618BF3A8A4}"/>
          </ac:spMkLst>
        </pc:spChg>
        <pc:spChg chg="add mod">
          <ac:chgData name="Josué Silva de Morais" userId="f406c2cd-edfc-4057-be10-75858098c663" providerId="ADAL" clId="{A1824FC7-00A9-4708-B7FB-71BF84356830}" dt="2026-05-11T15:46:06.642" v="8176"/>
          <ac:spMkLst>
            <pc:docMk/>
            <pc:sldMk cId="1178237780" sldId="296"/>
            <ac:spMk id="35" creationId="{BDA87AD0-1DC8-455F-AB43-364464A76EBB}"/>
          </ac:spMkLst>
        </pc:spChg>
        <pc:spChg chg="add mod">
          <ac:chgData name="Josué Silva de Morais" userId="f406c2cd-edfc-4057-be10-75858098c663" providerId="ADAL" clId="{A1824FC7-00A9-4708-B7FB-71BF84356830}" dt="2026-05-11T15:46:06.648" v="8182"/>
          <ac:spMkLst>
            <pc:docMk/>
            <pc:sldMk cId="1178237780" sldId="296"/>
            <ac:spMk id="36" creationId="{A9943C1E-900F-4C09-950F-C71BF9DB23DB}"/>
          </ac:spMkLst>
        </pc:spChg>
        <pc:spChg chg="add mod">
          <ac:chgData name="Josué Silva de Morais" userId="f406c2cd-edfc-4057-be10-75858098c663" providerId="ADAL" clId="{A1824FC7-00A9-4708-B7FB-71BF84356830}" dt="2026-05-11T15:46:06.655" v="8186"/>
          <ac:spMkLst>
            <pc:docMk/>
            <pc:sldMk cId="1178237780" sldId="296"/>
            <ac:spMk id="37" creationId="{FCBD81D4-E37C-4526-8BFF-DC04E2F302B3}"/>
          </ac:spMkLst>
        </pc:spChg>
        <pc:spChg chg="add mod">
          <ac:chgData name="Josué Silva de Morais" userId="f406c2cd-edfc-4057-be10-75858098c663" providerId="ADAL" clId="{A1824FC7-00A9-4708-B7FB-71BF84356830}" dt="2026-05-11T15:46:06.660" v="8190"/>
          <ac:spMkLst>
            <pc:docMk/>
            <pc:sldMk cId="1178237780" sldId="296"/>
            <ac:spMk id="38" creationId="{3729FEB2-6092-406C-88EC-90A3A49F5D22}"/>
          </ac:spMkLst>
        </pc:spChg>
        <pc:spChg chg="add mod">
          <ac:chgData name="Josué Silva de Morais" userId="f406c2cd-edfc-4057-be10-75858098c663" providerId="ADAL" clId="{A1824FC7-00A9-4708-B7FB-71BF84356830}" dt="2026-05-11T15:46:06.669" v="8197"/>
          <ac:spMkLst>
            <pc:docMk/>
            <pc:sldMk cId="1178237780" sldId="296"/>
            <ac:spMk id="39" creationId="{D02350D2-5526-4F04-8DD5-A6A050BA2EE2}"/>
          </ac:spMkLst>
        </pc:spChg>
        <pc:spChg chg="add mod">
          <ac:chgData name="Josué Silva de Morais" userId="f406c2cd-edfc-4057-be10-75858098c663" providerId="ADAL" clId="{A1824FC7-00A9-4708-B7FB-71BF84356830}" dt="2026-05-11T15:46:06.676" v="8203"/>
          <ac:spMkLst>
            <pc:docMk/>
            <pc:sldMk cId="1178237780" sldId="296"/>
            <ac:spMk id="40" creationId="{017C72AD-DF4F-4450-AFE5-096CE6EA89BC}"/>
          </ac:spMkLst>
        </pc:spChg>
        <pc:spChg chg="add mod">
          <ac:chgData name="Josué Silva de Morais" userId="f406c2cd-edfc-4057-be10-75858098c663" providerId="ADAL" clId="{A1824FC7-00A9-4708-B7FB-71BF84356830}" dt="2026-05-11T15:46:06.679" v="8207"/>
          <ac:spMkLst>
            <pc:docMk/>
            <pc:sldMk cId="1178237780" sldId="296"/>
            <ac:spMk id="41" creationId="{926866C0-F827-4950-B999-67489309C969}"/>
          </ac:spMkLst>
        </pc:spChg>
        <pc:spChg chg="add mod">
          <ac:chgData name="Josué Silva de Morais" userId="f406c2cd-edfc-4057-be10-75858098c663" providerId="ADAL" clId="{A1824FC7-00A9-4708-B7FB-71BF84356830}" dt="2026-05-11T15:46:06.683" v="8211"/>
          <ac:spMkLst>
            <pc:docMk/>
            <pc:sldMk cId="1178237780" sldId="296"/>
            <ac:spMk id="42" creationId="{DB8BDABC-1C0D-4BE6-B0D6-05EE8FB1FE93}"/>
          </ac:spMkLst>
        </pc:spChg>
        <pc:spChg chg="add mod">
          <ac:chgData name="Josué Silva de Morais" userId="f406c2cd-edfc-4057-be10-75858098c663" providerId="ADAL" clId="{A1824FC7-00A9-4708-B7FB-71BF84356830}" dt="2026-05-11T15:46:06.693" v="8218"/>
          <ac:spMkLst>
            <pc:docMk/>
            <pc:sldMk cId="1178237780" sldId="296"/>
            <ac:spMk id="43" creationId="{122920EC-4AFF-47FD-9463-F103F34788FB}"/>
          </ac:spMkLst>
        </pc:spChg>
        <pc:spChg chg="add mod">
          <ac:chgData name="Josué Silva de Morais" userId="f406c2cd-edfc-4057-be10-75858098c663" providerId="ADAL" clId="{A1824FC7-00A9-4708-B7FB-71BF84356830}" dt="2026-05-11T15:46:06.699" v="8224"/>
          <ac:spMkLst>
            <pc:docMk/>
            <pc:sldMk cId="1178237780" sldId="296"/>
            <ac:spMk id="44" creationId="{210A14CF-1F9E-4A6C-9FE5-1BBF78D38D45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6:23:38.372" v="11381" actId="1076"/>
        <pc:sldMkLst>
          <pc:docMk/>
          <pc:sldMk cId="524708494" sldId="297"/>
        </pc:sldMkLst>
        <pc:spChg chg="add mod">
          <ac:chgData name="Josué Silva de Morais" userId="f406c2cd-edfc-4057-be10-75858098c663" providerId="ADAL" clId="{A1824FC7-00A9-4708-B7FB-71BF84356830}" dt="2026-05-11T15:46:46.577" v="8228"/>
          <ac:spMkLst>
            <pc:docMk/>
            <pc:sldMk cId="524708494" sldId="297"/>
            <ac:spMk id="2" creationId="{EA7CACFD-4ABD-4A09-B0F7-675F6B530D35}"/>
          </ac:spMkLst>
        </pc:spChg>
        <pc:spChg chg="add mod">
          <ac:chgData name="Josué Silva de Morais" userId="f406c2cd-edfc-4057-be10-75858098c663" providerId="ADAL" clId="{A1824FC7-00A9-4708-B7FB-71BF84356830}" dt="2026-05-11T15:46:46.589" v="8235"/>
          <ac:spMkLst>
            <pc:docMk/>
            <pc:sldMk cId="524708494" sldId="297"/>
            <ac:spMk id="3" creationId="{77C357C6-0DDF-44F6-AE2E-14DB016A7894}"/>
          </ac:spMkLst>
        </pc:spChg>
        <pc:spChg chg="add mod">
          <ac:chgData name="Josué Silva de Morais" userId="f406c2cd-edfc-4057-be10-75858098c663" providerId="ADAL" clId="{A1824FC7-00A9-4708-B7FB-71BF84356830}" dt="2026-05-11T15:46:46.603" v="8242"/>
          <ac:spMkLst>
            <pc:docMk/>
            <pc:sldMk cId="524708494" sldId="297"/>
            <ac:spMk id="4" creationId="{521A5241-0281-48D9-A35A-7C779B27B2DD}"/>
          </ac:spMkLst>
        </pc:spChg>
        <pc:spChg chg="add mod">
          <ac:chgData name="Josué Silva de Morais" userId="f406c2cd-edfc-4057-be10-75858098c663" providerId="ADAL" clId="{A1824FC7-00A9-4708-B7FB-71BF84356830}" dt="2026-05-11T15:46:46.607" v="8245"/>
          <ac:spMkLst>
            <pc:docMk/>
            <pc:sldMk cId="524708494" sldId="297"/>
            <ac:spMk id="5" creationId="{F1E0C22D-008C-4F02-9D6E-D123397C003D}"/>
          </ac:spMkLst>
        </pc:spChg>
        <pc:spChg chg="add mod">
          <ac:chgData name="Josué Silva de Morais" userId="f406c2cd-edfc-4057-be10-75858098c663" providerId="ADAL" clId="{A1824FC7-00A9-4708-B7FB-71BF84356830}" dt="2026-05-11T16:23:38.372" v="11381" actId="1076"/>
          <ac:spMkLst>
            <pc:docMk/>
            <pc:sldMk cId="524708494" sldId="297"/>
            <ac:spMk id="6" creationId="{09802D9D-C6BC-4255-9B30-D4D14A5BEBD3}"/>
          </ac:spMkLst>
        </pc:spChg>
        <pc:spChg chg="add mod">
          <ac:chgData name="Josué Silva de Morais" userId="f406c2cd-edfc-4057-be10-75858098c663" providerId="ADAL" clId="{A1824FC7-00A9-4708-B7FB-71BF84356830}" dt="2026-05-11T16:23:38.372" v="11381" actId="1076"/>
          <ac:spMkLst>
            <pc:docMk/>
            <pc:sldMk cId="524708494" sldId="297"/>
            <ac:spMk id="7" creationId="{16AB88B4-2D7A-4D3D-8CF1-37B91C9F9469}"/>
          </ac:spMkLst>
        </pc:spChg>
        <pc:spChg chg="add mod">
          <ac:chgData name="Josué Silva de Morais" userId="f406c2cd-edfc-4057-be10-75858098c663" providerId="ADAL" clId="{A1824FC7-00A9-4708-B7FB-71BF84356830}" dt="2026-05-11T16:23:38.372" v="11381" actId="1076"/>
          <ac:spMkLst>
            <pc:docMk/>
            <pc:sldMk cId="524708494" sldId="297"/>
            <ac:spMk id="8" creationId="{8BE94E2D-2F72-4DC2-A1EB-DB8A76CD266B}"/>
          </ac:spMkLst>
        </pc:spChg>
        <pc:spChg chg="add mod">
          <ac:chgData name="Josué Silva de Morais" userId="f406c2cd-edfc-4057-be10-75858098c663" providerId="ADAL" clId="{A1824FC7-00A9-4708-B7FB-71BF84356830}" dt="2026-05-11T16:23:38.372" v="11381" actId="1076"/>
          <ac:spMkLst>
            <pc:docMk/>
            <pc:sldMk cId="524708494" sldId="297"/>
            <ac:spMk id="9" creationId="{07F2DE66-D45B-4999-92B0-AC8D90700D20}"/>
          </ac:spMkLst>
        </pc:spChg>
        <pc:spChg chg="add mod">
          <ac:chgData name="Josué Silva de Morais" userId="f406c2cd-edfc-4057-be10-75858098c663" providerId="ADAL" clId="{A1824FC7-00A9-4708-B7FB-71BF84356830}" dt="2026-05-11T15:46:46.658" v="8269"/>
          <ac:spMkLst>
            <pc:docMk/>
            <pc:sldMk cId="524708494" sldId="297"/>
            <ac:spMk id="10" creationId="{DF9C8D71-56D7-403A-87AE-2C61B5F18C19}"/>
          </ac:spMkLst>
        </pc:spChg>
        <pc:spChg chg="add mod">
          <ac:chgData name="Josué Silva de Morais" userId="f406c2cd-edfc-4057-be10-75858098c663" providerId="ADAL" clId="{A1824FC7-00A9-4708-B7FB-71BF84356830}" dt="2026-05-11T15:46:46.665" v="8273"/>
          <ac:spMkLst>
            <pc:docMk/>
            <pc:sldMk cId="524708494" sldId="297"/>
            <ac:spMk id="11" creationId="{33C92779-9A3D-4B36-8BDD-8A57241FE4A2}"/>
          </ac:spMkLst>
        </pc:spChg>
        <pc:spChg chg="add mod">
          <ac:chgData name="Josué Silva de Morais" userId="f406c2cd-edfc-4057-be10-75858098c663" providerId="ADAL" clId="{A1824FC7-00A9-4708-B7FB-71BF84356830}" dt="2026-05-11T15:46:46.677" v="8280"/>
          <ac:spMkLst>
            <pc:docMk/>
            <pc:sldMk cId="524708494" sldId="297"/>
            <ac:spMk id="12" creationId="{812BAA7E-A70C-4147-8042-C0E2BA5F2074}"/>
          </ac:spMkLst>
        </pc:spChg>
        <pc:spChg chg="add mod">
          <ac:chgData name="Josué Silva de Morais" userId="f406c2cd-edfc-4057-be10-75858098c663" providerId="ADAL" clId="{A1824FC7-00A9-4708-B7FB-71BF84356830}" dt="2026-05-11T15:46:46.690" v="8287"/>
          <ac:spMkLst>
            <pc:docMk/>
            <pc:sldMk cId="524708494" sldId="297"/>
            <ac:spMk id="13" creationId="{8846406F-916C-482A-9FEE-C9053489B5A1}"/>
          </ac:spMkLst>
        </pc:spChg>
        <pc:spChg chg="add mod">
          <ac:chgData name="Josué Silva de Morais" userId="f406c2cd-edfc-4057-be10-75858098c663" providerId="ADAL" clId="{A1824FC7-00A9-4708-B7FB-71BF84356830}" dt="2026-05-11T15:46:46.700" v="8292"/>
          <ac:spMkLst>
            <pc:docMk/>
            <pc:sldMk cId="524708494" sldId="297"/>
            <ac:spMk id="14" creationId="{3A7476B4-C095-4A99-AE45-7B4BB9131A6F}"/>
          </ac:spMkLst>
        </pc:spChg>
        <pc:spChg chg="add mod">
          <ac:chgData name="Josué Silva de Morais" userId="f406c2cd-edfc-4057-be10-75858098c663" providerId="ADAL" clId="{A1824FC7-00A9-4708-B7FB-71BF84356830}" dt="2026-05-11T15:46:46.720" v="8303"/>
          <ac:spMkLst>
            <pc:docMk/>
            <pc:sldMk cId="524708494" sldId="297"/>
            <ac:spMk id="15" creationId="{33B38B65-419D-435E-B04F-60F20AD74981}"/>
          </ac:spMkLst>
        </pc:spChg>
        <pc:spChg chg="add mod">
          <ac:chgData name="Josué Silva de Morais" userId="f406c2cd-edfc-4057-be10-75858098c663" providerId="ADAL" clId="{A1824FC7-00A9-4708-B7FB-71BF84356830}" dt="2026-05-11T15:46:46.732" v="8310"/>
          <ac:spMkLst>
            <pc:docMk/>
            <pc:sldMk cId="524708494" sldId="297"/>
            <ac:spMk id="16" creationId="{B82BA236-F507-484C-AA31-E446526E4693}"/>
          </ac:spMkLst>
        </pc:spChg>
        <pc:spChg chg="add mod">
          <ac:chgData name="Josué Silva de Morais" userId="f406c2cd-edfc-4057-be10-75858098c663" providerId="ADAL" clId="{A1824FC7-00A9-4708-B7FB-71BF84356830}" dt="2026-05-11T15:46:46.741" v="8315"/>
          <ac:spMkLst>
            <pc:docMk/>
            <pc:sldMk cId="524708494" sldId="297"/>
            <ac:spMk id="17" creationId="{62155619-9324-4D94-BC64-84299610F7FE}"/>
          </ac:spMkLst>
        </pc:spChg>
        <pc:spChg chg="add mod">
          <ac:chgData name="Josué Silva de Morais" userId="f406c2cd-edfc-4057-be10-75858098c663" providerId="ADAL" clId="{A1824FC7-00A9-4708-B7FB-71BF84356830}" dt="2026-05-11T15:46:46.760" v="8326"/>
          <ac:spMkLst>
            <pc:docMk/>
            <pc:sldMk cId="524708494" sldId="297"/>
            <ac:spMk id="18" creationId="{B99784A0-B9ED-442E-9C5C-30E3CB3E070A}"/>
          </ac:spMkLst>
        </pc:spChg>
        <pc:spChg chg="add mod">
          <ac:chgData name="Josué Silva de Morais" userId="f406c2cd-edfc-4057-be10-75858098c663" providerId="ADAL" clId="{A1824FC7-00A9-4708-B7FB-71BF84356830}" dt="2026-05-11T15:46:46.773" v="8333"/>
          <ac:spMkLst>
            <pc:docMk/>
            <pc:sldMk cId="524708494" sldId="297"/>
            <ac:spMk id="19" creationId="{F504B8FF-B5BC-4F52-AD65-A07E80AA8D44}"/>
          </ac:spMkLst>
        </pc:spChg>
        <pc:spChg chg="add mod">
          <ac:chgData name="Josué Silva de Morais" userId="f406c2cd-edfc-4057-be10-75858098c663" providerId="ADAL" clId="{A1824FC7-00A9-4708-B7FB-71BF84356830}" dt="2026-05-11T15:46:46.783" v="8338"/>
          <ac:spMkLst>
            <pc:docMk/>
            <pc:sldMk cId="524708494" sldId="297"/>
            <ac:spMk id="20" creationId="{E24AD808-EC74-4E5C-B102-2DF967554039}"/>
          </ac:spMkLst>
        </pc:spChg>
        <pc:spChg chg="add mod">
          <ac:chgData name="Josué Silva de Morais" userId="f406c2cd-edfc-4057-be10-75858098c663" providerId="ADAL" clId="{A1824FC7-00A9-4708-B7FB-71BF84356830}" dt="2026-05-11T15:46:46.800" v="8349"/>
          <ac:spMkLst>
            <pc:docMk/>
            <pc:sldMk cId="524708494" sldId="297"/>
            <ac:spMk id="21" creationId="{A012A975-4BFC-4963-9B9D-B69D02D53C11}"/>
          </ac:spMkLst>
        </pc:spChg>
        <pc:spChg chg="add mod">
          <ac:chgData name="Josué Silva de Morais" userId="f406c2cd-edfc-4057-be10-75858098c663" providerId="ADAL" clId="{A1824FC7-00A9-4708-B7FB-71BF84356830}" dt="2026-05-11T15:46:46.811" v="8356"/>
          <ac:spMkLst>
            <pc:docMk/>
            <pc:sldMk cId="524708494" sldId="297"/>
            <ac:spMk id="22" creationId="{1492BBEE-34D2-405F-91D8-CECE8613202A}"/>
          </ac:spMkLst>
        </pc:spChg>
        <pc:spChg chg="add mod">
          <ac:chgData name="Josué Silva de Morais" userId="f406c2cd-edfc-4057-be10-75858098c663" providerId="ADAL" clId="{A1824FC7-00A9-4708-B7FB-71BF84356830}" dt="2026-05-11T15:46:46.821" v="8361"/>
          <ac:spMkLst>
            <pc:docMk/>
            <pc:sldMk cId="524708494" sldId="297"/>
            <ac:spMk id="23" creationId="{693206BB-1A9D-4B03-A639-B825697E18EE}"/>
          </ac:spMkLst>
        </pc:spChg>
        <pc:spChg chg="add mod">
          <ac:chgData name="Josué Silva de Morais" userId="f406c2cd-edfc-4057-be10-75858098c663" providerId="ADAL" clId="{A1824FC7-00A9-4708-B7FB-71BF84356830}" dt="2026-05-11T15:46:46.838" v="8372"/>
          <ac:spMkLst>
            <pc:docMk/>
            <pc:sldMk cId="524708494" sldId="297"/>
            <ac:spMk id="24" creationId="{537D498E-CDA2-42B7-A59B-22F5F10476A7}"/>
          </ac:spMkLst>
        </pc:spChg>
        <pc:spChg chg="add mod">
          <ac:chgData name="Josué Silva de Morais" userId="f406c2cd-edfc-4057-be10-75858098c663" providerId="ADAL" clId="{A1824FC7-00A9-4708-B7FB-71BF84356830}" dt="2026-05-11T15:46:46.849" v="8379"/>
          <ac:spMkLst>
            <pc:docMk/>
            <pc:sldMk cId="524708494" sldId="297"/>
            <ac:spMk id="25" creationId="{25591F41-A756-4737-AD31-63554699773D}"/>
          </ac:spMkLst>
        </pc:spChg>
        <pc:spChg chg="add mod">
          <ac:chgData name="Josué Silva de Morais" userId="f406c2cd-edfc-4057-be10-75858098c663" providerId="ADAL" clId="{A1824FC7-00A9-4708-B7FB-71BF84356830}" dt="2026-05-11T15:46:46.856" v="8384"/>
          <ac:spMkLst>
            <pc:docMk/>
            <pc:sldMk cId="524708494" sldId="297"/>
            <ac:spMk id="26" creationId="{33B4366B-64C9-4262-A426-9E1F71A6EC22}"/>
          </ac:spMkLst>
        </pc:spChg>
        <pc:spChg chg="add mod">
          <ac:chgData name="Josué Silva de Morais" userId="f406c2cd-edfc-4057-be10-75858098c663" providerId="ADAL" clId="{A1824FC7-00A9-4708-B7FB-71BF84356830}" dt="2026-05-11T15:46:46.870" v="8395"/>
          <ac:spMkLst>
            <pc:docMk/>
            <pc:sldMk cId="524708494" sldId="297"/>
            <ac:spMk id="27" creationId="{F835187B-8BD5-4D4B-9CE8-02BCB753E5BA}"/>
          </ac:spMkLst>
        </pc:spChg>
        <pc:spChg chg="add mod">
          <ac:chgData name="Josué Silva de Morais" userId="f406c2cd-edfc-4057-be10-75858098c663" providerId="ADAL" clId="{A1824FC7-00A9-4708-B7FB-71BF84356830}" dt="2026-05-11T15:46:46.873" v="8398"/>
          <ac:spMkLst>
            <pc:docMk/>
            <pc:sldMk cId="524708494" sldId="297"/>
            <ac:spMk id="28" creationId="{8D3934B1-DEB5-44B8-9A45-4041CC9C4873}"/>
          </ac:spMkLst>
        </pc:spChg>
        <pc:spChg chg="add mod">
          <ac:chgData name="Josué Silva de Morais" userId="f406c2cd-edfc-4057-be10-75858098c663" providerId="ADAL" clId="{A1824FC7-00A9-4708-B7FB-71BF84356830}" dt="2026-05-11T15:46:46.882" v="8405"/>
          <ac:spMkLst>
            <pc:docMk/>
            <pc:sldMk cId="524708494" sldId="297"/>
            <ac:spMk id="29" creationId="{D548B4D9-D6A8-4B2A-9E7B-AE53E413960D}"/>
          </ac:spMkLst>
        </pc:spChg>
        <pc:spChg chg="add mod">
          <ac:chgData name="Josué Silva de Morais" userId="f406c2cd-edfc-4057-be10-75858098c663" providerId="ADAL" clId="{A1824FC7-00A9-4708-B7FB-71BF84356830}" dt="2026-05-11T15:46:46.885" v="8408"/>
          <ac:spMkLst>
            <pc:docMk/>
            <pc:sldMk cId="524708494" sldId="297"/>
            <ac:spMk id="30" creationId="{F0621BBD-F645-4068-B4DB-8DCE33218543}"/>
          </ac:spMkLst>
        </pc:spChg>
        <pc:spChg chg="add mod">
          <ac:chgData name="Josué Silva de Morais" userId="f406c2cd-edfc-4057-be10-75858098c663" providerId="ADAL" clId="{A1824FC7-00A9-4708-B7FB-71BF84356830}" dt="2026-05-11T15:46:46.888" v="8411"/>
          <ac:spMkLst>
            <pc:docMk/>
            <pc:sldMk cId="524708494" sldId="297"/>
            <ac:spMk id="31" creationId="{FA78F12A-F1D8-4489-AC71-34519911DA63}"/>
          </ac:spMkLst>
        </pc:spChg>
        <pc:spChg chg="add mod">
          <ac:chgData name="Josué Silva de Morais" userId="f406c2cd-edfc-4057-be10-75858098c663" providerId="ADAL" clId="{A1824FC7-00A9-4708-B7FB-71BF84356830}" dt="2026-05-11T15:46:46.890" v="8414"/>
          <ac:spMkLst>
            <pc:docMk/>
            <pc:sldMk cId="524708494" sldId="297"/>
            <ac:spMk id="32" creationId="{FD438377-29A0-4C75-8160-79D3D373F9E7}"/>
          </ac:spMkLst>
        </pc:spChg>
        <pc:spChg chg="add mod">
          <ac:chgData name="Josué Silva de Morais" userId="f406c2cd-edfc-4057-be10-75858098c663" providerId="ADAL" clId="{A1824FC7-00A9-4708-B7FB-71BF84356830}" dt="2026-05-11T15:46:46.894" v="8417"/>
          <ac:spMkLst>
            <pc:docMk/>
            <pc:sldMk cId="524708494" sldId="297"/>
            <ac:spMk id="33" creationId="{8E7B69F6-8BA7-44EA-A9D9-25EBC8078C67}"/>
          </ac:spMkLst>
        </pc:spChg>
        <pc:spChg chg="add mod">
          <ac:chgData name="Josué Silva de Morais" userId="f406c2cd-edfc-4057-be10-75858098c663" providerId="ADAL" clId="{A1824FC7-00A9-4708-B7FB-71BF84356830}" dt="2026-05-11T15:46:46.898" v="8420"/>
          <ac:spMkLst>
            <pc:docMk/>
            <pc:sldMk cId="524708494" sldId="297"/>
            <ac:spMk id="34" creationId="{33836533-0371-444C-8463-1689064B6201}"/>
          </ac:spMkLst>
        </pc:spChg>
        <pc:spChg chg="add mod">
          <ac:chgData name="Josué Silva de Morais" userId="f406c2cd-edfc-4057-be10-75858098c663" providerId="ADAL" clId="{A1824FC7-00A9-4708-B7FB-71BF84356830}" dt="2026-05-11T15:46:46.901" v="8423"/>
          <ac:spMkLst>
            <pc:docMk/>
            <pc:sldMk cId="524708494" sldId="297"/>
            <ac:spMk id="35" creationId="{15BCC1D7-5C2B-4101-BCF6-DDA22C6E7DB9}"/>
          </ac:spMkLst>
        </pc:spChg>
        <pc:spChg chg="add mod">
          <ac:chgData name="Josué Silva de Morais" userId="f406c2cd-edfc-4057-be10-75858098c663" providerId="ADAL" clId="{A1824FC7-00A9-4708-B7FB-71BF84356830}" dt="2026-05-11T15:46:46.903" v="8426"/>
          <ac:spMkLst>
            <pc:docMk/>
            <pc:sldMk cId="524708494" sldId="297"/>
            <ac:spMk id="36" creationId="{FA056E25-BE1B-47E0-A71D-AB4031EBED1D}"/>
          </ac:spMkLst>
        </pc:spChg>
        <pc:spChg chg="add mod">
          <ac:chgData name="Josué Silva de Morais" userId="f406c2cd-edfc-4057-be10-75858098c663" providerId="ADAL" clId="{A1824FC7-00A9-4708-B7FB-71BF84356830}" dt="2026-05-11T15:46:46.906" v="8429"/>
          <ac:spMkLst>
            <pc:docMk/>
            <pc:sldMk cId="524708494" sldId="297"/>
            <ac:spMk id="37" creationId="{A12A5F59-EE05-480A-8993-4DC872AC870A}"/>
          </ac:spMkLst>
        </pc:spChg>
        <pc:spChg chg="add mod">
          <ac:chgData name="Josué Silva de Morais" userId="f406c2cd-edfc-4057-be10-75858098c663" providerId="ADAL" clId="{A1824FC7-00A9-4708-B7FB-71BF84356830}" dt="2026-05-11T15:46:46.908" v="8432"/>
          <ac:spMkLst>
            <pc:docMk/>
            <pc:sldMk cId="524708494" sldId="297"/>
            <ac:spMk id="38" creationId="{56E950DC-484E-47ED-A2AA-E6CA2D5436EF}"/>
          </ac:spMkLst>
        </pc:spChg>
        <pc:spChg chg="add mod">
          <ac:chgData name="Josué Silva de Morais" userId="f406c2cd-edfc-4057-be10-75858098c663" providerId="ADAL" clId="{A1824FC7-00A9-4708-B7FB-71BF84356830}" dt="2026-05-11T15:46:46.912" v="8435"/>
          <ac:spMkLst>
            <pc:docMk/>
            <pc:sldMk cId="524708494" sldId="297"/>
            <ac:spMk id="39" creationId="{82CCBDB1-68E8-4E88-ADBF-DC2AC2191066}"/>
          </ac:spMkLst>
        </pc:spChg>
        <pc:spChg chg="add mod">
          <ac:chgData name="Josué Silva de Morais" userId="f406c2cd-edfc-4057-be10-75858098c663" providerId="ADAL" clId="{A1824FC7-00A9-4708-B7FB-71BF84356830}" dt="2026-05-11T15:46:46.917" v="8438"/>
          <ac:spMkLst>
            <pc:docMk/>
            <pc:sldMk cId="524708494" sldId="297"/>
            <ac:spMk id="40" creationId="{16825A97-FC88-466E-82E2-DBCE1E1BFB8D}"/>
          </ac:spMkLst>
        </pc:spChg>
        <pc:spChg chg="add mod">
          <ac:chgData name="Josué Silva de Morais" userId="f406c2cd-edfc-4057-be10-75858098c663" providerId="ADAL" clId="{A1824FC7-00A9-4708-B7FB-71BF84356830}" dt="2026-05-11T15:46:46.920" v="8441"/>
          <ac:spMkLst>
            <pc:docMk/>
            <pc:sldMk cId="524708494" sldId="297"/>
            <ac:spMk id="41" creationId="{E6059961-5A9F-489C-90B7-D461BEBE668A}"/>
          </ac:spMkLst>
        </pc:spChg>
        <pc:spChg chg="add mod">
          <ac:chgData name="Josué Silva de Morais" userId="f406c2cd-edfc-4057-be10-75858098c663" providerId="ADAL" clId="{A1824FC7-00A9-4708-B7FB-71BF84356830}" dt="2026-05-11T15:46:46.922" v="8444"/>
          <ac:spMkLst>
            <pc:docMk/>
            <pc:sldMk cId="524708494" sldId="297"/>
            <ac:spMk id="42" creationId="{AF3C1A26-508C-4D50-81AB-3A70A4770334}"/>
          </ac:spMkLst>
        </pc:spChg>
        <pc:spChg chg="add mod">
          <ac:chgData name="Josué Silva de Morais" userId="f406c2cd-edfc-4057-be10-75858098c663" providerId="ADAL" clId="{A1824FC7-00A9-4708-B7FB-71BF84356830}" dt="2026-05-11T15:46:46.926" v="8447"/>
          <ac:spMkLst>
            <pc:docMk/>
            <pc:sldMk cId="524708494" sldId="297"/>
            <ac:spMk id="43" creationId="{AE0ADA69-EDF1-4476-BBC6-5C0F838EFA3A}"/>
          </ac:spMkLst>
        </pc:spChg>
        <pc:spChg chg="add mod">
          <ac:chgData name="Josué Silva de Morais" userId="f406c2cd-edfc-4057-be10-75858098c663" providerId="ADAL" clId="{A1824FC7-00A9-4708-B7FB-71BF84356830}" dt="2026-05-11T15:46:46.931" v="8450"/>
          <ac:spMkLst>
            <pc:docMk/>
            <pc:sldMk cId="524708494" sldId="297"/>
            <ac:spMk id="44" creationId="{F3B5FB42-5165-4365-96FA-787F0FCDFEFD}"/>
          </ac:spMkLst>
        </pc:spChg>
        <pc:spChg chg="add mod">
          <ac:chgData name="Josué Silva de Morais" userId="f406c2cd-edfc-4057-be10-75858098c663" providerId="ADAL" clId="{A1824FC7-00A9-4708-B7FB-71BF84356830}" dt="2026-05-11T15:46:46.935" v="8453"/>
          <ac:spMkLst>
            <pc:docMk/>
            <pc:sldMk cId="524708494" sldId="297"/>
            <ac:spMk id="45" creationId="{8B4EBBF3-1451-4598-8788-DAB81B1EEF50}"/>
          </ac:spMkLst>
        </pc:spChg>
        <pc:spChg chg="add mod">
          <ac:chgData name="Josué Silva de Morais" userId="f406c2cd-edfc-4057-be10-75858098c663" providerId="ADAL" clId="{A1824FC7-00A9-4708-B7FB-71BF84356830}" dt="2026-05-11T15:46:46.939" v="8456"/>
          <ac:spMkLst>
            <pc:docMk/>
            <pc:sldMk cId="524708494" sldId="297"/>
            <ac:spMk id="46" creationId="{12319AEA-521B-494B-9EB9-62526A419F26}"/>
          </ac:spMkLst>
        </pc:spChg>
        <pc:spChg chg="add mod">
          <ac:chgData name="Josué Silva de Morais" userId="f406c2cd-edfc-4057-be10-75858098c663" providerId="ADAL" clId="{A1824FC7-00A9-4708-B7FB-71BF84356830}" dt="2026-05-11T15:46:46.942" v="8459"/>
          <ac:spMkLst>
            <pc:docMk/>
            <pc:sldMk cId="524708494" sldId="297"/>
            <ac:spMk id="47" creationId="{2DDC3442-28EC-4AA3-9B3E-B314D71EDA2E}"/>
          </ac:spMkLst>
        </pc:spChg>
        <pc:spChg chg="add mod">
          <ac:chgData name="Josué Silva de Morais" userId="f406c2cd-edfc-4057-be10-75858098c663" providerId="ADAL" clId="{A1824FC7-00A9-4708-B7FB-71BF84356830}" dt="2026-05-11T15:46:46.946" v="8462"/>
          <ac:spMkLst>
            <pc:docMk/>
            <pc:sldMk cId="524708494" sldId="297"/>
            <ac:spMk id="48" creationId="{3B550C3A-B8AE-4C48-979F-8BD3947DDEC0}"/>
          </ac:spMkLst>
        </pc:spChg>
        <pc:spChg chg="add mod">
          <ac:chgData name="Josué Silva de Morais" userId="f406c2cd-edfc-4057-be10-75858098c663" providerId="ADAL" clId="{A1824FC7-00A9-4708-B7FB-71BF84356830}" dt="2026-05-11T15:46:46.952" v="8465"/>
          <ac:spMkLst>
            <pc:docMk/>
            <pc:sldMk cId="524708494" sldId="297"/>
            <ac:spMk id="49" creationId="{7BC5D02C-FA6D-4B79-9599-63F117FAF2BE}"/>
          </ac:spMkLst>
        </pc:spChg>
        <pc:spChg chg="add mod">
          <ac:chgData name="Josué Silva de Morais" userId="f406c2cd-edfc-4057-be10-75858098c663" providerId="ADAL" clId="{A1824FC7-00A9-4708-B7FB-71BF84356830}" dt="2026-05-11T15:46:46.956" v="8468"/>
          <ac:spMkLst>
            <pc:docMk/>
            <pc:sldMk cId="524708494" sldId="297"/>
            <ac:spMk id="50" creationId="{E51D8D9D-FD5D-46CD-A6F8-2CCAB57BC1AD}"/>
          </ac:spMkLst>
        </pc:spChg>
        <pc:spChg chg="add mod">
          <ac:chgData name="Josué Silva de Morais" userId="f406c2cd-edfc-4057-be10-75858098c663" providerId="ADAL" clId="{A1824FC7-00A9-4708-B7FB-71BF84356830}" dt="2026-05-11T15:46:46.959" v="8471"/>
          <ac:spMkLst>
            <pc:docMk/>
            <pc:sldMk cId="524708494" sldId="297"/>
            <ac:spMk id="51" creationId="{4C185B13-B4F6-425E-BFA7-161E619E560B}"/>
          </ac:spMkLst>
        </pc:spChg>
        <pc:spChg chg="add mod">
          <ac:chgData name="Josué Silva de Morais" userId="f406c2cd-edfc-4057-be10-75858098c663" providerId="ADAL" clId="{A1824FC7-00A9-4708-B7FB-71BF84356830}" dt="2026-05-11T15:46:46.961" v="8474"/>
          <ac:spMkLst>
            <pc:docMk/>
            <pc:sldMk cId="524708494" sldId="297"/>
            <ac:spMk id="52" creationId="{C413894F-B516-4B8E-9C87-CDB06F11BC02}"/>
          </ac:spMkLst>
        </pc:spChg>
        <pc:spChg chg="add mod">
          <ac:chgData name="Josué Silva de Morais" userId="f406c2cd-edfc-4057-be10-75858098c663" providerId="ADAL" clId="{A1824FC7-00A9-4708-B7FB-71BF84356830}" dt="2026-05-11T15:46:46.967" v="8477"/>
          <ac:spMkLst>
            <pc:docMk/>
            <pc:sldMk cId="524708494" sldId="297"/>
            <ac:spMk id="53" creationId="{5D996AE5-F07F-4577-A707-DF1FD6106754}"/>
          </ac:spMkLst>
        </pc:spChg>
        <pc:spChg chg="add mod">
          <ac:chgData name="Josué Silva de Morais" userId="f406c2cd-edfc-4057-be10-75858098c663" providerId="ADAL" clId="{A1824FC7-00A9-4708-B7FB-71BF84356830}" dt="2026-05-11T15:46:46.970" v="8480"/>
          <ac:spMkLst>
            <pc:docMk/>
            <pc:sldMk cId="524708494" sldId="297"/>
            <ac:spMk id="54" creationId="{6CF14749-FC14-4430-A81B-704C2F59F7B9}"/>
          </ac:spMkLst>
        </pc:spChg>
        <pc:spChg chg="add mod">
          <ac:chgData name="Josué Silva de Morais" userId="f406c2cd-edfc-4057-be10-75858098c663" providerId="ADAL" clId="{A1824FC7-00A9-4708-B7FB-71BF84356830}" dt="2026-05-11T15:46:46.974" v="8483"/>
          <ac:spMkLst>
            <pc:docMk/>
            <pc:sldMk cId="524708494" sldId="297"/>
            <ac:spMk id="55" creationId="{747F4DF4-FE53-49C3-9233-3D7ED993F0F7}"/>
          </ac:spMkLst>
        </pc:spChg>
        <pc:spChg chg="add mod">
          <ac:chgData name="Josué Silva de Morais" userId="f406c2cd-edfc-4057-be10-75858098c663" providerId="ADAL" clId="{A1824FC7-00A9-4708-B7FB-71BF84356830}" dt="2026-05-11T15:46:46.978" v="8486"/>
          <ac:spMkLst>
            <pc:docMk/>
            <pc:sldMk cId="524708494" sldId="297"/>
            <ac:spMk id="56" creationId="{3DA7203C-7321-4477-A88B-C443923B0124}"/>
          </ac:spMkLst>
        </pc:spChg>
        <pc:spChg chg="add mod">
          <ac:chgData name="Josué Silva de Morais" userId="f406c2cd-edfc-4057-be10-75858098c663" providerId="ADAL" clId="{A1824FC7-00A9-4708-B7FB-71BF84356830}" dt="2026-05-11T15:46:46.984" v="8489"/>
          <ac:spMkLst>
            <pc:docMk/>
            <pc:sldMk cId="524708494" sldId="297"/>
            <ac:spMk id="57" creationId="{5281F8AE-2E30-4BBA-A561-BCAB910C764B}"/>
          </ac:spMkLst>
        </pc:spChg>
        <pc:spChg chg="add mod">
          <ac:chgData name="Josué Silva de Morais" userId="f406c2cd-edfc-4057-be10-75858098c663" providerId="ADAL" clId="{A1824FC7-00A9-4708-B7FB-71BF84356830}" dt="2026-05-11T15:46:46.987" v="8492"/>
          <ac:spMkLst>
            <pc:docMk/>
            <pc:sldMk cId="524708494" sldId="297"/>
            <ac:spMk id="58" creationId="{5E321AD0-BF13-4C4F-AA35-F3BDE0BF3D35}"/>
          </ac:spMkLst>
        </pc:spChg>
        <pc:spChg chg="add mod">
          <ac:chgData name="Josué Silva de Morais" userId="f406c2cd-edfc-4057-be10-75858098c663" providerId="ADAL" clId="{A1824FC7-00A9-4708-B7FB-71BF84356830}" dt="2026-05-11T15:46:46.990" v="8495"/>
          <ac:spMkLst>
            <pc:docMk/>
            <pc:sldMk cId="524708494" sldId="297"/>
            <ac:spMk id="59" creationId="{A8A96FE3-42C7-4C47-BDE4-F0054AECC348}"/>
          </ac:spMkLst>
        </pc:spChg>
        <pc:spChg chg="add mod">
          <ac:chgData name="Josué Silva de Morais" userId="f406c2cd-edfc-4057-be10-75858098c663" providerId="ADAL" clId="{A1824FC7-00A9-4708-B7FB-71BF84356830}" dt="2026-05-11T15:46:46.992" v="8498"/>
          <ac:spMkLst>
            <pc:docMk/>
            <pc:sldMk cId="524708494" sldId="297"/>
            <ac:spMk id="60" creationId="{37EA0396-9228-42C2-B342-87823E7E5F7A}"/>
          </ac:spMkLst>
        </pc:spChg>
        <pc:spChg chg="add mod">
          <ac:chgData name="Josué Silva de Morais" userId="f406c2cd-edfc-4057-be10-75858098c663" providerId="ADAL" clId="{A1824FC7-00A9-4708-B7FB-71BF84356830}" dt="2026-05-11T15:46:46.997" v="8501"/>
          <ac:spMkLst>
            <pc:docMk/>
            <pc:sldMk cId="524708494" sldId="297"/>
            <ac:spMk id="61" creationId="{69FE53AA-48F8-4B59-BE7D-3BDFDC1D27D5}"/>
          </ac:spMkLst>
        </pc:spChg>
        <pc:spChg chg="add mod">
          <ac:chgData name="Josué Silva de Morais" userId="f406c2cd-edfc-4057-be10-75858098c663" providerId="ADAL" clId="{A1824FC7-00A9-4708-B7FB-71BF84356830}" dt="2026-05-11T15:46:47.002" v="8504"/>
          <ac:spMkLst>
            <pc:docMk/>
            <pc:sldMk cId="524708494" sldId="297"/>
            <ac:spMk id="62" creationId="{029E8264-4857-4EDE-B185-14396F0BB87A}"/>
          </ac:spMkLst>
        </pc:spChg>
        <pc:spChg chg="add mod">
          <ac:chgData name="Josué Silva de Morais" userId="f406c2cd-edfc-4057-be10-75858098c663" providerId="ADAL" clId="{A1824FC7-00A9-4708-B7FB-71BF84356830}" dt="2026-05-11T15:46:47.006" v="8507"/>
          <ac:spMkLst>
            <pc:docMk/>
            <pc:sldMk cId="524708494" sldId="297"/>
            <ac:spMk id="63" creationId="{00CB34EF-F9BF-4520-8ADB-B52443E5467A}"/>
          </ac:spMkLst>
        </pc:spChg>
        <pc:spChg chg="add mod">
          <ac:chgData name="Josué Silva de Morais" userId="f406c2cd-edfc-4057-be10-75858098c663" providerId="ADAL" clId="{A1824FC7-00A9-4708-B7FB-71BF84356830}" dt="2026-05-11T15:46:47.008" v="8510"/>
          <ac:spMkLst>
            <pc:docMk/>
            <pc:sldMk cId="524708494" sldId="297"/>
            <ac:spMk id="64" creationId="{7BF6611C-FC96-42D2-97F1-2069A28D0E66}"/>
          </ac:spMkLst>
        </pc:spChg>
        <pc:spChg chg="add mod">
          <ac:chgData name="Josué Silva de Morais" userId="f406c2cd-edfc-4057-be10-75858098c663" providerId="ADAL" clId="{A1824FC7-00A9-4708-B7FB-71BF84356830}" dt="2026-05-11T15:46:47.011" v="8513"/>
          <ac:spMkLst>
            <pc:docMk/>
            <pc:sldMk cId="524708494" sldId="297"/>
            <ac:spMk id="65" creationId="{6A497587-3739-484A-A3C2-3A093E309DBE}"/>
          </ac:spMkLst>
        </pc:spChg>
        <pc:spChg chg="add mod">
          <ac:chgData name="Josué Silva de Morais" userId="f406c2cd-edfc-4057-be10-75858098c663" providerId="ADAL" clId="{A1824FC7-00A9-4708-B7FB-71BF84356830}" dt="2026-05-11T15:46:47.016" v="8516"/>
          <ac:spMkLst>
            <pc:docMk/>
            <pc:sldMk cId="524708494" sldId="297"/>
            <ac:spMk id="66" creationId="{899F0FAD-3242-4BEF-B384-8DE9DA3B5FC5}"/>
          </ac:spMkLst>
        </pc:spChg>
        <pc:spChg chg="add mod">
          <ac:chgData name="Josué Silva de Morais" userId="f406c2cd-edfc-4057-be10-75858098c663" providerId="ADAL" clId="{A1824FC7-00A9-4708-B7FB-71BF84356830}" dt="2026-05-11T15:46:47.020" v="8519"/>
          <ac:spMkLst>
            <pc:docMk/>
            <pc:sldMk cId="524708494" sldId="297"/>
            <ac:spMk id="67" creationId="{080966B0-A06C-464A-8918-E742B2555A9C}"/>
          </ac:spMkLst>
        </pc:spChg>
        <pc:spChg chg="add mod">
          <ac:chgData name="Josué Silva de Morais" userId="f406c2cd-edfc-4057-be10-75858098c663" providerId="ADAL" clId="{A1824FC7-00A9-4708-B7FB-71BF84356830}" dt="2026-05-11T15:46:47.022" v="8522"/>
          <ac:spMkLst>
            <pc:docMk/>
            <pc:sldMk cId="524708494" sldId="297"/>
            <ac:spMk id="68" creationId="{7D9163C9-4913-469D-BFA1-64FCE197431F}"/>
          </ac:spMkLst>
        </pc:spChg>
        <pc:spChg chg="add mod">
          <ac:chgData name="Josué Silva de Morais" userId="f406c2cd-edfc-4057-be10-75858098c663" providerId="ADAL" clId="{A1824FC7-00A9-4708-B7FB-71BF84356830}" dt="2026-05-11T15:46:47.025" v="8525"/>
          <ac:spMkLst>
            <pc:docMk/>
            <pc:sldMk cId="524708494" sldId="297"/>
            <ac:spMk id="69" creationId="{F657A3E6-4F64-49A7-A3FA-D0B3CB03BC76}"/>
          </ac:spMkLst>
        </pc:spChg>
        <pc:spChg chg="add mod">
          <ac:chgData name="Josué Silva de Morais" userId="f406c2cd-edfc-4057-be10-75858098c663" providerId="ADAL" clId="{A1824FC7-00A9-4708-B7FB-71BF84356830}" dt="2026-05-11T15:46:47.027" v="8528"/>
          <ac:spMkLst>
            <pc:docMk/>
            <pc:sldMk cId="524708494" sldId="297"/>
            <ac:spMk id="70" creationId="{076EF79F-927B-4384-9138-FDA98CF4DCAB}"/>
          </ac:spMkLst>
        </pc:spChg>
        <pc:spChg chg="add mod">
          <ac:chgData name="Josué Silva de Morais" userId="f406c2cd-edfc-4057-be10-75858098c663" providerId="ADAL" clId="{A1824FC7-00A9-4708-B7FB-71BF84356830}" dt="2026-05-11T15:46:47.033" v="8531"/>
          <ac:spMkLst>
            <pc:docMk/>
            <pc:sldMk cId="524708494" sldId="297"/>
            <ac:spMk id="71" creationId="{D57B171A-26E2-43A6-B5CA-81F9BA2C1020}"/>
          </ac:spMkLst>
        </pc:spChg>
        <pc:spChg chg="add mod">
          <ac:chgData name="Josué Silva de Morais" userId="f406c2cd-edfc-4057-be10-75858098c663" providerId="ADAL" clId="{A1824FC7-00A9-4708-B7FB-71BF84356830}" dt="2026-05-11T15:46:47.036" v="8534"/>
          <ac:spMkLst>
            <pc:docMk/>
            <pc:sldMk cId="524708494" sldId="297"/>
            <ac:spMk id="72" creationId="{801778DE-3EDD-4375-8303-01D832807486}"/>
          </ac:spMkLst>
        </pc:spChg>
        <pc:spChg chg="add mod">
          <ac:chgData name="Josué Silva de Morais" userId="f406c2cd-edfc-4057-be10-75858098c663" providerId="ADAL" clId="{A1824FC7-00A9-4708-B7FB-71BF84356830}" dt="2026-05-11T15:46:47.040" v="8537"/>
          <ac:spMkLst>
            <pc:docMk/>
            <pc:sldMk cId="524708494" sldId="297"/>
            <ac:spMk id="73" creationId="{3A8A4490-822B-4B30-9903-635597DF9350}"/>
          </ac:spMkLst>
        </pc:spChg>
        <pc:spChg chg="add mod">
          <ac:chgData name="Josué Silva de Morais" userId="f406c2cd-edfc-4057-be10-75858098c663" providerId="ADAL" clId="{A1824FC7-00A9-4708-B7FB-71BF84356830}" dt="2026-05-11T15:46:47.043" v="8540"/>
          <ac:spMkLst>
            <pc:docMk/>
            <pc:sldMk cId="524708494" sldId="297"/>
            <ac:spMk id="74" creationId="{1A061611-669F-4CFE-A057-84336D8E4229}"/>
          </ac:spMkLst>
        </pc:spChg>
        <pc:spChg chg="add mod">
          <ac:chgData name="Josué Silva de Morais" userId="f406c2cd-edfc-4057-be10-75858098c663" providerId="ADAL" clId="{A1824FC7-00A9-4708-B7FB-71BF84356830}" dt="2026-05-11T15:46:47.049" v="8543"/>
          <ac:spMkLst>
            <pc:docMk/>
            <pc:sldMk cId="524708494" sldId="297"/>
            <ac:spMk id="75" creationId="{A29E0276-ED5E-4BEC-BC9B-9998B05227CE}"/>
          </ac:spMkLst>
        </pc:spChg>
        <pc:spChg chg="add mod">
          <ac:chgData name="Josué Silva de Morais" userId="f406c2cd-edfc-4057-be10-75858098c663" providerId="ADAL" clId="{A1824FC7-00A9-4708-B7FB-71BF84356830}" dt="2026-05-11T15:46:47.051" v="8546"/>
          <ac:spMkLst>
            <pc:docMk/>
            <pc:sldMk cId="524708494" sldId="297"/>
            <ac:spMk id="76" creationId="{0E724D15-E5BF-46C8-ACD8-EF359205B7E5}"/>
          </ac:spMkLst>
        </pc:spChg>
        <pc:spChg chg="add mod">
          <ac:chgData name="Josué Silva de Morais" userId="f406c2cd-edfc-4057-be10-75858098c663" providerId="ADAL" clId="{A1824FC7-00A9-4708-B7FB-71BF84356830}" dt="2026-05-11T15:46:47.054" v="8549"/>
          <ac:spMkLst>
            <pc:docMk/>
            <pc:sldMk cId="524708494" sldId="297"/>
            <ac:spMk id="77" creationId="{1CC8FD00-78EB-4F76-AF18-050173E5588A}"/>
          </ac:spMkLst>
        </pc:spChg>
        <pc:spChg chg="add mod">
          <ac:chgData name="Josué Silva de Morais" userId="f406c2cd-edfc-4057-be10-75858098c663" providerId="ADAL" clId="{A1824FC7-00A9-4708-B7FB-71BF84356830}" dt="2026-05-11T15:46:47.056" v="8552"/>
          <ac:spMkLst>
            <pc:docMk/>
            <pc:sldMk cId="524708494" sldId="297"/>
            <ac:spMk id="78" creationId="{D6020EB8-E0C7-40B8-8869-8BCF760E43E9}"/>
          </ac:spMkLst>
        </pc:spChg>
        <pc:spChg chg="add mod">
          <ac:chgData name="Josué Silva de Morais" userId="f406c2cd-edfc-4057-be10-75858098c663" providerId="ADAL" clId="{A1824FC7-00A9-4708-B7FB-71BF84356830}" dt="2026-05-11T15:46:47.060" v="8555"/>
          <ac:spMkLst>
            <pc:docMk/>
            <pc:sldMk cId="524708494" sldId="297"/>
            <ac:spMk id="79" creationId="{A32FD411-6DA6-453E-849A-4D1A53C58C2E}"/>
          </ac:spMkLst>
        </pc:spChg>
        <pc:spChg chg="add mod">
          <ac:chgData name="Josué Silva de Morais" userId="f406c2cd-edfc-4057-be10-75858098c663" providerId="ADAL" clId="{A1824FC7-00A9-4708-B7FB-71BF84356830}" dt="2026-05-11T15:46:47.064" v="8558"/>
          <ac:spMkLst>
            <pc:docMk/>
            <pc:sldMk cId="524708494" sldId="297"/>
            <ac:spMk id="80" creationId="{64E02CAB-6739-4AB5-B3AF-05D446906030}"/>
          </ac:spMkLst>
        </pc:spChg>
        <pc:spChg chg="add mod">
          <ac:chgData name="Josué Silva de Morais" userId="f406c2cd-edfc-4057-be10-75858098c663" providerId="ADAL" clId="{A1824FC7-00A9-4708-B7FB-71BF84356830}" dt="2026-05-11T15:46:47.066" v="8561"/>
          <ac:spMkLst>
            <pc:docMk/>
            <pc:sldMk cId="524708494" sldId="297"/>
            <ac:spMk id="81" creationId="{CFBC4E51-714B-45D8-91C7-92E7627F2032}"/>
          </ac:spMkLst>
        </pc:spChg>
        <pc:spChg chg="add mod">
          <ac:chgData name="Josué Silva de Morais" userId="f406c2cd-edfc-4057-be10-75858098c663" providerId="ADAL" clId="{A1824FC7-00A9-4708-B7FB-71BF84356830}" dt="2026-05-11T15:46:47.069" v="8564"/>
          <ac:spMkLst>
            <pc:docMk/>
            <pc:sldMk cId="524708494" sldId="297"/>
            <ac:spMk id="82" creationId="{070A65E6-F69B-4AB9-8EBB-66760C550851}"/>
          </ac:spMkLst>
        </pc:spChg>
        <pc:spChg chg="add mod">
          <ac:chgData name="Josué Silva de Morais" userId="f406c2cd-edfc-4057-be10-75858098c663" providerId="ADAL" clId="{A1824FC7-00A9-4708-B7FB-71BF84356830}" dt="2026-05-11T15:46:47.071" v="8567"/>
          <ac:spMkLst>
            <pc:docMk/>
            <pc:sldMk cId="524708494" sldId="297"/>
            <ac:spMk id="83" creationId="{C33923B7-1C3D-4FD8-BDAB-6EFEA9291868}"/>
          </ac:spMkLst>
        </pc:spChg>
        <pc:spChg chg="add mod">
          <ac:chgData name="Josué Silva de Morais" userId="f406c2cd-edfc-4057-be10-75858098c663" providerId="ADAL" clId="{A1824FC7-00A9-4708-B7FB-71BF84356830}" dt="2026-05-11T15:46:47.075" v="8570"/>
          <ac:spMkLst>
            <pc:docMk/>
            <pc:sldMk cId="524708494" sldId="297"/>
            <ac:spMk id="84" creationId="{5E8FA327-1CA5-43FF-A785-A681B426790A}"/>
          </ac:spMkLst>
        </pc:spChg>
        <pc:spChg chg="add mod">
          <ac:chgData name="Josué Silva de Morais" userId="f406c2cd-edfc-4057-be10-75858098c663" providerId="ADAL" clId="{A1824FC7-00A9-4708-B7FB-71BF84356830}" dt="2026-05-11T15:46:47.078" v="8573"/>
          <ac:spMkLst>
            <pc:docMk/>
            <pc:sldMk cId="524708494" sldId="297"/>
            <ac:spMk id="85" creationId="{C84778DD-6D40-45A4-89CC-E4260FE09FFC}"/>
          </ac:spMkLst>
        </pc:spChg>
        <pc:spChg chg="add mod">
          <ac:chgData name="Josué Silva de Morais" userId="f406c2cd-edfc-4057-be10-75858098c663" providerId="ADAL" clId="{A1824FC7-00A9-4708-B7FB-71BF84356830}" dt="2026-05-11T15:46:47.082" v="8576"/>
          <ac:spMkLst>
            <pc:docMk/>
            <pc:sldMk cId="524708494" sldId="297"/>
            <ac:spMk id="86" creationId="{C5C6A0CC-AE1C-46C6-A829-7A5F32C5A929}"/>
          </ac:spMkLst>
        </pc:spChg>
        <pc:spChg chg="add mod">
          <ac:chgData name="Josué Silva de Morais" userId="f406c2cd-edfc-4057-be10-75858098c663" providerId="ADAL" clId="{A1824FC7-00A9-4708-B7FB-71BF84356830}" dt="2026-05-11T15:46:47.085" v="8579"/>
          <ac:spMkLst>
            <pc:docMk/>
            <pc:sldMk cId="524708494" sldId="297"/>
            <ac:spMk id="87" creationId="{84B100A6-BEE4-4303-8943-156C168C7D60}"/>
          </ac:spMkLst>
        </pc:spChg>
        <pc:spChg chg="add mod">
          <ac:chgData name="Josué Silva de Morais" userId="f406c2cd-edfc-4057-be10-75858098c663" providerId="ADAL" clId="{A1824FC7-00A9-4708-B7FB-71BF84356830}" dt="2026-05-11T15:46:47.087" v="8582"/>
          <ac:spMkLst>
            <pc:docMk/>
            <pc:sldMk cId="524708494" sldId="297"/>
            <ac:spMk id="88" creationId="{6F31EB28-B85A-497A-B367-4722B1F66E59}"/>
          </ac:spMkLst>
        </pc:spChg>
        <pc:spChg chg="add mod">
          <ac:chgData name="Josué Silva de Morais" userId="f406c2cd-edfc-4057-be10-75858098c663" providerId="ADAL" clId="{A1824FC7-00A9-4708-B7FB-71BF84356830}" dt="2026-05-11T15:46:47.090" v="8585"/>
          <ac:spMkLst>
            <pc:docMk/>
            <pc:sldMk cId="524708494" sldId="297"/>
            <ac:spMk id="89" creationId="{A527B460-F3DC-43BD-959C-D0F4D3606010}"/>
          </ac:spMkLst>
        </pc:spChg>
        <pc:spChg chg="add mod">
          <ac:chgData name="Josué Silva de Morais" userId="f406c2cd-edfc-4057-be10-75858098c663" providerId="ADAL" clId="{A1824FC7-00A9-4708-B7FB-71BF84356830}" dt="2026-05-11T15:46:47.098" v="8591"/>
          <ac:spMkLst>
            <pc:docMk/>
            <pc:sldMk cId="524708494" sldId="297"/>
            <ac:spMk id="90" creationId="{A064631B-B70A-4E0B-857D-BBE9D37652C7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7:26.606" v="9137"/>
        <pc:sldMkLst>
          <pc:docMk/>
          <pc:sldMk cId="2319040385" sldId="298"/>
        </pc:sldMkLst>
        <pc:spChg chg="add mod">
          <ac:chgData name="Josué Silva de Morais" userId="f406c2cd-edfc-4057-be10-75858098c663" providerId="ADAL" clId="{A1824FC7-00A9-4708-B7FB-71BF84356830}" dt="2026-05-11T15:47:25.982" v="8595"/>
          <ac:spMkLst>
            <pc:docMk/>
            <pc:sldMk cId="2319040385" sldId="298"/>
            <ac:spMk id="2" creationId="{D8F99FE3-DEFF-49E4-B89A-1AC997644ED9}"/>
          </ac:spMkLst>
        </pc:spChg>
        <pc:spChg chg="add mod">
          <ac:chgData name="Josué Silva de Morais" userId="f406c2cd-edfc-4057-be10-75858098c663" providerId="ADAL" clId="{A1824FC7-00A9-4708-B7FB-71BF84356830}" dt="2026-05-11T15:47:25.989" v="8602"/>
          <ac:spMkLst>
            <pc:docMk/>
            <pc:sldMk cId="2319040385" sldId="298"/>
            <ac:spMk id="3" creationId="{7125CEC9-6365-4DC0-A7B0-7F209AE1B3F6}"/>
          </ac:spMkLst>
        </pc:spChg>
        <pc:spChg chg="add mod">
          <ac:chgData name="Josué Silva de Morais" userId="f406c2cd-edfc-4057-be10-75858098c663" providerId="ADAL" clId="{A1824FC7-00A9-4708-B7FB-71BF84356830}" dt="2026-05-11T15:47:26.002" v="8613"/>
          <ac:spMkLst>
            <pc:docMk/>
            <pc:sldMk cId="2319040385" sldId="298"/>
            <ac:spMk id="4" creationId="{9D1433F7-7EF6-493D-8CB4-8FEABDCFA7D1}"/>
          </ac:spMkLst>
        </pc:spChg>
        <pc:spChg chg="add mod">
          <ac:chgData name="Josué Silva de Morais" userId="f406c2cd-edfc-4057-be10-75858098c663" providerId="ADAL" clId="{A1824FC7-00A9-4708-B7FB-71BF84356830}" dt="2026-05-11T15:47:26.014" v="8624"/>
          <ac:spMkLst>
            <pc:docMk/>
            <pc:sldMk cId="2319040385" sldId="298"/>
            <ac:spMk id="5" creationId="{F7B811B9-15E7-4407-883F-DCEAC041DD0F}"/>
          </ac:spMkLst>
        </pc:spChg>
        <pc:spChg chg="add mod">
          <ac:chgData name="Josué Silva de Morais" userId="f406c2cd-edfc-4057-be10-75858098c663" providerId="ADAL" clId="{A1824FC7-00A9-4708-B7FB-71BF84356830}" dt="2026-05-11T15:47:26.026" v="8635"/>
          <ac:spMkLst>
            <pc:docMk/>
            <pc:sldMk cId="2319040385" sldId="298"/>
            <ac:spMk id="6" creationId="{8B2644C3-3977-4987-9C11-BEF035C551C4}"/>
          </ac:spMkLst>
        </pc:spChg>
        <pc:spChg chg="add mod">
          <ac:chgData name="Josué Silva de Morais" userId="f406c2cd-edfc-4057-be10-75858098c663" providerId="ADAL" clId="{A1824FC7-00A9-4708-B7FB-71BF84356830}" dt="2026-05-11T15:47:26.036" v="8646"/>
          <ac:spMkLst>
            <pc:docMk/>
            <pc:sldMk cId="2319040385" sldId="298"/>
            <ac:spMk id="7" creationId="{0B087BC7-BEA4-48F9-8E68-5B0B469C90E5}"/>
          </ac:spMkLst>
        </pc:spChg>
        <pc:spChg chg="add mod">
          <ac:chgData name="Josué Silva de Morais" userId="f406c2cd-edfc-4057-be10-75858098c663" providerId="ADAL" clId="{A1824FC7-00A9-4708-B7FB-71BF84356830}" dt="2026-05-11T15:47:26.049" v="8657"/>
          <ac:spMkLst>
            <pc:docMk/>
            <pc:sldMk cId="2319040385" sldId="298"/>
            <ac:spMk id="8" creationId="{F0AE0F27-6AFB-43EE-9744-91A545E65AC6}"/>
          </ac:spMkLst>
        </pc:spChg>
        <pc:spChg chg="add mod">
          <ac:chgData name="Josué Silva de Morais" userId="f406c2cd-edfc-4057-be10-75858098c663" providerId="ADAL" clId="{A1824FC7-00A9-4708-B7FB-71BF84356830}" dt="2026-05-11T15:47:26.063" v="8669"/>
          <ac:spMkLst>
            <pc:docMk/>
            <pc:sldMk cId="2319040385" sldId="298"/>
            <ac:spMk id="9" creationId="{69F45C7E-38BC-41B3-96AF-08F2D550EEDE}"/>
          </ac:spMkLst>
        </pc:spChg>
        <pc:spChg chg="add mod">
          <ac:chgData name="Josué Silva de Morais" userId="f406c2cd-edfc-4057-be10-75858098c663" providerId="ADAL" clId="{A1824FC7-00A9-4708-B7FB-71BF84356830}" dt="2026-05-11T15:47:26.073" v="8681"/>
          <ac:spMkLst>
            <pc:docMk/>
            <pc:sldMk cId="2319040385" sldId="298"/>
            <ac:spMk id="10" creationId="{3F653554-E89C-44C5-A98E-F3D981E4686A}"/>
          </ac:spMkLst>
        </pc:spChg>
        <pc:spChg chg="add mod">
          <ac:chgData name="Josué Silva de Morais" userId="f406c2cd-edfc-4057-be10-75858098c663" providerId="ADAL" clId="{A1824FC7-00A9-4708-B7FB-71BF84356830}" dt="2026-05-11T15:47:26.088" v="8693"/>
          <ac:spMkLst>
            <pc:docMk/>
            <pc:sldMk cId="2319040385" sldId="298"/>
            <ac:spMk id="11" creationId="{FB95597F-91DC-4ED9-8605-3FC068BE5FEA}"/>
          </ac:spMkLst>
        </pc:spChg>
        <pc:spChg chg="add mod">
          <ac:chgData name="Josué Silva de Morais" userId="f406c2cd-edfc-4057-be10-75858098c663" providerId="ADAL" clId="{A1824FC7-00A9-4708-B7FB-71BF84356830}" dt="2026-05-11T15:47:26.102" v="8705"/>
          <ac:spMkLst>
            <pc:docMk/>
            <pc:sldMk cId="2319040385" sldId="298"/>
            <ac:spMk id="12" creationId="{0FABCD27-F3EB-4A3D-8523-F9CC69F2D861}"/>
          </ac:spMkLst>
        </pc:spChg>
        <pc:spChg chg="add mod">
          <ac:chgData name="Josué Silva de Morais" userId="f406c2cd-edfc-4057-be10-75858098c663" providerId="ADAL" clId="{A1824FC7-00A9-4708-B7FB-71BF84356830}" dt="2026-05-11T15:47:26.116" v="8717"/>
          <ac:spMkLst>
            <pc:docMk/>
            <pc:sldMk cId="2319040385" sldId="298"/>
            <ac:spMk id="13" creationId="{12687104-8DF2-45F3-B626-BF5D9A4AE944}"/>
          </ac:spMkLst>
        </pc:spChg>
        <pc:spChg chg="add mod">
          <ac:chgData name="Josué Silva de Morais" userId="f406c2cd-edfc-4057-be10-75858098c663" providerId="ADAL" clId="{A1824FC7-00A9-4708-B7FB-71BF84356830}" dt="2026-05-11T15:47:26.133" v="8729"/>
          <ac:spMkLst>
            <pc:docMk/>
            <pc:sldMk cId="2319040385" sldId="298"/>
            <ac:spMk id="14" creationId="{749FD872-198D-4724-93AA-D3FD50E769AB}"/>
          </ac:spMkLst>
        </pc:spChg>
        <pc:spChg chg="add mod">
          <ac:chgData name="Josué Silva de Morais" userId="f406c2cd-edfc-4057-be10-75858098c663" providerId="ADAL" clId="{A1824FC7-00A9-4708-B7FB-71BF84356830}" dt="2026-05-11T15:47:26.147" v="8741"/>
          <ac:spMkLst>
            <pc:docMk/>
            <pc:sldMk cId="2319040385" sldId="298"/>
            <ac:spMk id="15" creationId="{0F06BF93-CE25-4E24-970C-FD2C9135AA18}"/>
          </ac:spMkLst>
        </pc:spChg>
        <pc:spChg chg="add mod">
          <ac:chgData name="Josué Silva de Morais" userId="f406c2cd-edfc-4057-be10-75858098c663" providerId="ADAL" clId="{A1824FC7-00A9-4708-B7FB-71BF84356830}" dt="2026-05-11T15:47:26.157" v="8753"/>
          <ac:spMkLst>
            <pc:docMk/>
            <pc:sldMk cId="2319040385" sldId="298"/>
            <ac:spMk id="16" creationId="{A2C8573E-E54F-486F-AA5F-0B35CB14EED9}"/>
          </ac:spMkLst>
        </pc:spChg>
        <pc:spChg chg="add mod">
          <ac:chgData name="Josué Silva de Morais" userId="f406c2cd-edfc-4057-be10-75858098c663" providerId="ADAL" clId="{A1824FC7-00A9-4708-B7FB-71BF84356830}" dt="2026-05-11T15:47:26.180" v="8765"/>
          <ac:spMkLst>
            <pc:docMk/>
            <pc:sldMk cId="2319040385" sldId="298"/>
            <ac:spMk id="17" creationId="{924DEB47-B839-4C52-B62A-B3508BA4F3C5}"/>
          </ac:spMkLst>
        </pc:spChg>
        <pc:spChg chg="add mod">
          <ac:chgData name="Josué Silva de Morais" userId="f406c2cd-edfc-4057-be10-75858098c663" providerId="ADAL" clId="{A1824FC7-00A9-4708-B7FB-71BF84356830}" dt="2026-05-11T15:47:26.203" v="8777"/>
          <ac:spMkLst>
            <pc:docMk/>
            <pc:sldMk cId="2319040385" sldId="298"/>
            <ac:spMk id="18" creationId="{B44B7FE2-B568-4C62-B770-FDC9F2DABEB2}"/>
          </ac:spMkLst>
        </pc:spChg>
        <pc:spChg chg="add mod">
          <ac:chgData name="Josué Silva de Morais" userId="f406c2cd-edfc-4057-be10-75858098c663" providerId="ADAL" clId="{A1824FC7-00A9-4708-B7FB-71BF84356830}" dt="2026-05-11T15:47:26.216" v="8789"/>
          <ac:spMkLst>
            <pc:docMk/>
            <pc:sldMk cId="2319040385" sldId="298"/>
            <ac:spMk id="19" creationId="{79018BB6-8334-41BF-9D43-07D2CA599686}"/>
          </ac:spMkLst>
        </pc:spChg>
        <pc:spChg chg="add mod">
          <ac:chgData name="Josué Silva de Morais" userId="f406c2cd-edfc-4057-be10-75858098c663" providerId="ADAL" clId="{A1824FC7-00A9-4708-B7FB-71BF84356830}" dt="2026-05-11T15:47:26.233" v="8801"/>
          <ac:spMkLst>
            <pc:docMk/>
            <pc:sldMk cId="2319040385" sldId="298"/>
            <ac:spMk id="20" creationId="{87B611BE-5755-45A9-AF5F-814FCF1FB09C}"/>
          </ac:spMkLst>
        </pc:spChg>
        <pc:spChg chg="add mod">
          <ac:chgData name="Josué Silva de Morais" userId="f406c2cd-edfc-4057-be10-75858098c663" providerId="ADAL" clId="{A1824FC7-00A9-4708-B7FB-71BF84356830}" dt="2026-05-11T15:47:26.247" v="8813"/>
          <ac:spMkLst>
            <pc:docMk/>
            <pc:sldMk cId="2319040385" sldId="298"/>
            <ac:spMk id="21" creationId="{5779EF60-607B-4180-80AD-7717A134FEBB}"/>
          </ac:spMkLst>
        </pc:spChg>
        <pc:spChg chg="add mod">
          <ac:chgData name="Josué Silva de Morais" userId="f406c2cd-edfc-4057-be10-75858098c663" providerId="ADAL" clId="{A1824FC7-00A9-4708-B7FB-71BF84356830}" dt="2026-05-11T15:47:26.262" v="8825"/>
          <ac:spMkLst>
            <pc:docMk/>
            <pc:sldMk cId="2319040385" sldId="298"/>
            <ac:spMk id="22" creationId="{A5EBB406-C22D-4A3A-94D3-F7B8F587303A}"/>
          </ac:spMkLst>
        </pc:spChg>
        <pc:spChg chg="add mod">
          <ac:chgData name="Josué Silva de Morais" userId="f406c2cd-edfc-4057-be10-75858098c663" providerId="ADAL" clId="{A1824FC7-00A9-4708-B7FB-71BF84356830}" dt="2026-05-11T15:47:26.273" v="8837"/>
          <ac:spMkLst>
            <pc:docMk/>
            <pc:sldMk cId="2319040385" sldId="298"/>
            <ac:spMk id="23" creationId="{47B8607D-9C1C-42F7-90DB-F76016BAD8C0}"/>
          </ac:spMkLst>
        </pc:spChg>
        <pc:spChg chg="add mod">
          <ac:chgData name="Josué Silva de Morais" userId="f406c2cd-edfc-4057-be10-75858098c663" providerId="ADAL" clId="{A1824FC7-00A9-4708-B7FB-71BF84356830}" dt="2026-05-11T15:47:26.288" v="8849"/>
          <ac:spMkLst>
            <pc:docMk/>
            <pc:sldMk cId="2319040385" sldId="298"/>
            <ac:spMk id="24" creationId="{2EFDD66E-040A-47DD-9A14-F43048E85259}"/>
          </ac:spMkLst>
        </pc:spChg>
        <pc:spChg chg="add mod">
          <ac:chgData name="Josué Silva de Morais" userId="f406c2cd-edfc-4057-be10-75858098c663" providerId="ADAL" clId="{A1824FC7-00A9-4708-B7FB-71BF84356830}" dt="2026-05-11T15:47:26.304" v="8861"/>
          <ac:spMkLst>
            <pc:docMk/>
            <pc:sldMk cId="2319040385" sldId="298"/>
            <ac:spMk id="25" creationId="{63438B5D-7992-4D0D-8A32-77B1177763EB}"/>
          </ac:spMkLst>
        </pc:spChg>
        <pc:spChg chg="add mod">
          <ac:chgData name="Josué Silva de Morais" userId="f406c2cd-edfc-4057-be10-75858098c663" providerId="ADAL" clId="{A1824FC7-00A9-4708-B7FB-71BF84356830}" dt="2026-05-11T15:47:26.318" v="8873"/>
          <ac:spMkLst>
            <pc:docMk/>
            <pc:sldMk cId="2319040385" sldId="298"/>
            <ac:spMk id="26" creationId="{881F8C26-C9A2-4927-8ED3-A1C8E4403930}"/>
          </ac:spMkLst>
        </pc:spChg>
        <pc:spChg chg="add mod">
          <ac:chgData name="Josué Silva de Morais" userId="f406c2cd-edfc-4057-be10-75858098c663" providerId="ADAL" clId="{A1824FC7-00A9-4708-B7FB-71BF84356830}" dt="2026-05-11T15:47:26.337" v="8885"/>
          <ac:spMkLst>
            <pc:docMk/>
            <pc:sldMk cId="2319040385" sldId="298"/>
            <ac:spMk id="27" creationId="{90814424-083B-42B8-9D11-CCA264D1E6F3}"/>
          </ac:spMkLst>
        </pc:spChg>
        <pc:spChg chg="add mod">
          <ac:chgData name="Josué Silva de Morais" userId="f406c2cd-edfc-4057-be10-75858098c663" providerId="ADAL" clId="{A1824FC7-00A9-4708-B7FB-71BF84356830}" dt="2026-05-11T15:47:26.349" v="8897"/>
          <ac:spMkLst>
            <pc:docMk/>
            <pc:sldMk cId="2319040385" sldId="298"/>
            <ac:spMk id="28" creationId="{845AFAA0-6390-4210-9DDD-1ECA5448C41E}"/>
          </ac:spMkLst>
        </pc:spChg>
        <pc:spChg chg="add mod">
          <ac:chgData name="Josué Silva de Morais" userId="f406c2cd-edfc-4057-be10-75858098c663" providerId="ADAL" clId="{A1824FC7-00A9-4708-B7FB-71BF84356830}" dt="2026-05-11T15:47:26.363" v="8909"/>
          <ac:spMkLst>
            <pc:docMk/>
            <pc:sldMk cId="2319040385" sldId="298"/>
            <ac:spMk id="29" creationId="{4AC20BC9-D89C-4930-BF0E-2A5B73255157}"/>
          </ac:spMkLst>
        </pc:spChg>
        <pc:spChg chg="add mod">
          <ac:chgData name="Josué Silva de Morais" userId="f406c2cd-edfc-4057-be10-75858098c663" providerId="ADAL" clId="{A1824FC7-00A9-4708-B7FB-71BF84356830}" dt="2026-05-11T15:47:26.378" v="8921"/>
          <ac:spMkLst>
            <pc:docMk/>
            <pc:sldMk cId="2319040385" sldId="298"/>
            <ac:spMk id="30" creationId="{16DD3F0D-E507-44EE-985E-BC1E045D92E4}"/>
          </ac:spMkLst>
        </pc:spChg>
        <pc:spChg chg="add mod">
          <ac:chgData name="Josué Silva de Morais" userId="f406c2cd-edfc-4057-be10-75858098c663" providerId="ADAL" clId="{A1824FC7-00A9-4708-B7FB-71BF84356830}" dt="2026-05-11T15:47:26.388" v="8933"/>
          <ac:spMkLst>
            <pc:docMk/>
            <pc:sldMk cId="2319040385" sldId="298"/>
            <ac:spMk id="31" creationId="{6101249C-2B5A-4E3F-8788-4F33CFDB1FEA}"/>
          </ac:spMkLst>
        </pc:spChg>
        <pc:spChg chg="add mod">
          <ac:chgData name="Josué Silva de Morais" userId="f406c2cd-edfc-4057-be10-75858098c663" providerId="ADAL" clId="{A1824FC7-00A9-4708-B7FB-71BF84356830}" dt="2026-05-11T15:47:26.403" v="8945"/>
          <ac:spMkLst>
            <pc:docMk/>
            <pc:sldMk cId="2319040385" sldId="298"/>
            <ac:spMk id="32" creationId="{84B13D06-324A-4FA4-8D0A-0521F6314C1D}"/>
          </ac:spMkLst>
        </pc:spChg>
        <pc:spChg chg="add mod">
          <ac:chgData name="Josué Silva de Morais" userId="f406c2cd-edfc-4057-be10-75858098c663" providerId="ADAL" clId="{A1824FC7-00A9-4708-B7FB-71BF84356830}" dt="2026-05-11T15:47:26.417" v="8957"/>
          <ac:spMkLst>
            <pc:docMk/>
            <pc:sldMk cId="2319040385" sldId="298"/>
            <ac:spMk id="33" creationId="{8068D712-75C6-46FF-8FC8-F062AA17167A}"/>
          </ac:spMkLst>
        </pc:spChg>
        <pc:spChg chg="add mod">
          <ac:chgData name="Josué Silva de Morais" userId="f406c2cd-edfc-4057-be10-75858098c663" providerId="ADAL" clId="{A1824FC7-00A9-4708-B7FB-71BF84356830}" dt="2026-05-11T15:47:26.429" v="8969"/>
          <ac:spMkLst>
            <pc:docMk/>
            <pc:sldMk cId="2319040385" sldId="298"/>
            <ac:spMk id="34" creationId="{E9E9FA2C-5BF1-497C-9FA2-8B04761187E5}"/>
          </ac:spMkLst>
        </pc:spChg>
        <pc:spChg chg="add mod">
          <ac:chgData name="Josué Silva de Morais" userId="f406c2cd-edfc-4057-be10-75858098c663" providerId="ADAL" clId="{A1824FC7-00A9-4708-B7FB-71BF84356830}" dt="2026-05-11T15:47:26.440" v="8981"/>
          <ac:spMkLst>
            <pc:docMk/>
            <pc:sldMk cId="2319040385" sldId="298"/>
            <ac:spMk id="35" creationId="{603971A8-A5BF-46BF-A39A-14DF5059522F}"/>
          </ac:spMkLst>
        </pc:spChg>
        <pc:spChg chg="add mod">
          <ac:chgData name="Josué Silva de Morais" userId="f406c2cd-edfc-4057-be10-75858098c663" providerId="ADAL" clId="{A1824FC7-00A9-4708-B7FB-71BF84356830}" dt="2026-05-11T15:47:26.452" v="8993"/>
          <ac:spMkLst>
            <pc:docMk/>
            <pc:sldMk cId="2319040385" sldId="298"/>
            <ac:spMk id="36" creationId="{9F0A9559-7F06-451A-8D5D-21CBE6309205}"/>
          </ac:spMkLst>
        </pc:spChg>
        <pc:spChg chg="add mod">
          <ac:chgData name="Josué Silva de Morais" userId="f406c2cd-edfc-4057-be10-75858098c663" providerId="ADAL" clId="{A1824FC7-00A9-4708-B7FB-71BF84356830}" dt="2026-05-11T15:47:26.467" v="9005"/>
          <ac:spMkLst>
            <pc:docMk/>
            <pc:sldMk cId="2319040385" sldId="298"/>
            <ac:spMk id="37" creationId="{88844881-C418-4977-ADB1-43E2E92A0CD1}"/>
          </ac:spMkLst>
        </pc:spChg>
        <pc:spChg chg="add mod">
          <ac:chgData name="Josué Silva de Morais" userId="f406c2cd-edfc-4057-be10-75858098c663" providerId="ADAL" clId="{A1824FC7-00A9-4708-B7FB-71BF84356830}" dt="2026-05-11T15:47:26.479" v="9017"/>
          <ac:spMkLst>
            <pc:docMk/>
            <pc:sldMk cId="2319040385" sldId="298"/>
            <ac:spMk id="38" creationId="{3489A7DE-213E-4B60-8ADA-CCF8E36ABD39}"/>
          </ac:spMkLst>
        </pc:spChg>
        <pc:spChg chg="add mod">
          <ac:chgData name="Josué Silva de Morais" userId="f406c2cd-edfc-4057-be10-75858098c663" providerId="ADAL" clId="{A1824FC7-00A9-4708-B7FB-71BF84356830}" dt="2026-05-11T15:47:26.491" v="9029"/>
          <ac:spMkLst>
            <pc:docMk/>
            <pc:sldMk cId="2319040385" sldId="298"/>
            <ac:spMk id="39" creationId="{6C50BF6C-5124-4494-9454-B9F0F23AFB54}"/>
          </ac:spMkLst>
        </pc:spChg>
        <pc:spChg chg="add mod">
          <ac:chgData name="Josué Silva de Morais" userId="f406c2cd-edfc-4057-be10-75858098c663" providerId="ADAL" clId="{A1824FC7-00A9-4708-B7FB-71BF84356830}" dt="2026-05-11T15:47:26.502" v="9041"/>
          <ac:spMkLst>
            <pc:docMk/>
            <pc:sldMk cId="2319040385" sldId="298"/>
            <ac:spMk id="40" creationId="{FD311EC9-26DE-49F1-94EF-05507A3E31AB}"/>
          </ac:spMkLst>
        </pc:spChg>
        <pc:spChg chg="add mod">
          <ac:chgData name="Josué Silva de Morais" userId="f406c2cd-edfc-4057-be10-75858098c663" providerId="ADAL" clId="{A1824FC7-00A9-4708-B7FB-71BF84356830}" dt="2026-05-11T15:47:26.517" v="9053"/>
          <ac:spMkLst>
            <pc:docMk/>
            <pc:sldMk cId="2319040385" sldId="298"/>
            <ac:spMk id="41" creationId="{ACE2D182-1E9D-48CF-8F7F-8A13578A8F83}"/>
          </ac:spMkLst>
        </pc:spChg>
        <pc:spChg chg="add mod">
          <ac:chgData name="Josué Silva de Morais" userId="f406c2cd-edfc-4057-be10-75858098c663" providerId="ADAL" clId="{A1824FC7-00A9-4708-B7FB-71BF84356830}" dt="2026-05-11T15:47:26.530" v="9065"/>
          <ac:spMkLst>
            <pc:docMk/>
            <pc:sldMk cId="2319040385" sldId="298"/>
            <ac:spMk id="42" creationId="{FC3402E7-4A70-4BF0-90AE-E359C5D7F43D}"/>
          </ac:spMkLst>
        </pc:spChg>
        <pc:spChg chg="add mod">
          <ac:chgData name="Josué Silva de Morais" userId="f406c2cd-edfc-4057-be10-75858098c663" providerId="ADAL" clId="{A1824FC7-00A9-4708-B7FB-71BF84356830}" dt="2026-05-11T15:47:26.541" v="9077"/>
          <ac:spMkLst>
            <pc:docMk/>
            <pc:sldMk cId="2319040385" sldId="298"/>
            <ac:spMk id="43" creationId="{436963CA-B6AD-423A-9D23-4396FA9BB614}"/>
          </ac:spMkLst>
        </pc:spChg>
        <pc:spChg chg="add mod">
          <ac:chgData name="Josué Silva de Morais" userId="f406c2cd-edfc-4057-be10-75858098c663" providerId="ADAL" clId="{A1824FC7-00A9-4708-B7FB-71BF84356830}" dt="2026-05-11T15:47:26.553" v="9089"/>
          <ac:spMkLst>
            <pc:docMk/>
            <pc:sldMk cId="2319040385" sldId="298"/>
            <ac:spMk id="44" creationId="{D9C6079E-05D0-47FE-9FA7-04D59724167E}"/>
          </ac:spMkLst>
        </pc:spChg>
        <pc:spChg chg="add mod">
          <ac:chgData name="Josué Silva de Morais" userId="f406c2cd-edfc-4057-be10-75858098c663" providerId="ADAL" clId="{A1824FC7-00A9-4708-B7FB-71BF84356830}" dt="2026-05-11T15:47:26.566" v="9101"/>
          <ac:spMkLst>
            <pc:docMk/>
            <pc:sldMk cId="2319040385" sldId="298"/>
            <ac:spMk id="45" creationId="{72C79B01-3B4E-4D7B-A262-70E52E5C135B}"/>
          </ac:spMkLst>
        </pc:spChg>
        <pc:spChg chg="add mod">
          <ac:chgData name="Josué Silva de Morais" userId="f406c2cd-edfc-4057-be10-75858098c663" providerId="ADAL" clId="{A1824FC7-00A9-4708-B7FB-71BF84356830}" dt="2026-05-11T15:47:26.582" v="9113"/>
          <ac:spMkLst>
            <pc:docMk/>
            <pc:sldMk cId="2319040385" sldId="298"/>
            <ac:spMk id="46" creationId="{12C25C1C-F9A0-41F8-AC87-1EC424EC3FF8}"/>
          </ac:spMkLst>
        </pc:spChg>
        <pc:spChg chg="add mod">
          <ac:chgData name="Josué Silva de Morais" userId="f406c2cd-edfc-4057-be10-75858098c663" providerId="ADAL" clId="{A1824FC7-00A9-4708-B7FB-71BF84356830}" dt="2026-05-11T15:47:26.596" v="9125"/>
          <ac:spMkLst>
            <pc:docMk/>
            <pc:sldMk cId="2319040385" sldId="298"/>
            <ac:spMk id="47" creationId="{DF739E68-D32B-474E-89A7-090FEB2B7EC0}"/>
          </ac:spMkLst>
        </pc:spChg>
        <pc:spChg chg="add mod">
          <ac:chgData name="Josué Silva de Morais" userId="f406c2cd-edfc-4057-be10-75858098c663" providerId="ADAL" clId="{A1824FC7-00A9-4708-B7FB-71BF84356830}" dt="2026-05-11T15:47:26.606" v="9137"/>
          <ac:spMkLst>
            <pc:docMk/>
            <pc:sldMk cId="2319040385" sldId="298"/>
            <ac:spMk id="48" creationId="{79E8167D-4D17-45F8-9C4D-A3C0CFE07180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7:51.294" v="9296"/>
        <pc:sldMkLst>
          <pc:docMk/>
          <pc:sldMk cId="2212527206" sldId="299"/>
        </pc:sldMkLst>
        <pc:spChg chg="add mod">
          <ac:chgData name="Josué Silva de Morais" userId="f406c2cd-edfc-4057-be10-75858098c663" providerId="ADAL" clId="{A1824FC7-00A9-4708-B7FB-71BF84356830}" dt="2026-05-11T15:47:51.105" v="9141"/>
          <ac:spMkLst>
            <pc:docMk/>
            <pc:sldMk cId="2212527206" sldId="299"/>
            <ac:spMk id="2" creationId="{080CA2A5-66A5-4DB1-9970-34BF3BEB5B34}"/>
          </ac:spMkLst>
        </pc:spChg>
        <pc:spChg chg="add mod">
          <ac:chgData name="Josué Silva de Morais" userId="f406c2cd-edfc-4057-be10-75858098c663" providerId="ADAL" clId="{A1824FC7-00A9-4708-B7FB-71BF84356830}" dt="2026-05-11T15:47:51.115" v="9148"/>
          <ac:spMkLst>
            <pc:docMk/>
            <pc:sldMk cId="2212527206" sldId="299"/>
            <ac:spMk id="3" creationId="{27668799-FD31-4B97-A5AF-5B6D67365788}"/>
          </ac:spMkLst>
        </pc:spChg>
        <pc:spChg chg="add mod">
          <ac:chgData name="Josué Silva de Morais" userId="f406c2cd-edfc-4057-be10-75858098c663" providerId="ADAL" clId="{A1824FC7-00A9-4708-B7FB-71BF84356830}" dt="2026-05-11T15:47:51.123" v="9154"/>
          <ac:spMkLst>
            <pc:docMk/>
            <pc:sldMk cId="2212527206" sldId="299"/>
            <ac:spMk id="4" creationId="{B0BD5376-C1F3-42F9-A332-EC415652B3B7}"/>
          </ac:spMkLst>
        </pc:spChg>
        <pc:spChg chg="add mod">
          <ac:chgData name="Josué Silva de Morais" userId="f406c2cd-edfc-4057-be10-75858098c663" providerId="ADAL" clId="{A1824FC7-00A9-4708-B7FB-71BF84356830}" dt="2026-05-11T15:47:51.137" v="9165"/>
          <ac:spMkLst>
            <pc:docMk/>
            <pc:sldMk cId="2212527206" sldId="299"/>
            <ac:spMk id="5" creationId="{87C4A3CD-C2E9-46FE-9BAA-7B46E9F9E442}"/>
          </ac:spMkLst>
        </pc:spChg>
        <pc:spChg chg="add mod">
          <ac:chgData name="Josué Silva de Morais" userId="f406c2cd-edfc-4057-be10-75858098c663" providerId="ADAL" clId="{A1824FC7-00A9-4708-B7FB-71BF84356830}" dt="2026-05-11T15:47:51.149" v="9175"/>
          <ac:spMkLst>
            <pc:docMk/>
            <pc:sldMk cId="2212527206" sldId="299"/>
            <ac:spMk id="6" creationId="{429D30D7-E226-460A-9105-4A9D9D52775A}"/>
          </ac:spMkLst>
        </pc:spChg>
        <pc:spChg chg="add mod">
          <ac:chgData name="Josué Silva de Morais" userId="f406c2cd-edfc-4057-be10-75858098c663" providerId="ADAL" clId="{A1824FC7-00A9-4708-B7FB-71BF84356830}" dt="2026-05-11T15:47:51.152" v="9178"/>
          <ac:spMkLst>
            <pc:docMk/>
            <pc:sldMk cId="2212527206" sldId="299"/>
            <ac:spMk id="7" creationId="{323EDB8B-EF95-453E-A889-62C5DC275609}"/>
          </ac:spMkLst>
        </pc:spChg>
        <pc:spChg chg="add mod">
          <ac:chgData name="Josué Silva de Morais" userId="f406c2cd-edfc-4057-be10-75858098c663" providerId="ADAL" clId="{A1824FC7-00A9-4708-B7FB-71BF84356830}" dt="2026-05-11T15:47:51.163" v="9185"/>
          <ac:spMkLst>
            <pc:docMk/>
            <pc:sldMk cId="2212527206" sldId="299"/>
            <ac:spMk id="8" creationId="{37F91CA6-27F9-450F-98F2-8423460625FA}"/>
          </ac:spMkLst>
        </pc:spChg>
        <pc:spChg chg="add mod">
          <ac:chgData name="Josué Silva de Morais" userId="f406c2cd-edfc-4057-be10-75858098c663" providerId="ADAL" clId="{A1824FC7-00A9-4708-B7FB-71BF84356830}" dt="2026-05-11T15:47:51.166" v="9188"/>
          <ac:spMkLst>
            <pc:docMk/>
            <pc:sldMk cId="2212527206" sldId="299"/>
            <ac:spMk id="9" creationId="{95EF6340-7F25-4897-8734-B1EBC129B9A5}"/>
          </ac:spMkLst>
        </pc:spChg>
        <pc:spChg chg="add mod">
          <ac:chgData name="Josué Silva de Morais" userId="f406c2cd-edfc-4057-be10-75858098c663" providerId="ADAL" clId="{A1824FC7-00A9-4708-B7FB-71BF84356830}" dt="2026-05-11T15:47:51.169" v="9191"/>
          <ac:spMkLst>
            <pc:docMk/>
            <pc:sldMk cId="2212527206" sldId="299"/>
            <ac:spMk id="10" creationId="{475D3B1A-70AF-47F2-A143-35C68443B42B}"/>
          </ac:spMkLst>
        </pc:spChg>
        <pc:spChg chg="add mod">
          <ac:chgData name="Josué Silva de Morais" userId="f406c2cd-edfc-4057-be10-75858098c663" providerId="ADAL" clId="{A1824FC7-00A9-4708-B7FB-71BF84356830}" dt="2026-05-11T15:47:51.180" v="9198"/>
          <ac:spMkLst>
            <pc:docMk/>
            <pc:sldMk cId="2212527206" sldId="299"/>
            <ac:spMk id="11" creationId="{27D040AB-3F09-4141-BB38-1A9D6ABD1E29}"/>
          </ac:spMkLst>
        </pc:spChg>
        <pc:spChg chg="add mod">
          <ac:chgData name="Josué Silva de Morais" userId="f406c2cd-edfc-4057-be10-75858098c663" providerId="ADAL" clId="{A1824FC7-00A9-4708-B7FB-71BF84356830}" dt="2026-05-11T15:47:51.191" v="9209"/>
          <ac:spMkLst>
            <pc:docMk/>
            <pc:sldMk cId="2212527206" sldId="299"/>
            <ac:spMk id="12" creationId="{1B36BE65-DEF2-4461-95BB-D0810364CB6B}"/>
          </ac:spMkLst>
        </pc:spChg>
        <pc:spChg chg="add mod">
          <ac:chgData name="Josué Silva de Morais" userId="f406c2cd-edfc-4057-be10-75858098c663" providerId="ADAL" clId="{A1824FC7-00A9-4708-B7FB-71BF84356830}" dt="2026-05-11T15:47:51.201" v="9219"/>
          <ac:spMkLst>
            <pc:docMk/>
            <pc:sldMk cId="2212527206" sldId="299"/>
            <ac:spMk id="13" creationId="{6C84BFD3-BABB-4EA6-B014-563AB7E40EDF}"/>
          </ac:spMkLst>
        </pc:spChg>
        <pc:spChg chg="add mod">
          <ac:chgData name="Josué Silva de Morais" userId="f406c2cd-edfc-4057-be10-75858098c663" providerId="ADAL" clId="{A1824FC7-00A9-4708-B7FB-71BF84356830}" dt="2026-05-11T15:47:51.207" v="9222"/>
          <ac:spMkLst>
            <pc:docMk/>
            <pc:sldMk cId="2212527206" sldId="299"/>
            <ac:spMk id="14" creationId="{99AA72A9-D425-4943-B7F1-EB0902672B4A}"/>
          </ac:spMkLst>
        </pc:spChg>
        <pc:spChg chg="add mod">
          <ac:chgData name="Josué Silva de Morais" userId="f406c2cd-edfc-4057-be10-75858098c663" providerId="ADAL" clId="{A1824FC7-00A9-4708-B7FB-71BF84356830}" dt="2026-05-11T15:47:51.215" v="9229"/>
          <ac:spMkLst>
            <pc:docMk/>
            <pc:sldMk cId="2212527206" sldId="299"/>
            <ac:spMk id="15" creationId="{85C6D5A4-F11D-4A1E-9713-E06041327D87}"/>
          </ac:spMkLst>
        </pc:spChg>
        <pc:spChg chg="add mod">
          <ac:chgData name="Josué Silva de Morais" userId="f406c2cd-edfc-4057-be10-75858098c663" providerId="ADAL" clId="{A1824FC7-00A9-4708-B7FB-71BF84356830}" dt="2026-05-11T15:47:51.217" v="9232"/>
          <ac:spMkLst>
            <pc:docMk/>
            <pc:sldMk cId="2212527206" sldId="299"/>
            <ac:spMk id="16" creationId="{B2F352EB-5180-455D-B79C-31C817065B13}"/>
          </ac:spMkLst>
        </pc:spChg>
        <pc:spChg chg="add mod">
          <ac:chgData name="Josué Silva de Morais" userId="f406c2cd-edfc-4057-be10-75858098c663" providerId="ADAL" clId="{A1824FC7-00A9-4708-B7FB-71BF84356830}" dt="2026-05-11T15:47:51.221" v="9235"/>
          <ac:spMkLst>
            <pc:docMk/>
            <pc:sldMk cId="2212527206" sldId="299"/>
            <ac:spMk id="17" creationId="{BC410B74-3DF4-4FF5-A3D0-91D98724A6EF}"/>
          </ac:spMkLst>
        </pc:spChg>
        <pc:spChg chg="add mod">
          <ac:chgData name="Josué Silva de Morais" userId="f406c2cd-edfc-4057-be10-75858098c663" providerId="ADAL" clId="{A1824FC7-00A9-4708-B7FB-71BF84356830}" dt="2026-05-11T15:47:51.230" v="9242"/>
          <ac:spMkLst>
            <pc:docMk/>
            <pc:sldMk cId="2212527206" sldId="299"/>
            <ac:spMk id="18" creationId="{33C4B2CB-D450-4160-9BB6-B08F39D83349}"/>
          </ac:spMkLst>
        </pc:spChg>
        <pc:spChg chg="add mod">
          <ac:chgData name="Josué Silva de Morais" userId="f406c2cd-edfc-4057-be10-75858098c663" providerId="ADAL" clId="{A1824FC7-00A9-4708-B7FB-71BF84356830}" dt="2026-05-11T15:47:51.243" v="9253"/>
          <ac:spMkLst>
            <pc:docMk/>
            <pc:sldMk cId="2212527206" sldId="299"/>
            <ac:spMk id="19" creationId="{E95CBC3A-13B9-42E6-82D6-027A35E505DA}"/>
          </ac:spMkLst>
        </pc:spChg>
        <pc:spChg chg="add mod">
          <ac:chgData name="Josué Silva de Morais" userId="f406c2cd-edfc-4057-be10-75858098c663" providerId="ADAL" clId="{A1824FC7-00A9-4708-B7FB-71BF84356830}" dt="2026-05-11T15:47:51.252" v="9263"/>
          <ac:spMkLst>
            <pc:docMk/>
            <pc:sldMk cId="2212527206" sldId="299"/>
            <ac:spMk id="20" creationId="{24D5F79B-573C-4ED8-9517-CC116424699A}"/>
          </ac:spMkLst>
        </pc:spChg>
        <pc:spChg chg="add mod">
          <ac:chgData name="Josué Silva de Morais" userId="f406c2cd-edfc-4057-be10-75858098c663" providerId="ADAL" clId="{A1824FC7-00A9-4708-B7FB-71BF84356830}" dt="2026-05-11T15:47:51.257" v="9266"/>
          <ac:spMkLst>
            <pc:docMk/>
            <pc:sldMk cId="2212527206" sldId="299"/>
            <ac:spMk id="21" creationId="{12D515D8-E98D-485D-81F1-4B8B9216369F}"/>
          </ac:spMkLst>
        </pc:spChg>
        <pc:spChg chg="add mod">
          <ac:chgData name="Josué Silva de Morais" userId="f406c2cd-edfc-4057-be10-75858098c663" providerId="ADAL" clId="{A1824FC7-00A9-4708-B7FB-71BF84356830}" dt="2026-05-11T15:47:51.265" v="9273"/>
          <ac:spMkLst>
            <pc:docMk/>
            <pc:sldMk cId="2212527206" sldId="299"/>
            <ac:spMk id="22" creationId="{275041F2-0AC7-46DE-B372-73BC0986D21F}"/>
          </ac:spMkLst>
        </pc:spChg>
        <pc:spChg chg="add mod">
          <ac:chgData name="Josué Silva de Morais" userId="f406c2cd-edfc-4057-be10-75858098c663" providerId="ADAL" clId="{A1824FC7-00A9-4708-B7FB-71BF84356830}" dt="2026-05-11T15:47:51.277" v="9283"/>
          <ac:spMkLst>
            <pc:docMk/>
            <pc:sldMk cId="2212527206" sldId="299"/>
            <ac:spMk id="23" creationId="{B3ECD1BD-B110-4745-808B-7F3EDE69E609}"/>
          </ac:spMkLst>
        </pc:spChg>
        <pc:spChg chg="add mod">
          <ac:chgData name="Josué Silva de Morais" userId="f406c2cd-edfc-4057-be10-75858098c663" providerId="ADAL" clId="{A1824FC7-00A9-4708-B7FB-71BF84356830}" dt="2026-05-11T15:47:51.280" v="9286"/>
          <ac:spMkLst>
            <pc:docMk/>
            <pc:sldMk cId="2212527206" sldId="299"/>
            <ac:spMk id="24" creationId="{716E9AFD-5EF3-4488-ADA9-64053CE8CDD5}"/>
          </ac:spMkLst>
        </pc:spChg>
        <pc:spChg chg="add mod">
          <ac:chgData name="Josué Silva de Morais" userId="f406c2cd-edfc-4057-be10-75858098c663" providerId="ADAL" clId="{A1824FC7-00A9-4708-B7FB-71BF84356830}" dt="2026-05-11T15:47:51.282" v="9289"/>
          <ac:spMkLst>
            <pc:docMk/>
            <pc:sldMk cId="2212527206" sldId="299"/>
            <ac:spMk id="25" creationId="{9FB6D6C1-9303-4A5A-A4E5-BC5EF48D19C3}"/>
          </ac:spMkLst>
        </pc:spChg>
        <pc:spChg chg="add mod">
          <ac:chgData name="Josué Silva de Morais" userId="f406c2cd-edfc-4057-be10-75858098c663" providerId="ADAL" clId="{A1824FC7-00A9-4708-B7FB-71BF84356830}" dt="2026-05-11T15:47:51.294" v="9296"/>
          <ac:spMkLst>
            <pc:docMk/>
            <pc:sldMk cId="2212527206" sldId="299"/>
            <ac:spMk id="26" creationId="{3E3A3E73-A145-458C-8A96-7A2ED7294B56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8:30.440" v="9539"/>
        <pc:sldMkLst>
          <pc:docMk/>
          <pc:sldMk cId="4174150677" sldId="300"/>
        </pc:sldMkLst>
        <pc:spChg chg="add mod">
          <ac:chgData name="Josué Silva de Morais" userId="f406c2cd-edfc-4057-be10-75858098c663" providerId="ADAL" clId="{A1824FC7-00A9-4708-B7FB-71BF84356830}" dt="2026-05-11T15:48:30.148" v="9300"/>
          <ac:spMkLst>
            <pc:docMk/>
            <pc:sldMk cId="4174150677" sldId="300"/>
            <ac:spMk id="2" creationId="{B1024A97-3827-49FA-BB5D-44C5B60979C1}"/>
          </ac:spMkLst>
        </pc:spChg>
        <pc:spChg chg="add mod">
          <ac:chgData name="Josué Silva de Morais" userId="f406c2cd-edfc-4057-be10-75858098c663" providerId="ADAL" clId="{A1824FC7-00A9-4708-B7FB-71BF84356830}" dt="2026-05-11T15:48:30.159" v="9307"/>
          <ac:spMkLst>
            <pc:docMk/>
            <pc:sldMk cId="4174150677" sldId="300"/>
            <ac:spMk id="3" creationId="{C0F55434-A9BB-4804-8F44-6E7BE6EAFD8A}"/>
          </ac:spMkLst>
        </pc:spChg>
        <pc:spChg chg="add mod">
          <ac:chgData name="Josué Silva de Morais" userId="f406c2cd-edfc-4057-be10-75858098c663" providerId="ADAL" clId="{A1824FC7-00A9-4708-B7FB-71BF84356830}" dt="2026-05-11T15:48:30.169" v="9313"/>
          <ac:spMkLst>
            <pc:docMk/>
            <pc:sldMk cId="4174150677" sldId="300"/>
            <ac:spMk id="4" creationId="{89D18546-2458-496C-ACCA-C7548504C229}"/>
          </ac:spMkLst>
        </pc:spChg>
        <pc:spChg chg="add mod">
          <ac:chgData name="Josué Silva de Morais" userId="f406c2cd-edfc-4057-be10-75858098c663" providerId="ADAL" clId="{A1824FC7-00A9-4708-B7FB-71BF84356830}" dt="2026-05-11T15:48:30.175" v="9317"/>
          <ac:spMkLst>
            <pc:docMk/>
            <pc:sldMk cId="4174150677" sldId="300"/>
            <ac:spMk id="5" creationId="{8851C365-1ACD-4295-92BB-DCA05039CA8D}"/>
          </ac:spMkLst>
        </pc:spChg>
        <pc:spChg chg="add mod">
          <ac:chgData name="Josué Silva de Morais" userId="f406c2cd-edfc-4057-be10-75858098c663" providerId="ADAL" clId="{A1824FC7-00A9-4708-B7FB-71BF84356830}" dt="2026-05-11T15:48:30.179" v="9320"/>
          <ac:spMkLst>
            <pc:docMk/>
            <pc:sldMk cId="4174150677" sldId="300"/>
            <ac:spMk id="6" creationId="{1CBBC741-02BD-45EC-8761-7086E332D899}"/>
          </ac:spMkLst>
        </pc:spChg>
        <pc:spChg chg="add mod">
          <ac:chgData name="Josué Silva de Morais" userId="f406c2cd-edfc-4057-be10-75858098c663" providerId="ADAL" clId="{A1824FC7-00A9-4708-B7FB-71BF84356830}" dt="2026-05-11T15:48:30.182" v="9323"/>
          <ac:spMkLst>
            <pc:docMk/>
            <pc:sldMk cId="4174150677" sldId="300"/>
            <ac:spMk id="7" creationId="{CD7EBE5F-EE0F-4BEE-B1D5-F2A01E4B6C44}"/>
          </ac:spMkLst>
        </pc:spChg>
        <pc:spChg chg="add mod">
          <ac:chgData name="Josué Silva de Morais" userId="f406c2cd-edfc-4057-be10-75858098c663" providerId="ADAL" clId="{A1824FC7-00A9-4708-B7FB-71BF84356830}" dt="2026-05-11T15:48:30.192" v="9331"/>
          <ac:spMkLst>
            <pc:docMk/>
            <pc:sldMk cId="4174150677" sldId="300"/>
            <ac:spMk id="8" creationId="{B6C3F0F0-0EBC-4646-AA14-CD72470D62FA}"/>
          </ac:spMkLst>
        </pc:spChg>
        <pc:spChg chg="add mod">
          <ac:chgData name="Josué Silva de Morais" userId="f406c2cd-edfc-4057-be10-75858098c663" providerId="ADAL" clId="{A1824FC7-00A9-4708-B7FB-71BF84356830}" dt="2026-05-11T15:48:30.201" v="9338"/>
          <ac:spMkLst>
            <pc:docMk/>
            <pc:sldMk cId="4174150677" sldId="300"/>
            <ac:spMk id="9" creationId="{84249265-078C-4B93-B690-B75574C824E6}"/>
          </ac:spMkLst>
        </pc:spChg>
        <pc:spChg chg="add mod">
          <ac:chgData name="Josué Silva de Morais" userId="f406c2cd-edfc-4057-be10-75858098c663" providerId="ADAL" clId="{A1824FC7-00A9-4708-B7FB-71BF84356830}" dt="2026-05-11T15:48:30.209" v="9344"/>
          <ac:spMkLst>
            <pc:docMk/>
            <pc:sldMk cId="4174150677" sldId="300"/>
            <ac:spMk id="10" creationId="{783E672F-F4D7-4E1D-8072-026FE03A68F0}"/>
          </ac:spMkLst>
        </pc:spChg>
        <pc:spChg chg="add mod">
          <ac:chgData name="Josué Silva de Morais" userId="f406c2cd-edfc-4057-be10-75858098c663" providerId="ADAL" clId="{A1824FC7-00A9-4708-B7FB-71BF84356830}" dt="2026-05-11T15:48:30.215" v="9350"/>
          <ac:spMkLst>
            <pc:docMk/>
            <pc:sldMk cId="4174150677" sldId="300"/>
            <ac:spMk id="11" creationId="{F99F6FAE-D2AA-401C-B773-88AB31FA2716}"/>
          </ac:spMkLst>
        </pc:spChg>
        <pc:spChg chg="add mod">
          <ac:chgData name="Josué Silva de Morais" userId="f406c2cd-edfc-4057-be10-75858098c663" providerId="ADAL" clId="{A1824FC7-00A9-4708-B7FB-71BF84356830}" dt="2026-05-11T15:48:30.224" v="9356"/>
          <ac:spMkLst>
            <pc:docMk/>
            <pc:sldMk cId="4174150677" sldId="300"/>
            <ac:spMk id="12" creationId="{E5250E0C-735A-4925-B16C-C81F5E3E75E1}"/>
          </ac:spMkLst>
        </pc:spChg>
        <pc:spChg chg="add mod">
          <ac:chgData name="Josué Silva de Morais" userId="f406c2cd-edfc-4057-be10-75858098c663" providerId="ADAL" clId="{A1824FC7-00A9-4708-B7FB-71BF84356830}" dt="2026-05-11T15:48:30.231" v="9362"/>
          <ac:spMkLst>
            <pc:docMk/>
            <pc:sldMk cId="4174150677" sldId="300"/>
            <ac:spMk id="13" creationId="{6ECCF1D9-37F1-45CC-B6A3-BFB27350E3C7}"/>
          </ac:spMkLst>
        </pc:spChg>
        <pc:spChg chg="add mod">
          <ac:chgData name="Josué Silva de Morais" userId="f406c2cd-edfc-4057-be10-75858098c663" providerId="ADAL" clId="{A1824FC7-00A9-4708-B7FB-71BF84356830}" dt="2026-05-11T15:48:30.241" v="9368"/>
          <ac:spMkLst>
            <pc:docMk/>
            <pc:sldMk cId="4174150677" sldId="300"/>
            <ac:spMk id="14" creationId="{0E3534CD-DD11-43DC-B831-DF42AC5A8286}"/>
          </ac:spMkLst>
        </pc:spChg>
        <pc:spChg chg="add mod">
          <ac:chgData name="Josué Silva de Morais" userId="f406c2cd-edfc-4057-be10-75858098c663" providerId="ADAL" clId="{A1824FC7-00A9-4708-B7FB-71BF84356830}" dt="2026-05-11T15:48:30.248" v="9374"/>
          <ac:spMkLst>
            <pc:docMk/>
            <pc:sldMk cId="4174150677" sldId="300"/>
            <ac:spMk id="15" creationId="{C290ACF7-FA0A-4148-8906-F960A7DC089B}"/>
          </ac:spMkLst>
        </pc:spChg>
        <pc:spChg chg="add mod">
          <ac:chgData name="Josué Silva de Morais" userId="f406c2cd-edfc-4057-be10-75858098c663" providerId="ADAL" clId="{A1824FC7-00A9-4708-B7FB-71BF84356830}" dt="2026-05-11T15:48:30.257" v="9380"/>
          <ac:spMkLst>
            <pc:docMk/>
            <pc:sldMk cId="4174150677" sldId="300"/>
            <ac:spMk id="16" creationId="{6B5335C0-5457-4558-A36C-B08A0D1A61C5}"/>
          </ac:spMkLst>
        </pc:spChg>
        <pc:spChg chg="add mod">
          <ac:chgData name="Josué Silva de Morais" userId="f406c2cd-edfc-4057-be10-75858098c663" providerId="ADAL" clId="{A1824FC7-00A9-4708-B7FB-71BF84356830}" dt="2026-05-11T15:48:30.260" v="9384"/>
          <ac:spMkLst>
            <pc:docMk/>
            <pc:sldMk cId="4174150677" sldId="300"/>
            <ac:spMk id="17" creationId="{6408EB44-F8AB-4496-8E44-78A8DECDA65E}"/>
          </ac:spMkLst>
        </pc:spChg>
        <pc:spChg chg="add mod">
          <ac:chgData name="Josué Silva de Morais" userId="f406c2cd-edfc-4057-be10-75858098c663" providerId="ADAL" clId="{A1824FC7-00A9-4708-B7FB-71BF84356830}" dt="2026-05-11T15:48:30.270" v="9391"/>
          <ac:spMkLst>
            <pc:docMk/>
            <pc:sldMk cId="4174150677" sldId="300"/>
            <ac:spMk id="18" creationId="{10EC8B0A-CC1E-4F58-9C0C-EEA7FBC997F9}"/>
          </ac:spMkLst>
        </pc:spChg>
        <pc:spChg chg="add mod">
          <ac:chgData name="Josué Silva de Morais" userId="f406c2cd-edfc-4057-be10-75858098c663" providerId="ADAL" clId="{A1824FC7-00A9-4708-B7FB-71BF84356830}" dt="2026-05-11T15:48:30.274" v="9395"/>
          <ac:spMkLst>
            <pc:docMk/>
            <pc:sldMk cId="4174150677" sldId="300"/>
            <ac:spMk id="19" creationId="{31F4BAB2-2BCA-46AE-9810-3DAC80D28423}"/>
          </ac:spMkLst>
        </pc:spChg>
        <pc:spChg chg="add mod">
          <ac:chgData name="Josué Silva de Morais" userId="f406c2cd-edfc-4057-be10-75858098c663" providerId="ADAL" clId="{A1824FC7-00A9-4708-B7FB-71BF84356830}" dt="2026-05-11T15:48:30.277" v="9399"/>
          <ac:spMkLst>
            <pc:docMk/>
            <pc:sldMk cId="4174150677" sldId="300"/>
            <ac:spMk id="20" creationId="{DD467E63-C587-4E5F-A982-78F0157D8EDD}"/>
          </ac:spMkLst>
        </pc:spChg>
        <pc:spChg chg="add mod">
          <ac:chgData name="Josué Silva de Morais" userId="f406c2cd-edfc-4057-be10-75858098c663" providerId="ADAL" clId="{A1824FC7-00A9-4708-B7FB-71BF84356830}" dt="2026-05-11T15:48:30.281" v="9403"/>
          <ac:spMkLst>
            <pc:docMk/>
            <pc:sldMk cId="4174150677" sldId="300"/>
            <ac:spMk id="21" creationId="{0C98A650-CB23-49CE-A6F9-D67643FC4F27}"/>
          </ac:spMkLst>
        </pc:spChg>
        <pc:spChg chg="add mod">
          <ac:chgData name="Josué Silva de Morais" userId="f406c2cd-edfc-4057-be10-75858098c663" providerId="ADAL" clId="{A1824FC7-00A9-4708-B7FB-71BF84356830}" dt="2026-05-11T15:48:30.291" v="9410"/>
          <ac:spMkLst>
            <pc:docMk/>
            <pc:sldMk cId="4174150677" sldId="300"/>
            <ac:spMk id="22" creationId="{1F78CF5C-5CDA-4F54-934B-65CC4517AA30}"/>
          </ac:spMkLst>
        </pc:spChg>
        <pc:spChg chg="add mod">
          <ac:chgData name="Josué Silva de Morais" userId="f406c2cd-edfc-4057-be10-75858098c663" providerId="ADAL" clId="{A1824FC7-00A9-4708-B7FB-71BF84356830}" dt="2026-05-11T15:48:30.295" v="9414"/>
          <ac:spMkLst>
            <pc:docMk/>
            <pc:sldMk cId="4174150677" sldId="300"/>
            <ac:spMk id="23" creationId="{EAA7F24E-29A4-4D35-BE8F-5FE4025179A1}"/>
          </ac:spMkLst>
        </pc:spChg>
        <pc:spChg chg="add mod">
          <ac:chgData name="Josué Silva de Morais" userId="f406c2cd-edfc-4057-be10-75858098c663" providerId="ADAL" clId="{A1824FC7-00A9-4708-B7FB-71BF84356830}" dt="2026-05-11T15:48:30.306" v="9421"/>
          <ac:spMkLst>
            <pc:docMk/>
            <pc:sldMk cId="4174150677" sldId="300"/>
            <ac:spMk id="24" creationId="{2206B979-7A01-475E-B0B4-38AC9857DE17}"/>
          </ac:spMkLst>
        </pc:spChg>
        <pc:spChg chg="add mod">
          <ac:chgData name="Josué Silva de Morais" userId="f406c2cd-edfc-4057-be10-75858098c663" providerId="ADAL" clId="{A1824FC7-00A9-4708-B7FB-71BF84356830}" dt="2026-05-11T15:48:30.309" v="9425"/>
          <ac:spMkLst>
            <pc:docMk/>
            <pc:sldMk cId="4174150677" sldId="300"/>
            <ac:spMk id="25" creationId="{0E8FE3CD-E52C-41FB-BCF7-5B05C64E6198}"/>
          </ac:spMkLst>
        </pc:spChg>
        <pc:spChg chg="add mod">
          <ac:chgData name="Josué Silva de Morais" userId="f406c2cd-edfc-4057-be10-75858098c663" providerId="ADAL" clId="{A1824FC7-00A9-4708-B7FB-71BF84356830}" dt="2026-05-11T15:48:30.319" v="9432"/>
          <ac:spMkLst>
            <pc:docMk/>
            <pc:sldMk cId="4174150677" sldId="300"/>
            <ac:spMk id="26" creationId="{90D13459-2B1F-4E4A-826D-4169A8088B7D}"/>
          </ac:spMkLst>
        </pc:spChg>
        <pc:spChg chg="add mod">
          <ac:chgData name="Josué Silva de Morais" userId="f406c2cd-edfc-4057-be10-75858098c663" providerId="ADAL" clId="{A1824FC7-00A9-4708-B7FB-71BF84356830}" dt="2026-05-11T15:48:30.323" v="9436"/>
          <ac:spMkLst>
            <pc:docMk/>
            <pc:sldMk cId="4174150677" sldId="300"/>
            <ac:spMk id="27" creationId="{7531D9A8-CB2B-4D4A-9DCB-792B589F86C3}"/>
          </ac:spMkLst>
        </pc:spChg>
        <pc:spChg chg="add mod">
          <ac:chgData name="Josué Silva de Morais" userId="f406c2cd-edfc-4057-be10-75858098c663" providerId="ADAL" clId="{A1824FC7-00A9-4708-B7FB-71BF84356830}" dt="2026-05-11T15:48:30.330" v="9443"/>
          <ac:spMkLst>
            <pc:docMk/>
            <pc:sldMk cId="4174150677" sldId="300"/>
            <ac:spMk id="28" creationId="{D78C70AF-E402-40FB-B66B-4832D3CC5DCE}"/>
          </ac:spMkLst>
        </pc:spChg>
        <pc:spChg chg="add mod">
          <ac:chgData name="Josué Silva de Morais" userId="f406c2cd-edfc-4057-be10-75858098c663" providerId="ADAL" clId="{A1824FC7-00A9-4708-B7FB-71BF84356830}" dt="2026-05-11T15:48:30.343" v="9454"/>
          <ac:spMkLst>
            <pc:docMk/>
            <pc:sldMk cId="4174150677" sldId="300"/>
            <ac:spMk id="29" creationId="{8D511BB9-57A9-442F-AB51-3AED5CFA5D59}"/>
          </ac:spMkLst>
        </pc:spChg>
        <pc:spChg chg="add mod">
          <ac:chgData name="Josué Silva de Morais" userId="f406c2cd-edfc-4057-be10-75858098c663" providerId="ADAL" clId="{A1824FC7-00A9-4708-B7FB-71BF84356830}" dt="2026-05-11T15:48:30.352" v="9461"/>
          <ac:spMkLst>
            <pc:docMk/>
            <pc:sldMk cId="4174150677" sldId="300"/>
            <ac:spMk id="30" creationId="{E6641175-79A4-4A32-8184-C46F4FF63D94}"/>
          </ac:spMkLst>
        </pc:spChg>
        <pc:spChg chg="add mod">
          <ac:chgData name="Josué Silva de Morais" userId="f406c2cd-edfc-4057-be10-75858098c663" providerId="ADAL" clId="{A1824FC7-00A9-4708-B7FB-71BF84356830}" dt="2026-05-11T15:48:30.359" v="9467"/>
          <ac:spMkLst>
            <pc:docMk/>
            <pc:sldMk cId="4174150677" sldId="300"/>
            <ac:spMk id="31" creationId="{EE8DD069-2ABB-41A1-B4B6-33C170A1D182}"/>
          </ac:spMkLst>
        </pc:spChg>
        <pc:spChg chg="add mod">
          <ac:chgData name="Josué Silva de Morais" userId="f406c2cd-edfc-4057-be10-75858098c663" providerId="ADAL" clId="{A1824FC7-00A9-4708-B7FB-71BF84356830}" dt="2026-05-11T15:48:30.370" v="9478"/>
          <ac:spMkLst>
            <pc:docMk/>
            <pc:sldMk cId="4174150677" sldId="300"/>
            <ac:spMk id="32" creationId="{A186B165-1319-4819-B519-12B93298834A}"/>
          </ac:spMkLst>
        </pc:spChg>
        <pc:spChg chg="add mod">
          <ac:chgData name="Josué Silva de Morais" userId="f406c2cd-edfc-4057-be10-75858098c663" providerId="ADAL" clId="{A1824FC7-00A9-4708-B7FB-71BF84356830}" dt="2026-05-11T15:48:30.378" v="9485"/>
          <ac:spMkLst>
            <pc:docMk/>
            <pc:sldMk cId="4174150677" sldId="300"/>
            <ac:spMk id="33" creationId="{4F5EC2C6-F716-4571-A88F-93225A0DFD7E}"/>
          </ac:spMkLst>
        </pc:spChg>
        <pc:spChg chg="add mod">
          <ac:chgData name="Josué Silva de Morais" userId="f406c2cd-edfc-4057-be10-75858098c663" providerId="ADAL" clId="{A1824FC7-00A9-4708-B7FB-71BF84356830}" dt="2026-05-11T15:48:30.385" v="9491"/>
          <ac:spMkLst>
            <pc:docMk/>
            <pc:sldMk cId="4174150677" sldId="300"/>
            <ac:spMk id="34" creationId="{52E5713C-6ECB-4801-9492-25FA5D73782F}"/>
          </ac:spMkLst>
        </pc:spChg>
        <pc:spChg chg="add mod">
          <ac:chgData name="Josué Silva de Morais" userId="f406c2cd-edfc-4057-be10-75858098c663" providerId="ADAL" clId="{A1824FC7-00A9-4708-B7FB-71BF84356830}" dt="2026-05-11T15:48:30.398" v="9502"/>
          <ac:spMkLst>
            <pc:docMk/>
            <pc:sldMk cId="4174150677" sldId="300"/>
            <ac:spMk id="35" creationId="{672C4F75-ACAE-44CA-87A2-A855A62D1428}"/>
          </ac:spMkLst>
        </pc:spChg>
        <pc:spChg chg="add mod">
          <ac:chgData name="Josué Silva de Morais" userId="f406c2cd-edfc-4057-be10-75858098c663" providerId="ADAL" clId="{A1824FC7-00A9-4708-B7FB-71BF84356830}" dt="2026-05-11T15:48:30.407" v="9509"/>
          <ac:spMkLst>
            <pc:docMk/>
            <pc:sldMk cId="4174150677" sldId="300"/>
            <ac:spMk id="36" creationId="{381CA2A6-528F-4B42-BC7E-04B2EBE9C42C}"/>
          </ac:spMkLst>
        </pc:spChg>
        <pc:spChg chg="add mod">
          <ac:chgData name="Josué Silva de Morais" userId="f406c2cd-edfc-4057-be10-75858098c663" providerId="ADAL" clId="{A1824FC7-00A9-4708-B7FB-71BF84356830}" dt="2026-05-11T15:48:30.413" v="9515"/>
          <ac:spMkLst>
            <pc:docMk/>
            <pc:sldMk cId="4174150677" sldId="300"/>
            <ac:spMk id="37" creationId="{C0B48146-A55F-454F-B1E3-B90A302CAC98}"/>
          </ac:spMkLst>
        </pc:spChg>
        <pc:spChg chg="add mod">
          <ac:chgData name="Josué Silva de Morais" userId="f406c2cd-edfc-4057-be10-75858098c663" providerId="ADAL" clId="{A1824FC7-00A9-4708-B7FB-71BF84356830}" dt="2026-05-11T15:48:30.426" v="9526"/>
          <ac:spMkLst>
            <pc:docMk/>
            <pc:sldMk cId="4174150677" sldId="300"/>
            <ac:spMk id="38" creationId="{39F51F36-A28F-4625-B368-F022A121FFB3}"/>
          </ac:spMkLst>
        </pc:spChg>
        <pc:spChg chg="add mod">
          <ac:chgData name="Josué Silva de Morais" userId="f406c2cd-edfc-4057-be10-75858098c663" providerId="ADAL" clId="{A1824FC7-00A9-4708-B7FB-71BF84356830}" dt="2026-05-11T15:48:30.433" v="9533"/>
          <ac:spMkLst>
            <pc:docMk/>
            <pc:sldMk cId="4174150677" sldId="300"/>
            <ac:spMk id="39" creationId="{AFF1F610-518B-4E83-9A47-01FE1109B851}"/>
          </ac:spMkLst>
        </pc:spChg>
        <pc:spChg chg="add mod">
          <ac:chgData name="Josué Silva de Morais" userId="f406c2cd-edfc-4057-be10-75858098c663" providerId="ADAL" clId="{A1824FC7-00A9-4708-B7FB-71BF84356830}" dt="2026-05-11T15:48:30.440" v="9539"/>
          <ac:spMkLst>
            <pc:docMk/>
            <pc:sldMk cId="4174150677" sldId="300"/>
            <ac:spMk id="40" creationId="{12AD8B81-538F-4DFF-90D9-6DBBBF20AC1D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8:57.821" v="9761"/>
        <pc:sldMkLst>
          <pc:docMk/>
          <pc:sldMk cId="1088698108" sldId="301"/>
        </pc:sldMkLst>
        <pc:spChg chg="add mod">
          <ac:chgData name="Josué Silva de Morais" userId="f406c2cd-edfc-4057-be10-75858098c663" providerId="ADAL" clId="{A1824FC7-00A9-4708-B7FB-71BF84356830}" dt="2026-05-11T15:48:57.518" v="9543"/>
          <ac:spMkLst>
            <pc:docMk/>
            <pc:sldMk cId="1088698108" sldId="301"/>
            <ac:spMk id="2" creationId="{78A28ACE-9793-497C-99B3-ACFF28E8BE19}"/>
          </ac:spMkLst>
        </pc:spChg>
        <pc:spChg chg="add mod">
          <ac:chgData name="Josué Silva de Morais" userId="f406c2cd-edfc-4057-be10-75858098c663" providerId="ADAL" clId="{A1824FC7-00A9-4708-B7FB-71BF84356830}" dt="2026-05-11T15:48:57.531" v="9550"/>
          <ac:spMkLst>
            <pc:docMk/>
            <pc:sldMk cId="1088698108" sldId="301"/>
            <ac:spMk id="3" creationId="{4B50EBAC-33C7-4C93-BC4B-8B3073B7C63E}"/>
          </ac:spMkLst>
        </pc:spChg>
        <pc:spChg chg="add mod">
          <ac:chgData name="Josué Silva de Morais" userId="f406c2cd-edfc-4057-be10-75858098c663" providerId="ADAL" clId="{A1824FC7-00A9-4708-B7FB-71BF84356830}" dt="2026-05-11T15:48:57.539" v="9557"/>
          <ac:spMkLst>
            <pc:docMk/>
            <pc:sldMk cId="1088698108" sldId="301"/>
            <ac:spMk id="4" creationId="{214F46F3-C0C9-42A2-BFD4-26F749121520}"/>
          </ac:spMkLst>
        </pc:spChg>
        <pc:spChg chg="add mod">
          <ac:chgData name="Josué Silva de Morais" userId="f406c2cd-edfc-4057-be10-75858098c663" providerId="ADAL" clId="{A1824FC7-00A9-4708-B7FB-71BF84356830}" dt="2026-05-11T15:48:57.543" v="9561"/>
          <ac:spMkLst>
            <pc:docMk/>
            <pc:sldMk cId="1088698108" sldId="301"/>
            <ac:spMk id="5" creationId="{7E32A6B3-51CE-4760-9358-39BB8250E8F5}"/>
          </ac:spMkLst>
        </pc:spChg>
        <pc:spChg chg="add mod">
          <ac:chgData name="Josué Silva de Morais" userId="f406c2cd-edfc-4057-be10-75858098c663" providerId="ADAL" clId="{A1824FC7-00A9-4708-B7FB-71BF84356830}" dt="2026-05-11T15:48:57.557" v="9572"/>
          <ac:spMkLst>
            <pc:docMk/>
            <pc:sldMk cId="1088698108" sldId="301"/>
            <ac:spMk id="6" creationId="{64D408BE-7C04-42C3-B0F9-BF9797369380}"/>
          </ac:spMkLst>
        </pc:spChg>
        <pc:spChg chg="add mod">
          <ac:chgData name="Josué Silva de Morais" userId="f406c2cd-edfc-4057-be10-75858098c663" providerId="ADAL" clId="{A1824FC7-00A9-4708-B7FB-71BF84356830}" dt="2026-05-11T15:48:57.567" v="9579"/>
          <ac:spMkLst>
            <pc:docMk/>
            <pc:sldMk cId="1088698108" sldId="301"/>
            <ac:spMk id="7" creationId="{ABDCD419-9A3F-410E-9F25-5347B6CC7EBF}"/>
          </ac:spMkLst>
        </pc:spChg>
        <pc:spChg chg="add mod">
          <ac:chgData name="Josué Silva de Morais" userId="f406c2cd-edfc-4057-be10-75858098c663" providerId="ADAL" clId="{A1824FC7-00A9-4708-B7FB-71BF84356830}" dt="2026-05-11T15:48:57.574" v="9585"/>
          <ac:spMkLst>
            <pc:docMk/>
            <pc:sldMk cId="1088698108" sldId="301"/>
            <ac:spMk id="8" creationId="{3448F18A-04F2-4EE8-8A63-A363AAA574FA}"/>
          </ac:spMkLst>
        </pc:spChg>
        <pc:spChg chg="add mod">
          <ac:chgData name="Josué Silva de Morais" userId="f406c2cd-edfc-4057-be10-75858098c663" providerId="ADAL" clId="{A1824FC7-00A9-4708-B7FB-71BF84356830}" dt="2026-05-11T15:48:57.606" v="9591"/>
          <ac:spMkLst>
            <pc:docMk/>
            <pc:sldMk cId="1088698108" sldId="301"/>
            <ac:spMk id="9" creationId="{CB3531D6-C94A-43EC-94D3-AA2C89806003}"/>
          </ac:spMkLst>
        </pc:spChg>
        <pc:spChg chg="add mod">
          <ac:chgData name="Josué Silva de Morais" userId="f406c2cd-edfc-4057-be10-75858098c663" providerId="ADAL" clId="{A1824FC7-00A9-4708-B7FB-71BF84356830}" dt="2026-05-11T15:48:57.616" v="9595"/>
          <ac:spMkLst>
            <pc:docMk/>
            <pc:sldMk cId="1088698108" sldId="301"/>
            <ac:spMk id="10" creationId="{C2AE9285-9DAA-45C1-99D0-25F183589587}"/>
          </ac:spMkLst>
        </pc:spChg>
        <pc:spChg chg="add mod">
          <ac:chgData name="Josué Silva de Morais" userId="f406c2cd-edfc-4057-be10-75858098c663" providerId="ADAL" clId="{A1824FC7-00A9-4708-B7FB-71BF84356830}" dt="2026-05-11T15:48:57.628" v="9606"/>
          <ac:spMkLst>
            <pc:docMk/>
            <pc:sldMk cId="1088698108" sldId="301"/>
            <ac:spMk id="11" creationId="{38A297A7-BF26-4DB2-A10B-5E2F825D788C}"/>
          </ac:spMkLst>
        </pc:spChg>
        <pc:spChg chg="add mod">
          <ac:chgData name="Josué Silva de Morais" userId="f406c2cd-edfc-4057-be10-75858098c663" providerId="ADAL" clId="{A1824FC7-00A9-4708-B7FB-71BF84356830}" dt="2026-05-11T15:48:57.637" v="9613"/>
          <ac:spMkLst>
            <pc:docMk/>
            <pc:sldMk cId="1088698108" sldId="301"/>
            <ac:spMk id="12" creationId="{47732ECE-C76A-46D1-8EE8-55B75A503D79}"/>
          </ac:spMkLst>
        </pc:spChg>
        <pc:spChg chg="add mod">
          <ac:chgData name="Josué Silva de Morais" userId="f406c2cd-edfc-4057-be10-75858098c663" providerId="ADAL" clId="{A1824FC7-00A9-4708-B7FB-71BF84356830}" dt="2026-05-11T15:48:57.645" v="9619"/>
          <ac:spMkLst>
            <pc:docMk/>
            <pc:sldMk cId="1088698108" sldId="301"/>
            <ac:spMk id="13" creationId="{231F873E-C18C-4003-BD4E-764A4108F6F0}"/>
          </ac:spMkLst>
        </pc:spChg>
        <pc:spChg chg="add mod">
          <ac:chgData name="Josué Silva de Morais" userId="f406c2cd-edfc-4057-be10-75858098c663" providerId="ADAL" clId="{A1824FC7-00A9-4708-B7FB-71BF84356830}" dt="2026-05-11T15:48:57.655" v="9625"/>
          <ac:spMkLst>
            <pc:docMk/>
            <pc:sldMk cId="1088698108" sldId="301"/>
            <ac:spMk id="14" creationId="{9F66B0DC-9D47-42FF-9F53-E8C9FAEE180F}"/>
          </ac:spMkLst>
        </pc:spChg>
        <pc:spChg chg="add mod">
          <ac:chgData name="Josué Silva de Morais" userId="f406c2cd-edfc-4057-be10-75858098c663" providerId="ADAL" clId="{A1824FC7-00A9-4708-B7FB-71BF84356830}" dt="2026-05-11T15:48:57.659" v="9629"/>
          <ac:spMkLst>
            <pc:docMk/>
            <pc:sldMk cId="1088698108" sldId="301"/>
            <ac:spMk id="15" creationId="{9A500F81-8CAD-49BC-8060-F5ADECB5823D}"/>
          </ac:spMkLst>
        </pc:spChg>
        <pc:spChg chg="add mod">
          <ac:chgData name="Josué Silva de Morais" userId="f406c2cd-edfc-4057-be10-75858098c663" providerId="ADAL" clId="{A1824FC7-00A9-4708-B7FB-71BF84356830}" dt="2026-05-11T15:48:57.670" v="9640"/>
          <ac:spMkLst>
            <pc:docMk/>
            <pc:sldMk cId="1088698108" sldId="301"/>
            <ac:spMk id="16" creationId="{215A33A6-545A-47DB-A17B-4F86F5B37DBA}"/>
          </ac:spMkLst>
        </pc:spChg>
        <pc:spChg chg="add mod">
          <ac:chgData name="Josué Silva de Morais" userId="f406c2cd-edfc-4057-be10-75858098c663" providerId="ADAL" clId="{A1824FC7-00A9-4708-B7FB-71BF84356830}" dt="2026-05-11T15:48:57.681" v="9647"/>
          <ac:spMkLst>
            <pc:docMk/>
            <pc:sldMk cId="1088698108" sldId="301"/>
            <ac:spMk id="17" creationId="{0555EBA6-20B1-441C-91D7-2DE089B99F73}"/>
          </ac:spMkLst>
        </pc:spChg>
        <pc:spChg chg="add mod">
          <ac:chgData name="Josué Silva de Morais" userId="f406c2cd-edfc-4057-be10-75858098c663" providerId="ADAL" clId="{A1824FC7-00A9-4708-B7FB-71BF84356830}" dt="2026-05-11T15:48:57.690" v="9653"/>
          <ac:spMkLst>
            <pc:docMk/>
            <pc:sldMk cId="1088698108" sldId="301"/>
            <ac:spMk id="18" creationId="{455A73C7-A293-4B20-A46D-0416CC75B4A3}"/>
          </ac:spMkLst>
        </pc:spChg>
        <pc:spChg chg="add mod">
          <ac:chgData name="Josué Silva de Morais" userId="f406c2cd-edfc-4057-be10-75858098c663" providerId="ADAL" clId="{A1824FC7-00A9-4708-B7FB-71BF84356830}" dt="2026-05-11T15:48:57.698" v="9659"/>
          <ac:spMkLst>
            <pc:docMk/>
            <pc:sldMk cId="1088698108" sldId="301"/>
            <ac:spMk id="19" creationId="{A48E35E7-DFAB-49C1-B6A9-919F3BCDDA16}"/>
          </ac:spMkLst>
        </pc:spChg>
        <pc:spChg chg="add mod">
          <ac:chgData name="Josué Silva de Morais" userId="f406c2cd-edfc-4057-be10-75858098c663" providerId="ADAL" clId="{A1824FC7-00A9-4708-B7FB-71BF84356830}" dt="2026-05-11T15:48:57.703" v="9663"/>
          <ac:spMkLst>
            <pc:docMk/>
            <pc:sldMk cId="1088698108" sldId="301"/>
            <ac:spMk id="20" creationId="{31BFBC8A-F1FC-492C-B814-D791A0BE35A6}"/>
          </ac:spMkLst>
        </pc:spChg>
        <pc:spChg chg="add mod">
          <ac:chgData name="Josué Silva de Morais" userId="f406c2cd-edfc-4057-be10-75858098c663" providerId="ADAL" clId="{A1824FC7-00A9-4708-B7FB-71BF84356830}" dt="2026-05-11T15:48:57.719" v="9674"/>
          <ac:spMkLst>
            <pc:docMk/>
            <pc:sldMk cId="1088698108" sldId="301"/>
            <ac:spMk id="21" creationId="{C561DE97-B859-4BFE-A0D0-AD4C629051A4}"/>
          </ac:spMkLst>
        </pc:spChg>
        <pc:spChg chg="add mod">
          <ac:chgData name="Josué Silva de Morais" userId="f406c2cd-edfc-4057-be10-75858098c663" providerId="ADAL" clId="{A1824FC7-00A9-4708-B7FB-71BF84356830}" dt="2026-05-11T15:48:57.725" v="9681"/>
          <ac:spMkLst>
            <pc:docMk/>
            <pc:sldMk cId="1088698108" sldId="301"/>
            <ac:spMk id="22" creationId="{82F35980-30C3-4A29-ACB6-9D71822B845E}"/>
          </ac:spMkLst>
        </pc:spChg>
        <pc:spChg chg="add mod">
          <ac:chgData name="Josué Silva de Morais" userId="f406c2cd-edfc-4057-be10-75858098c663" providerId="ADAL" clId="{A1824FC7-00A9-4708-B7FB-71BF84356830}" dt="2026-05-11T15:48:57.735" v="9687"/>
          <ac:spMkLst>
            <pc:docMk/>
            <pc:sldMk cId="1088698108" sldId="301"/>
            <ac:spMk id="23" creationId="{F00553F4-B9E2-4BE1-A832-8DACE2252E83}"/>
          </ac:spMkLst>
        </pc:spChg>
        <pc:spChg chg="add mod">
          <ac:chgData name="Josué Silva de Morais" userId="f406c2cd-edfc-4057-be10-75858098c663" providerId="ADAL" clId="{A1824FC7-00A9-4708-B7FB-71BF84356830}" dt="2026-05-11T15:48:57.744" v="9693"/>
          <ac:spMkLst>
            <pc:docMk/>
            <pc:sldMk cId="1088698108" sldId="301"/>
            <ac:spMk id="24" creationId="{C6A1B845-CA46-4C00-896B-C5C212F7BE2C}"/>
          </ac:spMkLst>
        </pc:spChg>
        <pc:spChg chg="add mod">
          <ac:chgData name="Josué Silva de Morais" userId="f406c2cd-edfc-4057-be10-75858098c663" providerId="ADAL" clId="{A1824FC7-00A9-4708-B7FB-71BF84356830}" dt="2026-05-11T15:48:57.749" v="9697"/>
          <ac:spMkLst>
            <pc:docMk/>
            <pc:sldMk cId="1088698108" sldId="301"/>
            <ac:spMk id="25" creationId="{0D1966E7-EF0E-42C9-A6D6-16CEABEA5CEA}"/>
          </ac:spMkLst>
        </pc:spChg>
        <pc:spChg chg="add mod">
          <ac:chgData name="Josué Silva de Morais" userId="f406c2cd-edfc-4057-be10-75858098c663" providerId="ADAL" clId="{A1824FC7-00A9-4708-B7FB-71BF84356830}" dt="2026-05-11T15:48:57.760" v="9708"/>
          <ac:spMkLst>
            <pc:docMk/>
            <pc:sldMk cId="1088698108" sldId="301"/>
            <ac:spMk id="26" creationId="{044A4661-0756-4784-911C-C19556F19522}"/>
          </ac:spMkLst>
        </pc:spChg>
        <pc:spChg chg="add mod">
          <ac:chgData name="Josué Silva de Morais" userId="f406c2cd-edfc-4057-be10-75858098c663" providerId="ADAL" clId="{A1824FC7-00A9-4708-B7FB-71BF84356830}" dt="2026-05-11T15:48:57.770" v="9715"/>
          <ac:spMkLst>
            <pc:docMk/>
            <pc:sldMk cId="1088698108" sldId="301"/>
            <ac:spMk id="27" creationId="{0A9FD289-4154-431B-B35B-FE3CA5862CAA}"/>
          </ac:spMkLst>
        </pc:spChg>
        <pc:spChg chg="add mod">
          <ac:chgData name="Josué Silva de Morais" userId="f406c2cd-edfc-4057-be10-75858098c663" providerId="ADAL" clId="{A1824FC7-00A9-4708-B7FB-71BF84356830}" dt="2026-05-11T15:48:57.776" v="9721"/>
          <ac:spMkLst>
            <pc:docMk/>
            <pc:sldMk cId="1088698108" sldId="301"/>
            <ac:spMk id="28" creationId="{047C10B2-FD59-4DDB-8EA2-3812CD4BE4E5}"/>
          </ac:spMkLst>
        </pc:spChg>
        <pc:spChg chg="add mod">
          <ac:chgData name="Josué Silva de Morais" userId="f406c2cd-edfc-4057-be10-75858098c663" providerId="ADAL" clId="{A1824FC7-00A9-4708-B7FB-71BF84356830}" dt="2026-05-11T15:48:57.785" v="9727"/>
          <ac:spMkLst>
            <pc:docMk/>
            <pc:sldMk cId="1088698108" sldId="301"/>
            <ac:spMk id="29" creationId="{B9412172-A0FB-4532-B736-5E1DFCACFC6F}"/>
          </ac:spMkLst>
        </pc:spChg>
        <pc:spChg chg="add mod">
          <ac:chgData name="Josué Silva de Morais" userId="f406c2cd-edfc-4057-be10-75858098c663" providerId="ADAL" clId="{A1824FC7-00A9-4708-B7FB-71BF84356830}" dt="2026-05-11T15:48:57.789" v="9731"/>
          <ac:spMkLst>
            <pc:docMk/>
            <pc:sldMk cId="1088698108" sldId="301"/>
            <ac:spMk id="30" creationId="{38EFEA69-634A-4360-9821-37A79E505CFF}"/>
          </ac:spMkLst>
        </pc:spChg>
        <pc:spChg chg="add mod">
          <ac:chgData name="Josué Silva de Morais" userId="f406c2cd-edfc-4057-be10-75858098c663" providerId="ADAL" clId="{A1824FC7-00A9-4708-B7FB-71BF84356830}" dt="2026-05-11T15:48:57.800" v="9742"/>
          <ac:spMkLst>
            <pc:docMk/>
            <pc:sldMk cId="1088698108" sldId="301"/>
            <ac:spMk id="31" creationId="{9B88B6DE-7D90-4F96-BDDB-0A4031F2288A}"/>
          </ac:spMkLst>
        </pc:spChg>
        <pc:spChg chg="add mod">
          <ac:chgData name="Josué Silva de Morais" userId="f406c2cd-edfc-4057-be10-75858098c663" providerId="ADAL" clId="{A1824FC7-00A9-4708-B7FB-71BF84356830}" dt="2026-05-11T15:48:57.806" v="9749"/>
          <ac:spMkLst>
            <pc:docMk/>
            <pc:sldMk cId="1088698108" sldId="301"/>
            <ac:spMk id="32" creationId="{DF7F3513-0914-49ED-9AA7-7FA9878751C3}"/>
          </ac:spMkLst>
        </pc:spChg>
        <pc:spChg chg="add mod">
          <ac:chgData name="Josué Silva de Morais" userId="f406c2cd-edfc-4057-be10-75858098c663" providerId="ADAL" clId="{A1824FC7-00A9-4708-B7FB-71BF84356830}" dt="2026-05-11T15:48:57.814" v="9755"/>
          <ac:spMkLst>
            <pc:docMk/>
            <pc:sldMk cId="1088698108" sldId="301"/>
            <ac:spMk id="33" creationId="{AD80B070-15E9-4C97-B56A-5B4C6E52D5C4}"/>
          </ac:spMkLst>
        </pc:spChg>
        <pc:spChg chg="add mod">
          <ac:chgData name="Josué Silva de Morais" userId="f406c2cd-edfc-4057-be10-75858098c663" providerId="ADAL" clId="{A1824FC7-00A9-4708-B7FB-71BF84356830}" dt="2026-05-11T15:48:57.821" v="9761"/>
          <ac:spMkLst>
            <pc:docMk/>
            <pc:sldMk cId="1088698108" sldId="301"/>
            <ac:spMk id="34" creationId="{0A150E8F-5C0E-4AD9-9BCC-AC089ADC3CFE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9:18.165" v="9983"/>
        <pc:sldMkLst>
          <pc:docMk/>
          <pc:sldMk cId="1147317977" sldId="302"/>
        </pc:sldMkLst>
        <pc:spChg chg="add mod">
          <ac:chgData name="Josué Silva de Morais" userId="f406c2cd-edfc-4057-be10-75858098c663" providerId="ADAL" clId="{A1824FC7-00A9-4708-B7FB-71BF84356830}" dt="2026-05-11T15:49:17.905" v="9765"/>
          <ac:spMkLst>
            <pc:docMk/>
            <pc:sldMk cId="1147317977" sldId="302"/>
            <ac:spMk id="2" creationId="{8E750742-2286-4D3A-A84D-2911D7D49504}"/>
          </ac:spMkLst>
        </pc:spChg>
        <pc:spChg chg="add mod">
          <ac:chgData name="Josué Silva de Morais" userId="f406c2cd-edfc-4057-be10-75858098c663" providerId="ADAL" clId="{A1824FC7-00A9-4708-B7FB-71BF84356830}" dt="2026-05-11T15:49:17.914" v="9772"/>
          <ac:spMkLst>
            <pc:docMk/>
            <pc:sldMk cId="1147317977" sldId="302"/>
            <ac:spMk id="3" creationId="{A17A8AE0-BA25-42C4-9DE6-585E6C4D0158}"/>
          </ac:spMkLst>
        </pc:spChg>
        <pc:spChg chg="add mod">
          <ac:chgData name="Josué Silva de Morais" userId="f406c2cd-edfc-4057-be10-75858098c663" providerId="ADAL" clId="{A1824FC7-00A9-4708-B7FB-71BF84356830}" dt="2026-05-11T15:49:17.921" v="9779"/>
          <ac:spMkLst>
            <pc:docMk/>
            <pc:sldMk cId="1147317977" sldId="302"/>
            <ac:spMk id="4" creationId="{A6F1795E-8362-485F-857E-8F8159E7CAD5}"/>
          </ac:spMkLst>
        </pc:spChg>
        <pc:spChg chg="add mod">
          <ac:chgData name="Josué Silva de Morais" userId="f406c2cd-edfc-4057-be10-75858098c663" providerId="ADAL" clId="{A1824FC7-00A9-4708-B7FB-71BF84356830}" dt="2026-05-11T15:49:17.924" v="9783"/>
          <ac:spMkLst>
            <pc:docMk/>
            <pc:sldMk cId="1147317977" sldId="302"/>
            <ac:spMk id="5" creationId="{5DFAA8AD-0049-4713-82A0-7D59C7B39B0E}"/>
          </ac:spMkLst>
        </pc:spChg>
        <pc:spChg chg="add mod">
          <ac:chgData name="Josué Silva de Morais" userId="f406c2cd-edfc-4057-be10-75858098c663" providerId="ADAL" clId="{A1824FC7-00A9-4708-B7FB-71BF84356830}" dt="2026-05-11T15:49:17.937" v="9794"/>
          <ac:spMkLst>
            <pc:docMk/>
            <pc:sldMk cId="1147317977" sldId="302"/>
            <ac:spMk id="6" creationId="{5283F4F7-8993-4805-AE6E-E4E266AE8701}"/>
          </ac:spMkLst>
        </pc:spChg>
        <pc:spChg chg="add mod">
          <ac:chgData name="Josué Silva de Morais" userId="f406c2cd-edfc-4057-be10-75858098c663" providerId="ADAL" clId="{A1824FC7-00A9-4708-B7FB-71BF84356830}" dt="2026-05-11T15:49:17.947" v="9801"/>
          <ac:spMkLst>
            <pc:docMk/>
            <pc:sldMk cId="1147317977" sldId="302"/>
            <ac:spMk id="7" creationId="{70F082ED-27F6-4DF6-B7B7-9BA408348D78}"/>
          </ac:spMkLst>
        </pc:spChg>
        <pc:spChg chg="add mod">
          <ac:chgData name="Josué Silva de Morais" userId="f406c2cd-edfc-4057-be10-75858098c663" providerId="ADAL" clId="{A1824FC7-00A9-4708-B7FB-71BF84356830}" dt="2026-05-11T15:49:17.954" v="9807"/>
          <ac:spMkLst>
            <pc:docMk/>
            <pc:sldMk cId="1147317977" sldId="302"/>
            <ac:spMk id="8" creationId="{E1486027-1BF6-4509-A615-5A71C6D7BCD2}"/>
          </ac:spMkLst>
        </pc:spChg>
        <pc:spChg chg="add mod">
          <ac:chgData name="Josué Silva de Morais" userId="f406c2cd-edfc-4057-be10-75858098c663" providerId="ADAL" clId="{A1824FC7-00A9-4708-B7FB-71BF84356830}" dt="2026-05-11T15:49:17.963" v="9813"/>
          <ac:spMkLst>
            <pc:docMk/>
            <pc:sldMk cId="1147317977" sldId="302"/>
            <ac:spMk id="9" creationId="{95CA63DD-75D8-49D6-9DA1-7446B691FFC0}"/>
          </ac:spMkLst>
        </pc:spChg>
        <pc:spChg chg="add mod">
          <ac:chgData name="Josué Silva de Morais" userId="f406c2cd-edfc-4057-be10-75858098c663" providerId="ADAL" clId="{A1824FC7-00A9-4708-B7FB-71BF84356830}" dt="2026-05-11T15:49:17.967" v="9817"/>
          <ac:spMkLst>
            <pc:docMk/>
            <pc:sldMk cId="1147317977" sldId="302"/>
            <ac:spMk id="10" creationId="{4AF97411-10E1-4128-82C6-90B9719737DC}"/>
          </ac:spMkLst>
        </pc:spChg>
        <pc:spChg chg="add mod">
          <ac:chgData name="Josué Silva de Morais" userId="f406c2cd-edfc-4057-be10-75858098c663" providerId="ADAL" clId="{A1824FC7-00A9-4708-B7FB-71BF84356830}" dt="2026-05-11T15:49:17.979" v="9828"/>
          <ac:spMkLst>
            <pc:docMk/>
            <pc:sldMk cId="1147317977" sldId="302"/>
            <ac:spMk id="11" creationId="{020C0B76-89A4-4D8C-89DD-04026EEA855A}"/>
          </ac:spMkLst>
        </pc:spChg>
        <pc:spChg chg="add mod">
          <ac:chgData name="Josué Silva de Morais" userId="f406c2cd-edfc-4057-be10-75858098c663" providerId="ADAL" clId="{A1824FC7-00A9-4708-B7FB-71BF84356830}" dt="2026-05-11T15:49:17.985" v="9835"/>
          <ac:spMkLst>
            <pc:docMk/>
            <pc:sldMk cId="1147317977" sldId="302"/>
            <ac:spMk id="12" creationId="{9F88C7C9-C5B7-4B95-957E-9628A5088841}"/>
          </ac:spMkLst>
        </pc:spChg>
        <pc:spChg chg="add mod">
          <ac:chgData name="Josué Silva de Morais" userId="f406c2cd-edfc-4057-be10-75858098c663" providerId="ADAL" clId="{A1824FC7-00A9-4708-B7FB-71BF84356830}" dt="2026-05-11T15:49:17.992" v="9841"/>
          <ac:spMkLst>
            <pc:docMk/>
            <pc:sldMk cId="1147317977" sldId="302"/>
            <ac:spMk id="13" creationId="{5572C9EF-5C60-445B-BCC7-044C96DE0FF1}"/>
          </ac:spMkLst>
        </pc:spChg>
        <pc:spChg chg="add mod">
          <ac:chgData name="Josué Silva de Morais" userId="f406c2cd-edfc-4057-be10-75858098c663" providerId="ADAL" clId="{A1824FC7-00A9-4708-B7FB-71BF84356830}" dt="2026-05-11T15:49:18.001" v="9847"/>
          <ac:spMkLst>
            <pc:docMk/>
            <pc:sldMk cId="1147317977" sldId="302"/>
            <ac:spMk id="14" creationId="{098A0AFB-2AA3-4A1F-A27B-6D8BDAF257F7}"/>
          </ac:spMkLst>
        </pc:spChg>
        <pc:spChg chg="add mod">
          <ac:chgData name="Josué Silva de Morais" userId="f406c2cd-edfc-4057-be10-75858098c663" providerId="ADAL" clId="{A1824FC7-00A9-4708-B7FB-71BF84356830}" dt="2026-05-11T15:49:18.004" v="9851"/>
          <ac:spMkLst>
            <pc:docMk/>
            <pc:sldMk cId="1147317977" sldId="302"/>
            <ac:spMk id="15" creationId="{767A13E2-DE76-41F0-87B1-E4B27F847BDC}"/>
          </ac:spMkLst>
        </pc:spChg>
        <pc:spChg chg="add mod">
          <ac:chgData name="Josué Silva de Morais" userId="f406c2cd-edfc-4057-be10-75858098c663" providerId="ADAL" clId="{A1824FC7-00A9-4708-B7FB-71BF84356830}" dt="2026-05-11T15:49:18.020" v="9862"/>
          <ac:spMkLst>
            <pc:docMk/>
            <pc:sldMk cId="1147317977" sldId="302"/>
            <ac:spMk id="16" creationId="{24060554-DD21-40E0-A468-A4AD34E2EBE9}"/>
          </ac:spMkLst>
        </pc:spChg>
        <pc:spChg chg="add mod">
          <ac:chgData name="Josué Silva de Morais" userId="f406c2cd-edfc-4057-be10-75858098c663" providerId="ADAL" clId="{A1824FC7-00A9-4708-B7FB-71BF84356830}" dt="2026-05-11T15:49:18.030" v="9869"/>
          <ac:spMkLst>
            <pc:docMk/>
            <pc:sldMk cId="1147317977" sldId="302"/>
            <ac:spMk id="17" creationId="{E32D0EE1-5ECA-4932-A92E-84D987E8AF4B}"/>
          </ac:spMkLst>
        </pc:spChg>
        <pc:spChg chg="add mod">
          <ac:chgData name="Josué Silva de Morais" userId="f406c2cd-edfc-4057-be10-75858098c663" providerId="ADAL" clId="{A1824FC7-00A9-4708-B7FB-71BF84356830}" dt="2026-05-11T15:49:18.036" v="9875"/>
          <ac:spMkLst>
            <pc:docMk/>
            <pc:sldMk cId="1147317977" sldId="302"/>
            <ac:spMk id="18" creationId="{F179ECF8-2B4F-4507-88B1-C03198BA7454}"/>
          </ac:spMkLst>
        </pc:spChg>
        <pc:spChg chg="add mod">
          <ac:chgData name="Josué Silva de Morais" userId="f406c2cd-edfc-4057-be10-75858098c663" providerId="ADAL" clId="{A1824FC7-00A9-4708-B7FB-71BF84356830}" dt="2026-05-11T15:49:18.044" v="9881"/>
          <ac:spMkLst>
            <pc:docMk/>
            <pc:sldMk cId="1147317977" sldId="302"/>
            <ac:spMk id="19" creationId="{7793CF50-3A88-4394-B06A-3855C9C957E9}"/>
          </ac:spMkLst>
        </pc:spChg>
        <pc:spChg chg="add mod">
          <ac:chgData name="Josué Silva de Morais" userId="f406c2cd-edfc-4057-be10-75858098c663" providerId="ADAL" clId="{A1824FC7-00A9-4708-B7FB-71BF84356830}" dt="2026-05-11T15:49:18.049" v="9885"/>
          <ac:spMkLst>
            <pc:docMk/>
            <pc:sldMk cId="1147317977" sldId="302"/>
            <ac:spMk id="20" creationId="{05AB04FD-F9A6-455B-A59C-F7D7D23257C2}"/>
          </ac:spMkLst>
        </pc:spChg>
        <pc:spChg chg="add mod">
          <ac:chgData name="Josué Silva de Morais" userId="f406c2cd-edfc-4057-be10-75858098c663" providerId="ADAL" clId="{A1824FC7-00A9-4708-B7FB-71BF84356830}" dt="2026-05-11T15:49:18.059" v="9896"/>
          <ac:spMkLst>
            <pc:docMk/>
            <pc:sldMk cId="1147317977" sldId="302"/>
            <ac:spMk id="21" creationId="{9EBCB4F5-F844-4336-888B-7C234A71A769}"/>
          </ac:spMkLst>
        </pc:spChg>
        <pc:spChg chg="add mod">
          <ac:chgData name="Josué Silva de Morais" userId="f406c2cd-edfc-4057-be10-75858098c663" providerId="ADAL" clId="{A1824FC7-00A9-4708-B7FB-71BF84356830}" dt="2026-05-11T15:49:18.069" v="9903"/>
          <ac:spMkLst>
            <pc:docMk/>
            <pc:sldMk cId="1147317977" sldId="302"/>
            <ac:spMk id="22" creationId="{CAD3595B-7868-4476-BA8F-A0A8A675E89D}"/>
          </ac:spMkLst>
        </pc:spChg>
        <pc:spChg chg="add mod">
          <ac:chgData name="Josué Silva de Morais" userId="f406c2cd-edfc-4057-be10-75858098c663" providerId="ADAL" clId="{A1824FC7-00A9-4708-B7FB-71BF84356830}" dt="2026-05-11T15:49:18.079" v="9909"/>
          <ac:spMkLst>
            <pc:docMk/>
            <pc:sldMk cId="1147317977" sldId="302"/>
            <ac:spMk id="23" creationId="{B7D8E175-2DBB-43E9-B91B-7163896DAD17}"/>
          </ac:spMkLst>
        </pc:spChg>
        <pc:spChg chg="add mod">
          <ac:chgData name="Josué Silva de Morais" userId="f406c2cd-edfc-4057-be10-75858098c663" providerId="ADAL" clId="{A1824FC7-00A9-4708-B7FB-71BF84356830}" dt="2026-05-11T15:49:18.085" v="9915"/>
          <ac:spMkLst>
            <pc:docMk/>
            <pc:sldMk cId="1147317977" sldId="302"/>
            <ac:spMk id="24" creationId="{EA6F24FF-F221-44E7-A1F1-DC616763612D}"/>
          </ac:spMkLst>
        </pc:spChg>
        <pc:spChg chg="add mod">
          <ac:chgData name="Josué Silva de Morais" userId="f406c2cd-edfc-4057-be10-75858098c663" providerId="ADAL" clId="{A1824FC7-00A9-4708-B7FB-71BF84356830}" dt="2026-05-11T15:49:18.089" v="9919"/>
          <ac:spMkLst>
            <pc:docMk/>
            <pc:sldMk cId="1147317977" sldId="302"/>
            <ac:spMk id="25" creationId="{2608CEFE-78EF-4F34-9470-60434C413FFB}"/>
          </ac:spMkLst>
        </pc:spChg>
        <pc:spChg chg="add mod">
          <ac:chgData name="Josué Silva de Morais" userId="f406c2cd-edfc-4057-be10-75858098c663" providerId="ADAL" clId="{A1824FC7-00A9-4708-B7FB-71BF84356830}" dt="2026-05-11T15:49:18.102" v="9930"/>
          <ac:spMkLst>
            <pc:docMk/>
            <pc:sldMk cId="1147317977" sldId="302"/>
            <ac:spMk id="26" creationId="{6642D585-E225-452A-A35C-5BC8138A80A0}"/>
          </ac:spMkLst>
        </pc:spChg>
        <pc:spChg chg="add mod">
          <ac:chgData name="Josué Silva de Morais" userId="f406c2cd-edfc-4057-be10-75858098c663" providerId="ADAL" clId="{A1824FC7-00A9-4708-B7FB-71BF84356830}" dt="2026-05-11T15:49:18.109" v="9937"/>
          <ac:spMkLst>
            <pc:docMk/>
            <pc:sldMk cId="1147317977" sldId="302"/>
            <ac:spMk id="27" creationId="{3EA555F3-EA05-48CF-82E7-4DDD0128F969}"/>
          </ac:spMkLst>
        </pc:spChg>
        <pc:spChg chg="add mod">
          <ac:chgData name="Josué Silva de Morais" userId="f406c2cd-edfc-4057-be10-75858098c663" providerId="ADAL" clId="{A1824FC7-00A9-4708-B7FB-71BF84356830}" dt="2026-05-11T15:49:18.119" v="9943"/>
          <ac:spMkLst>
            <pc:docMk/>
            <pc:sldMk cId="1147317977" sldId="302"/>
            <ac:spMk id="28" creationId="{A7EFA9A3-5C09-44E2-A971-86D4B60D7FA4}"/>
          </ac:spMkLst>
        </pc:spChg>
        <pc:spChg chg="add mod">
          <ac:chgData name="Josué Silva de Morais" userId="f406c2cd-edfc-4057-be10-75858098c663" providerId="ADAL" clId="{A1824FC7-00A9-4708-B7FB-71BF84356830}" dt="2026-05-11T15:49:18.125" v="9949"/>
          <ac:spMkLst>
            <pc:docMk/>
            <pc:sldMk cId="1147317977" sldId="302"/>
            <ac:spMk id="29" creationId="{972D3386-E038-4599-B1A0-6216809463DA}"/>
          </ac:spMkLst>
        </pc:spChg>
        <pc:spChg chg="add mod">
          <ac:chgData name="Josué Silva de Morais" userId="f406c2cd-edfc-4057-be10-75858098c663" providerId="ADAL" clId="{A1824FC7-00A9-4708-B7FB-71BF84356830}" dt="2026-05-11T15:49:18.130" v="9953"/>
          <ac:spMkLst>
            <pc:docMk/>
            <pc:sldMk cId="1147317977" sldId="302"/>
            <ac:spMk id="30" creationId="{0B8B61C4-1E70-4747-BE79-F55E47730C57}"/>
          </ac:spMkLst>
        </pc:spChg>
        <pc:spChg chg="add mod">
          <ac:chgData name="Josué Silva de Morais" userId="f406c2cd-edfc-4057-be10-75858098c663" providerId="ADAL" clId="{A1824FC7-00A9-4708-B7FB-71BF84356830}" dt="2026-05-11T15:49:18.140" v="9964"/>
          <ac:spMkLst>
            <pc:docMk/>
            <pc:sldMk cId="1147317977" sldId="302"/>
            <ac:spMk id="31" creationId="{836B84AC-AF51-4F91-A8F7-1D59F4065EA1}"/>
          </ac:spMkLst>
        </pc:spChg>
        <pc:spChg chg="add mod">
          <ac:chgData name="Josué Silva de Morais" userId="f406c2cd-edfc-4057-be10-75858098c663" providerId="ADAL" clId="{A1824FC7-00A9-4708-B7FB-71BF84356830}" dt="2026-05-11T15:49:18.149" v="9971"/>
          <ac:spMkLst>
            <pc:docMk/>
            <pc:sldMk cId="1147317977" sldId="302"/>
            <ac:spMk id="32" creationId="{92CC2163-BD94-462F-9EAB-A3763CCE1A71}"/>
          </ac:spMkLst>
        </pc:spChg>
        <pc:spChg chg="add mod">
          <ac:chgData name="Josué Silva de Morais" userId="f406c2cd-edfc-4057-be10-75858098c663" providerId="ADAL" clId="{A1824FC7-00A9-4708-B7FB-71BF84356830}" dt="2026-05-11T15:49:18.156" v="9977"/>
          <ac:spMkLst>
            <pc:docMk/>
            <pc:sldMk cId="1147317977" sldId="302"/>
            <ac:spMk id="33" creationId="{05272735-1A20-43EC-B50B-3CAF7DD1D6EE}"/>
          </ac:spMkLst>
        </pc:spChg>
        <pc:spChg chg="add mod">
          <ac:chgData name="Josué Silva de Morais" userId="f406c2cd-edfc-4057-be10-75858098c663" providerId="ADAL" clId="{A1824FC7-00A9-4708-B7FB-71BF84356830}" dt="2026-05-11T15:49:18.165" v="9983"/>
          <ac:spMkLst>
            <pc:docMk/>
            <pc:sldMk cId="1147317977" sldId="302"/>
            <ac:spMk id="34" creationId="{4D0B1EA6-4BC7-495A-AC89-F06206BF23D9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49:49.404" v="10205"/>
        <pc:sldMkLst>
          <pc:docMk/>
          <pc:sldMk cId="1825293532" sldId="303"/>
        </pc:sldMkLst>
        <pc:spChg chg="add mod">
          <ac:chgData name="Josué Silva de Morais" userId="f406c2cd-edfc-4057-be10-75858098c663" providerId="ADAL" clId="{A1824FC7-00A9-4708-B7FB-71BF84356830}" dt="2026-05-11T15:49:49.132" v="9987"/>
          <ac:spMkLst>
            <pc:docMk/>
            <pc:sldMk cId="1825293532" sldId="303"/>
            <ac:spMk id="2" creationId="{47748450-D51D-40C2-94A8-8290DE2CB63D}"/>
          </ac:spMkLst>
        </pc:spChg>
        <pc:spChg chg="add mod">
          <ac:chgData name="Josué Silva de Morais" userId="f406c2cd-edfc-4057-be10-75858098c663" providerId="ADAL" clId="{A1824FC7-00A9-4708-B7FB-71BF84356830}" dt="2026-05-11T15:49:49.142" v="9994"/>
          <ac:spMkLst>
            <pc:docMk/>
            <pc:sldMk cId="1825293532" sldId="303"/>
            <ac:spMk id="3" creationId="{DB09BD5E-F5FC-464A-85C4-C48A26A9867A}"/>
          </ac:spMkLst>
        </pc:spChg>
        <pc:spChg chg="add mod">
          <ac:chgData name="Josué Silva de Morais" userId="f406c2cd-edfc-4057-be10-75858098c663" providerId="ADAL" clId="{A1824FC7-00A9-4708-B7FB-71BF84356830}" dt="2026-05-11T15:49:49.153" v="10001"/>
          <ac:spMkLst>
            <pc:docMk/>
            <pc:sldMk cId="1825293532" sldId="303"/>
            <ac:spMk id="4" creationId="{3E45617F-1B9B-4160-92D4-233E4BBFB0F7}"/>
          </ac:spMkLst>
        </pc:spChg>
        <pc:spChg chg="add mod">
          <ac:chgData name="Josué Silva de Morais" userId="f406c2cd-edfc-4057-be10-75858098c663" providerId="ADAL" clId="{A1824FC7-00A9-4708-B7FB-71BF84356830}" dt="2026-05-11T15:49:49.158" v="10005"/>
          <ac:spMkLst>
            <pc:docMk/>
            <pc:sldMk cId="1825293532" sldId="303"/>
            <ac:spMk id="5" creationId="{EAFAFCFF-AEB3-477F-AF4E-811A0367A2DB}"/>
          </ac:spMkLst>
        </pc:spChg>
        <pc:spChg chg="add mod">
          <ac:chgData name="Josué Silva de Morais" userId="f406c2cd-edfc-4057-be10-75858098c663" providerId="ADAL" clId="{A1824FC7-00A9-4708-B7FB-71BF84356830}" dt="2026-05-11T15:49:49.183" v="10016"/>
          <ac:spMkLst>
            <pc:docMk/>
            <pc:sldMk cId="1825293532" sldId="303"/>
            <ac:spMk id="6" creationId="{DD4FA4AF-3DE5-4468-A5D2-C011462DD912}"/>
          </ac:spMkLst>
        </pc:spChg>
        <pc:spChg chg="add mod">
          <ac:chgData name="Josué Silva de Morais" userId="f406c2cd-edfc-4057-be10-75858098c663" providerId="ADAL" clId="{A1824FC7-00A9-4708-B7FB-71BF84356830}" dt="2026-05-11T15:49:49.192" v="10023"/>
          <ac:spMkLst>
            <pc:docMk/>
            <pc:sldMk cId="1825293532" sldId="303"/>
            <ac:spMk id="7" creationId="{E767DA36-26F5-4167-B759-F74646AC7133}"/>
          </ac:spMkLst>
        </pc:spChg>
        <pc:spChg chg="add mod">
          <ac:chgData name="Josué Silva de Morais" userId="f406c2cd-edfc-4057-be10-75858098c663" providerId="ADAL" clId="{A1824FC7-00A9-4708-B7FB-71BF84356830}" dt="2026-05-11T15:49:49.197" v="10029"/>
          <ac:spMkLst>
            <pc:docMk/>
            <pc:sldMk cId="1825293532" sldId="303"/>
            <ac:spMk id="8" creationId="{D8A13257-1CD2-41EF-B587-460478CB6B15}"/>
          </ac:spMkLst>
        </pc:spChg>
        <pc:spChg chg="add mod">
          <ac:chgData name="Josué Silva de Morais" userId="f406c2cd-edfc-4057-be10-75858098c663" providerId="ADAL" clId="{A1824FC7-00A9-4708-B7FB-71BF84356830}" dt="2026-05-11T15:49:49.205" v="10035"/>
          <ac:spMkLst>
            <pc:docMk/>
            <pc:sldMk cId="1825293532" sldId="303"/>
            <ac:spMk id="9" creationId="{17D76FFD-66BB-47E2-ACB3-58633DC765A0}"/>
          </ac:spMkLst>
        </pc:spChg>
        <pc:spChg chg="add mod">
          <ac:chgData name="Josué Silva de Morais" userId="f406c2cd-edfc-4057-be10-75858098c663" providerId="ADAL" clId="{A1824FC7-00A9-4708-B7FB-71BF84356830}" dt="2026-05-11T15:49:49.210" v="10039"/>
          <ac:spMkLst>
            <pc:docMk/>
            <pc:sldMk cId="1825293532" sldId="303"/>
            <ac:spMk id="10" creationId="{39AA9F88-9616-4DDC-9694-8B3431A7DBE7}"/>
          </ac:spMkLst>
        </pc:spChg>
        <pc:spChg chg="add mod">
          <ac:chgData name="Josué Silva de Morais" userId="f406c2cd-edfc-4057-be10-75858098c663" providerId="ADAL" clId="{A1824FC7-00A9-4708-B7FB-71BF84356830}" dt="2026-05-11T15:49:49.220" v="10050"/>
          <ac:spMkLst>
            <pc:docMk/>
            <pc:sldMk cId="1825293532" sldId="303"/>
            <ac:spMk id="11" creationId="{73B77FFB-026E-49D0-8C34-9E19EA1CC423}"/>
          </ac:spMkLst>
        </pc:spChg>
        <pc:spChg chg="add mod">
          <ac:chgData name="Josué Silva de Morais" userId="f406c2cd-edfc-4057-be10-75858098c663" providerId="ADAL" clId="{A1824FC7-00A9-4708-B7FB-71BF84356830}" dt="2026-05-11T15:49:49.231" v="10057"/>
          <ac:spMkLst>
            <pc:docMk/>
            <pc:sldMk cId="1825293532" sldId="303"/>
            <ac:spMk id="12" creationId="{17FC258E-CA95-492C-AD0A-124D8F260E20}"/>
          </ac:spMkLst>
        </pc:spChg>
        <pc:spChg chg="add mod">
          <ac:chgData name="Josué Silva de Morais" userId="f406c2cd-edfc-4057-be10-75858098c663" providerId="ADAL" clId="{A1824FC7-00A9-4708-B7FB-71BF84356830}" dt="2026-05-11T15:49:49.237" v="10063"/>
          <ac:spMkLst>
            <pc:docMk/>
            <pc:sldMk cId="1825293532" sldId="303"/>
            <ac:spMk id="13" creationId="{B60B1567-8B3E-4590-9728-1D3C8433A896}"/>
          </ac:spMkLst>
        </pc:spChg>
        <pc:spChg chg="add mod">
          <ac:chgData name="Josué Silva de Morais" userId="f406c2cd-edfc-4057-be10-75858098c663" providerId="ADAL" clId="{A1824FC7-00A9-4708-B7FB-71BF84356830}" dt="2026-05-11T15:49:49.245" v="10069"/>
          <ac:spMkLst>
            <pc:docMk/>
            <pc:sldMk cId="1825293532" sldId="303"/>
            <ac:spMk id="14" creationId="{C7C4BB69-558D-454C-8052-FCD8864A7F90}"/>
          </ac:spMkLst>
        </pc:spChg>
        <pc:spChg chg="add mod">
          <ac:chgData name="Josué Silva de Morais" userId="f406c2cd-edfc-4057-be10-75858098c663" providerId="ADAL" clId="{A1824FC7-00A9-4708-B7FB-71BF84356830}" dt="2026-05-11T15:49:49.249" v="10073"/>
          <ac:spMkLst>
            <pc:docMk/>
            <pc:sldMk cId="1825293532" sldId="303"/>
            <ac:spMk id="15" creationId="{8176E1F1-546E-4CA2-B8BA-C925F2A9976E}"/>
          </ac:spMkLst>
        </pc:spChg>
        <pc:spChg chg="add mod">
          <ac:chgData name="Josué Silva de Morais" userId="f406c2cd-edfc-4057-be10-75858098c663" providerId="ADAL" clId="{A1824FC7-00A9-4708-B7FB-71BF84356830}" dt="2026-05-11T15:49:49.258" v="10084"/>
          <ac:spMkLst>
            <pc:docMk/>
            <pc:sldMk cId="1825293532" sldId="303"/>
            <ac:spMk id="16" creationId="{03302B58-8F69-4814-85C8-2B116229CC89}"/>
          </ac:spMkLst>
        </pc:spChg>
        <pc:spChg chg="add mod">
          <ac:chgData name="Josué Silva de Morais" userId="f406c2cd-edfc-4057-be10-75858098c663" providerId="ADAL" clId="{A1824FC7-00A9-4708-B7FB-71BF84356830}" dt="2026-05-11T15:49:49.268" v="10091"/>
          <ac:spMkLst>
            <pc:docMk/>
            <pc:sldMk cId="1825293532" sldId="303"/>
            <ac:spMk id="17" creationId="{F11F2ED8-67E3-476B-AED3-A03D1F3F4104}"/>
          </ac:spMkLst>
        </pc:spChg>
        <pc:spChg chg="add mod">
          <ac:chgData name="Josué Silva de Morais" userId="f406c2cd-edfc-4057-be10-75858098c663" providerId="ADAL" clId="{A1824FC7-00A9-4708-B7FB-71BF84356830}" dt="2026-05-11T15:49:49.275" v="10097"/>
          <ac:spMkLst>
            <pc:docMk/>
            <pc:sldMk cId="1825293532" sldId="303"/>
            <ac:spMk id="18" creationId="{16569207-07FF-45D7-8D6B-456974AF9B3B}"/>
          </ac:spMkLst>
        </pc:spChg>
        <pc:spChg chg="add mod">
          <ac:chgData name="Josué Silva de Morais" userId="f406c2cd-edfc-4057-be10-75858098c663" providerId="ADAL" clId="{A1824FC7-00A9-4708-B7FB-71BF84356830}" dt="2026-05-11T15:49:49.285" v="10103"/>
          <ac:spMkLst>
            <pc:docMk/>
            <pc:sldMk cId="1825293532" sldId="303"/>
            <ac:spMk id="19" creationId="{FF8D0C73-AC5D-4F81-884D-FF1059C79391}"/>
          </ac:spMkLst>
        </pc:spChg>
        <pc:spChg chg="add mod">
          <ac:chgData name="Josué Silva de Morais" userId="f406c2cd-edfc-4057-be10-75858098c663" providerId="ADAL" clId="{A1824FC7-00A9-4708-B7FB-71BF84356830}" dt="2026-05-11T15:49:49.288" v="10107"/>
          <ac:spMkLst>
            <pc:docMk/>
            <pc:sldMk cId="1825293532" sldId="303"/>
            <ac:spMk id="20" creationId="{D3A20449-6695-4D2C-8F84-D572994F0FCE}"/>
          </ac:spMkLst>
        </pc:spChg>
        <pc:spChg chg="add mod">
          <ac:chgData name="Josué Silva de Morais" userId="f406c2cd-edfc-4057-be10-75858098c663" providerId="ADAL" clId="{A1824FC7-00A9-4708-B7FB-71BF84356830}" dt="2026-05-11T15:49:49.302" v="10118"/>
          <ac:spMkLst>
            <pc:docMk/>
            <pc:sldMk cId="1825293532" sldId="303"/>
            <ac:spMk id="21" creationId="{AF053391-812B-4EE4-9DE6-C487917B444D}"/>
          </ac:spMkLst>
        </pc:spChg>
        <pc:spChg chg="add mod">
          <ac:chgData name="Josué Silva de Morais" userId="f406c2cd-edfc-4057-be10-75858098c663" providerId="ADAL" clId="{A1824FC7-00A9-4708-B7FB-71BF84356830}" dt="2026-05-11T15:49:49.309" v="10125"/>
          <ac:spMkLst>
            <pc:docMk/>
            <pc:sldMk cId="1825293532" sldId="303"/>
            <ac:spMk id="22" creationId="{D559E91A-F39A-4D4D-B4A0-79EA7CF72ACE}"/>
          </ac:spMkLst>
        </pc:spChg>
        <pc:spChg chg="add mod">
          <ac:chgData name="Josué Silva de Morais" userId="f406c2cd-edfc-4057-be10-75858098c663" providerId="ADAL" clId="{A1824FC7-00A9-4708-B7FB-71BF84356830}" dt="2026-05-11T15:49:49.318" v="10131"/>
          <ac:spMkLst>
            <pc:docMk/>
            <pc:sldMk cId="1825293532" sldId="303"/>
            <ac:spMk id="23" creationId="{DA3F4561-4862-4DDB-9517-ECF78DCA8214}"/>
          </ac:spMkLst>
        </pc:spChg>
        <pc:spChg chg="add mod">
          <ac:chgData name="Josué Silva de Morais" userId="f406c2cd-edfc-4057-be10-75858098c663" providerId="ADAL" clId="{A1824FC7-00A9-4708-B7FB-71BF84356830}" dt="2026-05-11T15:49:49.325" v="10137"/>
          <ac:spMkLst>
            <pc:docMk/>
            <pc:sldMk cId="1825293532" sldId="303"/>
            <ac:spMk id="24" creationId="{2363AF38-1680-4682-B1D4-E5EA25EDDFD8}"/>
          </ac:spMkLst>
        </pc:spChg>
        <pc:spChg chg="add mod">
          <ac:chgData name="Josué Silva de Morais" userId="f406c2cd-edfc-4057-be10-75858098c663" providerId="ADAL" clId="{A1824FC7-00A9-4708-B7FB-71BF84356830}" dt="2026-05-11T15:49:49.328" v="10141"/>
          <ac:spMkLst>
            <pc:docMk/>
            <pc:sldMk cId="1825293532" sldId="303"/>
            <ac:spMk id="25" creationId="{213B05D7-91CB-4B29-B03A-C42134AD56E2}"/>
          </ac:spMkLst>
        </pc:spChg>
        <pc:spChg chg="add mod">
          <ac:chgData name="Josué Silva de Morais" userId="f406c2cd-edfc-4057-be10-75858098c663" providerId="ADAL" clId="{A1824FC7-00A9-4708-B7FB-71BF84356830}" dt="2026-05-11T15:49:49.343" v="10152"/>
          <ac:spMkLst>
            <pc:docMk/>
            <pc:sldMk cId="1825293532" sldId="303"/>
            <ac:spMk id="26" creationId="{6FAF9E43-ACE1-4774-AF9C-3AB9C0AA839C}"/>
          </ac:spMkLst>
        </pc:spChg>
        <pc:spChg chg="add mod">
          <ac:chgData name="Josué Silva de Morais" userId="f406c2cd-edfc-4057-be10-75858098c663" providerId="ADAL" clId="{A1824FC7-00A9-4708-B7FB-71BF84356830}" dt="2026-05-11T15:49:49.351" v="10159"/>
          <ac:spMkLst>
            <pc:docMk/>
            <pc:sldMk cId="1825293532" sldId="303"/>
            <ac:spMk id="27" creationId="{4A9D2525-9B4F-497C-8FFE-943A57F7FAD4}"/>
          </ac:spMkLst>
        </pc:spChg>
        <pc:spChg chg="add mod">
          <ac:chgData name="Josué Silva de Morais" userId="f406c2cd-edfc-4057-be10-75858098c663" providerId="ADAL" clId="{A1824FC7-00A9-4708-B7FB-71BF84356830}" dt="2026-05-11T15:49:49.359" v="10165"/>
          <ac:spMkLst>
            <pc:docMk/>
            <pc:sldMk cId="1825293532" sldId="303"/>
            <ac:spMk id="28" creationId="{18F33B42-AA03-48D3-8D9F-F17892158CB1}"/>
          </ac:spMkLst>
        </pc:spChg>
        <pc:spChg chg="add mod">
          <ac:chgData name="Josué Silva de Morais" userId="f406c2cd-edfc-4057-be10-75858098c663" providerId="ADAL" clId="{A1824FC7-00A9-4708-B7FB-71BF84356830}" dt="2026-05-11T15:49:49.366" v="10171"/>
          <ac:spMkLst>
            <pc:docMk/>
            <pc:sldMk cId="1825293532" sldId="303"/>
            <ac:spMk id="29" creationId="{75740017-B51C-4282-851E-ACECBEC79AC8}"/>
          </ac:spMkLst>
        </pc:spChg>
        <pc:spChg chg="add mod">
          <ac:chgData name="Josué Silva de Morais" userId="f406c2cd-edfc-4057-be10-75858098c663" providerId="ADAL" clId="{A1824FC7-00A9-4708-B7FB-71BF84356830}" dt="2026-05-11T15:49:49.371" v="10175"/>
          <ac:spMkLst>
            <pc:docMk/>
            <pc:sldMk cId="1825293532" sldId="303"/>
            <ac:spMk id="30" creationId="{339C2465-E806-4622-8675-2F4084BE261C}"/>
          </ac:spMkLst>
        </pc:spChg>
        <pc:spChg chg="add mod">
          <ac:chgData name="Josué Silva de Morais" userId="f406c2cd-edfc-4057-be10-75858098c663" providerId="ADAL" clId="{A1824FC7-00A9-4708-B7FB-71BF84356830}" dt="2026-05-11T15:49:49.380" v="10186"/>
          <ac:spMkLst>
            <pc:docMk/>
            <pc:sldMk cId="1825293532" sldId="303"/>
            <ac:spMk id="31" creationId="{1553FB09-E39C-4229-8837-2452015982D1}"/>
          </ac:spMkLst>
        </pc:spChg>
        <pc:spChg chg="add mod">
          <ac:chgData name="Josué Silva de Morais" userId="f406c2cd-edfc-4057-be10-75858098c663" providerId="ADAL" clId="{A1824FC7-00A9-4708-B7FB-71BF84356830}" dt="2026-05-11T15:49:49.389" v="10193"/>
          <ac:spMkLst>
            <pc:docMk/>
            <pc:sldMk cId="1825293532" sldId="303"/>
            <ac:spMk id="32" creationId="{21AE0A41-EF43-4B03-9133-49650CD5D149}"/>
          </ac:spMkLst>
        </pc:spChg>
        <pc:spChg chg="add mod">
          <ac:chgData name="Josué Silva de Morais" userId="f406c2cd-edfc-4057-be10-75858098c663" providerId="ADAL" clId="{A1824FC7-00A9-4708-B7FB-71BF84356830}" dt="2026-05-11T15:49:49.395" v="10199"/>
          <ac:spMkLst>
            <pc:docMk/>
            <pc:sldMk cId="1825293532" sldId="303"/>
            <ac:spMk id="33" creationId="{9F62204B-0404-42D3-B597-888396451C03}"/>
          </ac:spMkLst>
        </pc:spChg>
        <pc:spChg chg="add mod">
          <ac:chgData name="Josué Silva de Morais" userId="f406c2cd-edfc-4057-be10-75858098c663" providerId="ADAL" clId="{A1824FC7-00A9-4708-B7FB-71BF84356830}" dt="2026-05-11T15:49:49.404" v="10205"/>
          <ac:spMkLst>
            <pc:docMk/>
            <pc:sldMk cId="1825293532" sldId="303"/>
            <ac:spMk id="34" creationId="{5F27DEA3-BE53-4E83-899B-94946DDC8282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50:12.860" v="10454"/>
        <pc:sldMkLst>
          <pc:docMk/>
          <pc:sldMk cId="1293157718" sldId="304"/>
        </pc:sldMkLst>
        <pc:spChg chg="add mod">
          <ac:chgData name="Josué Silva de Morais" userId="f406c2cd-edfc-4057-be10-75858098c663" providerId="ADAL" clId="{A1824FC7-00A9-4708-B7FB-71BF84356830}" dt="2026-05-11T15:50:12.556" v="10209"/>
          <ac:spMkLst>
            <pc:docMk/>
            <pc:sldMk cId="1293157718" sldId="304"/>
            <ac:spMk id="2" creationId="{0B959A5D-BB73-4F0F-93DE-26C685FA10C5}"/>
          </ac:spMkLst>
        </pc:spChg>
        <pc:spChg chg="add mod">
          <ac:chgData name="Josué Silva de Morais" userId="f406c2cd-edfc-4057-be10-75858098c663" providerId="ADAL" clId="{A1824FC7-00A9-4708-B7FB-71BF84356830}" dt="2026-05-11T15:50:12.567" v="10216"/>
          <ac:spMkLst>
            <pc:docMk/>
            <pc:sldMk cId="1293157718" sldId="304"/>
            <ac:spMk id="3" creationId="{BEA9338C-3CF6-4093-BB94-14A136F4BFFE}"/>
          </ac:spMkLst>
        </pc:spChg>
        <pc:spChg chg="add mod">
          <ac:chgData name="Josué Silva de Morais" userId="f406c2cd-edfc-4057-be10-75858098c663" providerId="ADAL" clId="{A1824FC7-00A9-4708-B7FB-71BF84356830}" dt="2026-05-11T15:50:12.579" v="10222"/>
          <ac:spMkLst>
            <pc:docMk/>
            <pc:sldMk cId="1293157718" sldId="304"/>
            <ac:spMk id="4" creationId="{4EA1B74C-8872-4069-AF62-2FF2F204454D}"/>
          </ac:spMkLst>
        </pc:spChg>
        <pc:spChg chg="add mod">
          <ac:chgData name="Josué Silva de Morais" userId="f406c2cd-edfc-4057-be10-75858098c663" providerId="ADAL" clId="{A1824FC7-00A9-4708-B7FB-71BF84356830}" dt="2026-05-11T15:50:12.591" v="10226"/>
          <ac:spMkLst>
            <pc:docMk/>
            <pc:sldMk cId="1293157718" sldId="304"/>
            <ac:spMk id="5" creationId="{9281E0CF-27D7-4473-8979-F104436CC490}"/>
          </ac:spMkLst>
        </pc:spChg>
        <pc:spChg chg="add mod">
          <ac:chgData name="Josué Silva de Morais" userId="f406c2cd-edfc-4057-be10-75858098c663" providerId="ADAL" clId="{A1824FC7-00A9-4708-B7FB-71BF84356830}" dt="2026-05-11T15:50:12.595" v="10229"/>
          <ac:spMkLst>
            <pc:docMk/>
            <pc:sldMk cId="1293157718" sldId="304"/>
            <ac:spMk id="6" creationId="{E53E0E67-E8E7-41C4-96FB-304C9A1FDE70}"/>
          </ac:spMkLst>
        </pc:spChg>
        <pc:spChg chg="add mod">
          <ac:chgData name="Josué Silva de Morais" userId="f406c2cd-edfc-4057-be10-75858098c663" providerId="ADAL" clId="{A1824FC7-00A9-4708-B7FB-71BF84356830}" dt="2026-05-11T15:50:12.603" v="10236"/>
          <ac:spMkLst>
            <pc:docMk/>
            <pc:sldMk cId="1293157718" sldId="304"/>
            <ac:spMk id="7" creationId="{79EFEEDB-D53F-4955-880D-67561CF8D865}"/>
          </ac:spMkLst>
        </pc:spChg>
        <pc:spChg chg="add mod">
          <ac:chgData name="Josué Silva de Morais" userId="f406c2cd-edfc-4057-be10-75858098c663" providerId="ADAL" clId="{A1824FC7-00A9-4708-B7FB-71BF84356830}" dt="2026-05-11T15:50:12.613" v="10243"/>
          <ac:spMkLst>
            <pc:docMk/>
            <pc:sldMk cId="1293157718" sldId="304"/>
            <ac:spMk id="8" creationId="{C4238DF1-4167-4C06-B28F-028C4DC89F21}"/>
          </ac:spMkLst>
        </pc:spChg>
        <pc:spChg chg="add mod">
          <ac:chgData name="Josué Silva de Morais" userId="f406c2cd-edfc-4057-be10-75858098c663" providerId="ADAL" clId="{A1824FC7-00A9-4708-B7FB-71BF84356830}" dt="2026-05-11T15:50:12.624" v="10254"/>
          <ac:spMkLst>
            <pc:docMk/>
            <pc:sldMk cId="1293157718" sldId="304"/>
            <ac:spMk id="9" creationId="{D59295BA-E5F7-4E16-A92A-9AC000837593}"/>
          </ac:spMkLst>
        </pc:spChg>
        <pc:spChg chg="add mod">
          <ac:chgData name="Josué Silva de Morais" userId="f406c2cd-edfc-4057-be10-75858098c663" providerId="ADAL" clId="{A1824FC7-00A9-4708-B7FB-71BF84356830}" dt="2026-05-11T15:50:12.632" v="10261"/>
          <ac:spMkLst>
            <pc:docMk/>
            <pc:sldMk cId="1293157718" sldId="304"/>
            <ac:spMk id="10" creationId="{16DE470E-C57A-4217-8F13-88CA61DBEF3D}"/>
          </ac:spMkLst>
        </pc:spChg>
        <pc:spChg chg="add mod">
          <ac:chgData name="Josué Silva de Morais" userId="f406c2cd-edfc-4057-be10-75858098c663" providerId="ADAL" clId="{A1824FC7-00A9-4708-B7FB-71BF84356830}" dt="2026-05-11T15:50:12.639" v="10267"/>
          <ac:spMkLst>
            <pc:docMk/>
            <pc:sldMk cId="1293157718" sldId="304"/>
            <ac:spMk id="11" creationId="{CDFC1E48-9511-47DB-B146-C304B51918BF}"/>
          </ac:spMkLst>
        </pc:spChg>
        <pc:spChg chg="add mod">
          <ac:chgData name="Josué Silva de Morais" userId="f406c2cd-edfc-4057-be10-75858098c663" providerId="ADAL" clId="{A1824FC7-00A9-4708-B7FB-71BF84356830}" dt="2026-05-11T15:50:12.651" v="10274"/>
          <ac:spMkLst>
            <pc:docMk/>
            <pc:sldMk cId="1293157718" sldId="304"/>
            <ac:spMk id="12" creationId="{90C95E17-B5F8-4B31-B007-6CF65B0E112D}"/>
          </ac:spMkLst>
        </pc:spChg>
        <pc:spChg chg="add mod">
          <ac:chgData name="Josué Silva de Morais" userId="f406c2cd-edfc-4057-be10-75858098c663" providerId="ADAL" clId="{A1824FC7-00A9-4708-B7FB-71BF84356830}" dt="2026-05-11T15:50:12.662" v="10280"/>
          <ac:spMkLst>
            <pc:docMk/>
            <pc:sldMk cId="1293157718" sldId="304"/>
            <ac:spMk id="13" creationId="{2CD1F0EF-A7BE-49B3-B9FE-335A6B9D2613}"/>
          </ac:spMkLst>
        </pc:spChg>
        <pc:spChg chg="add mod">
          <ac:chgData name="Josué Silva de Morais" userId="f406c2cd-edfc-4057-be10-75858098c663" providerId="ADAL" clId="{A1824FC7-00A9-4708-B7FB-71BF84356830}" dt="2026-05-11T15:50:12.666" v="10284"/>
          <ac:spMkLst>
            <pc:docMk/>
            <pc:sldMk cId="1293157718" sldId="304"/>
            <ac:spMk id="14" creationId="{E0918F08-F53A-48E1-B77F-F18E2262E505}"/>
          </ac:spMkLst>
        </pc:spChg>
        <pc:spChg chg="add mod">
          <ac:chgData name="Josué Silva de Morais" userId="f406c2cd-edfc-4057-be10-75858098c663" providerId="ADAL" clId="{A1824FC7-00A9-4708-B7FB-71BF84356830}" dt="2026-05-11T15:50:12.668" v="10287"/>
          <ac:spMkLst>
            <pc:docMk/>
            <pc:sldMk cId="1293157718" sldId="304"/>
            <ac:spMk id="15" creationId="{240769FE-ED13-4110-8042-E919FF86B662}"/>
          </ac:spMkLst>
        </pc:spChg>
        <pc:spChg chg="add mod">
          <ac:chgData name="Josué Silva de Morais" userId="f406c2cd-edfc-4057-be10-75858098c663" providerId="ADAL" clId="{A1824FC7-00A9-4708-B7FB-71BF84356830}" dt="2026-05-11T15:50:12.675" v="10294"/>
          <ac:spMkLst>
            <pc:docMk/>
            <pc:sldMk cId="1293157718" sldId="304"/>
            <ac:spMk id="16" creationId="{E2DF2A1E-8A75-4C7D-BECF-20171D267CA0}"/>
          </ac:spMkLst>
        </pc:spChg>
        <pc:spChg chg="add mod">
          <ac:chgData name="Josué Silva de Morais" userId="f406c2cd-edfc-4057-be10-75858098c663" providerId="ADAL" clId="{A1824FC7-00A9-4708-B7FB-71BF84356830}" dt="2026-05-11T15:50:12.685" v="10301"/>
          <ac:spMkLst>
            <pc:docMk/>
            <pc:sldMk cId="1293157718" sldId="304"/>
            <ac:spMk id="17" creationId="{9586EA12-4FC1-4A98-ACB7-4DDC5FA23449}"/>
          </ac:spMkLst>
        </pc:spChg>
        <pc:spChg chg="add mod">
          <ac:chgData name="Josué Silva de Morais" userId="f406c2cd-edfc-4057-be10-75858098c663" providerId="ADAL" clId="{A1824FC7-00A9-4708-B7FB-71BF84356830}" dt="2026-05-11T15:50:12.698" v="10312"/>
          <ac:spMkLst>
            <pc:docMk/>
            <pc:sldMk cId="1293157718" sldId="304"/>
            <ac:spMk id="18" creationId="{A429E653-6AB2-489F-9893-A8CAA9F16801}"/>
          </ac:spMkLst>
        </pc:spChg>
        <pc:spChg chg="add mod">
          <ac:chgData name="Josué Silva de Morais" userId="f406c2cd-edfc-4057-be10-75858098c663" providerId="ADAL" clId="{A1824FC7-00A9-4708-B7FB-71BF84356830}" dt="2026-05-11T15:50:12.707" v="10319"/>
          <ac:spMkLst>
            <pc:docMk/>
            <pc:sldMk cId="1293157718" sldId="304"/>
            <ac:spMk id="19" creationId="{C40C5597-4FE8-40C4-9BDF-B5CC31F4FE01}"/>
          </ac:spMkLst>
        </pc:spChg>
        <pc:spChg chg="add mod">
          <ac:chgData name="Josué Silva de Morais" userId="f406c2cd-edfc-4057-be10-75858098c663" providerId="ADAL" clId="{A1824FC7-00A9-4708-B7FB-71BF84356830}" dt="2026-05-11T15:50:12.716" v="10325"/>
          <ac:spMkLst>
            <pc:docMk/>
            <pc:sldMk cId="1293157718" sldId="304"/>
            <ac:spMk id="20" creationId="{3AC22DFD-8A06-4B81-A522-F935455B7E7C}"/>
          </ac:spMkLst>
        </pc:spChg>
        <pc:spChg chg="add mod">
          <ac:chgData name="Josué Silva de Morais" userId="f406c2cd-edfc-4057-be10-75858098c663" providerId="ADAL" clId="{A1824FC7-00A9-4708-B7FB-71BF84356830}" dt="2026-05-11T15:50:12.722" v="10332"/>
          <ac:spMkLst>
            <pc:docMk/>
            <pc:sldMk cId="1293157718" sldId="304"/>
            <ac:spMk id="21" creationId="{1ACD2E84-6B08-4591-844D-CB5F17318088}"/>
          </ac:spMkLst>
        </pc:spChg>
        <pc:spChg chg="add mod">
          <ac:chgData name="Josué Silva de Morais" userId="f406c2cd-edfc-4057-be10-75858098c663" providerId="ADAL" clId="{A1824FC7-00A9-4708-B7FB-71BF84356830}" dt="2026-05-11T15:50:12.729" v="10338"/>
          <ac:spMkLst>
            <pc:docMk/>
            <pc:sldMk cId="1293157718" sldId="304"/>
            <ac:spMk id="22" creationId="{143ADC82-5AC7-4ABC-A76A-620AAA324D02}"/>
          </ac:spMkLst>
        </pc:spChg>
        <pc:spChg chg="add mod">
          <ac:chgData name="Josué Silva de Morais" userId="f406c2cd-edfc-4057-be10-75858098c663" providerId="ADAL" clId="{A1824FC7-00A9-4708-B7FB-71BF84356830}" dt="2026-05-11T15:50:12.735" v="10342"/>
          <ac:spMkLst>
            <pc:docMk/>
            <pc:sldMk cId="1293157718" sldId="304"/>
            <ac:spMk id="23" creationId="{E2083888-CD12-4529-A6FA-72D896771A54}"/>
          </ac:spMkLst>
        </pc:spChg>
        <pc:spChg chg="add mod">
          <ac:chgData name="Josué Silva de Morais" userId="f406c2cd-edfc-4057-be10-75858098c663" providerId="ADAL" clId="{A1824FC7-00A9-4708-B7FB-71BF84356830}" dt="2026-05-11T15:50:12.736" v="10345"/>
          <ac:spMkLst>
            <pc:docMk/>
            <pc:sldMk cId="1293157718" sldId="304"/>
            <ac:spMk id="24" creationId="{C6AE4E01-E079-4AC3-BE76-09328BCB47C8}"/>
          </ac:spMkLst>
        </pc:spChg>
        <pc:spChg chg="add mod">
          <ac:chgData name="Josué Silva de Morais" userId="f406c2cd-edfc-4057-be10-75858098c663" providerId="ADAL" clId="{A1824FC7-00A9-4708-B7FB-71BF84356830}" dt="2026-05-11T15:50:12.744" v="10352"/>
          <ac:spMkLst>
            <pc:docMk/>
            <pc:sldMk cId="1293157718" sldId="304"/>
            <ac:spMk id="25" creationId="{B1EA30E2-D80A-4452-A646-5343E7EA2E50}"/>
          </ac:spMkLst>
        </pc:spChg>
        <pc:spChg chg="add mod">
          <ac:chgData name="Josué Silva de Morais" userId="f406c2cd-edfc-4057-be10-75858098c663" providerId="ADAL" clId="{A1824FC7-00A9-4708-B7FB-71BF84356830}" dt="2026-05-11T15:50:12.753" v="10359"/>
          <ac:spMkLst>
            <pc:docMk/>
            <pc:sldMk cId="1293157718" sldId="304"/>
            <ac:spMk id="26" creationId="{1BC7410C-C65A-4183-BA0E-4F72165FFFA1}"/>
          </ac:spMkLst>
        </pc:spChg>
        <pc:spChg chg="add mod">
          <ac:chgData name="Josué Silva de Morais" userId="f406c2cd-edfc-4057-be10-75858098c663" providerId="ADAL" clId="{A1824FC7-00A9-4708-B7FB-71BF84356830}" dt="2026-05-11T15:50:12.764" v="10370"/>
          <ac:spMkLst>
            <pc:docMk/>
            <pc:sldMk cId="1293157718" sldId="304"/>
            <ac:spMk id="27" creationId="{65E234D4-088D-4172-AA8D-BDD6ADB5F67C}"/>
          </ac:spMkLst>
        </pc:spChg>
        <pc:spChg chg="add mod">
          <ac:chgData name="Josué Silva de Morais" userId="f406c2cd-edfc-4057-be10-75858098c663" providerId="ADAL" clId="{A1824FC7-00A9-4708-B7FB-71BF84356830}" dt="2026-05-11T15:50:12.774" v="10377"/>
          <ac:spMkLst>
            <pc:docMk/>
            <pc:sldMk cId="1293157718" sldId="304"/>
            <ac:spMk id="28" creationId="{EA551846-20EC-4CFB-97A7-939227D9C24B}"/>
          </ac:spMkLst>
        </pc:spChg>
        <pc:spChg chg="add mod">
          <ac:chgData name="Josué Silva de Morais" userId="f406c2cd-edfc-4057-be10-75858098c663" providerId="ADAL" clId="{A1824FC7-00A9-4708-B7FB-71BF84356830}" dt="2026-05-11T15:50:12.780" v="10383"/>
          <ac:spMkLst>
            <pc:docMk/>
            <pc:sldMk cId="1293157718" sldId="304"/>
            <ac:spMk id="29" creationId="{6334D2C2-0A08-4704-8504-FFC05985E469}"/>
          </ac:spMkLst>
        </pc:spChg>
        <pc:spChg chg="add mod">
          <ac:chgData name="Josué Silva de Morais" userId="f406c2cd-edfc-4057-be10-75858098c663" providerId="ADAL" clId="{A1824FC7-00A9-4708-B7FB-71BF84356830}" dt="2026-05-11T15:50:12.790" v="10390"/>
          <ac:spMkLst>
            <pc:docMk/>
            <pc:sldMk cId="1293157718" sldId="304"/>
            <ac:spMk id="30" creationId="{A87E50C2-2AEA-4E81-A25D-B79F88494D2A}"/>
          </ac:spMkLst>
        </pc:spChg>
        <pc:spChg chg="add mod">
          <ac:chgData name="Josué Silva de Morais" userId="f406c2cd-edfc-4057-be10-75858098c663" providerId="ADAL" clId="{A1824FC7-00A9-4708-B7FB-71BF84356830}" dt="2026-05-11T15:50:12.796" v="10396"/>
          <ac:spMkLst>
            <pc:docMk/>
            <pc:sldMk cId="1293157718" sldId="304"/>
            <ac:spMk id="31" creationId="{861113C4-DB60-4F7F-A875-85E5161D7EED}"/>
          </ac:spMkLst>
        </pc:spChg>
        <pc:spChg chg="add mod">
          <ac:chgData name="Josué Silva de Morais" userId="f406c2cd-edfc-4057-be10-75858098c663" providerId="ADAL" clId="{A1824FC7-00A9-4708-B7FB-71BF84356830}" dt="2026-05-11T15:50:12.800" v="10400"/>
          <ac:spMkLst>
            <pc:docMk/>
            <pc:sldMk cId="1293157718" sldId="304"/>
            <ac:spMk id="32" creationId="{086573C6-9D90-4D40-883B-AE836855390D}"/>
          </ac:spMkLst>
        </pc:spChg>
        <pc:spChg chg="add mod">
          <ac:chgData name="Josué Silva de Morais" userId="f406c2cd-edfc-4057-be10-75858098c663" providerId="ADAL" clId="{A1824FC7-00A9-4708-B7FB-71BF84356830}" dt="2026-05-11T15:50:12.804" v="10403"/>
          <ac:spMkLst>
            <pc:docMk/>
            <pc:sldMk cId="1293157718" sldId="304"/>
            <ac:spMk id="33" creationId="{C2544309-6800-4878-AA2C-3E61A101C2B1}"/>
          </ac:spMkLst>
        </pc:spChg>
        <pc:spChg chg="add mod">
          <ac:chgData name="Josué Silva de Morais" userId="f406c2cd-edfc-4057-be10-75858098c663" providerId="ADAL" clId="{A1824FC7-00A9-4708-B7FB-71BF84356830}" dt="2026-05-11T15:50:12.810" v="10410"/>
          <ac:spMkLst>
            <pc:docMk/>
            <pc:sldMk cId="1293157718" sldId="304"/>
            <ac:spMk id="34" creationId="{1F9767F4-9917-4230-A1F9-B71DDF9710E8}"/>
          </ac:spMkLst>
        </pc:spChg>
        <pc:spChg chg="add mod">
          <ac:chgData name="Josué Silva de Morais" userId="f406c2cd-edfc-4057-be10-75858098c663" providerId="ADAL" clId="{A1824FC7-00A9-4708-B7FB-71BF84356830}" dt="2026-05-11T15:50:12.819" v="10417"/>
          <ac:spMkLst>
            <pc:docMk/>
            <pc:sldMk cId="1293157718" sldId="304"/>
            <ac:spMk id="35" creationId="{8D0EFA42-4336-4AC5-BD80-77F294524A77}"/>
          </ac:spMkLst>
        </pc:spChg>
        <pc:spChg chg="add mod">
          <ac:chgData name="Josué Silva de Morais" userId="f406c2cd-edfc-4057-be10-75858098c663" providerId="ADAL" clId="{A1824FC7-00A9-4708-B7FB-71BF84356830}" dt="2026-05-11T15:50:12.830" v="10428"/>
          <ac:spMkLst>
            <pc:docMk/>
            <pc:sldMk cId="1293157718" sldId="304"/>
            <ac:spMk id="36" creationId="{3A142CD4-FB8E-40EC-98B4-D8A377BAE71D}"/>
          </ac:spMkLst>
        </pc:spChg>
        <pc:spChg chg="add mod">
          <ac:chgData name="Josué Silva de Morais" userId="f406c2cd-edfc-4057-be10-75858098c663" providerId="ADAL" clId="{A1824FC7-00A9-4708-B7FB-71BF84356830}" dt="2026-05-11T15:50:12.838" v="10435"/>
          <ac:spMkLst>
            <pc:docMk/>
            <pc:sldMk cId="1293157718" sldId="304"/>
            <ac:spMk id="37" creationId="{C4FACF34-0637-4A61-BCDB-FB1B5F65E9B9}"/>
          </ac:spMkLst>
        </pc:spChg>
        <pc:spChg chg="add mod">
          <ac:chgData name="Josué Silva de Morais" userId="f406c2cd-edfc-4057-be10-75858098c663" providerId="ADAL" clId="{A1824FC7-00A9-4708-B7FB-71BF84356830}" dt="2026-05-11T15:50:12.844" v="10441"/>
          <ac:spMkLst>
            <pc:docMk/>
            <pc:sldMk cId="1293157718" sldId="304"/>
            <ac:spMk id="38" creationId="{030BA05A-E1CE-4411-8A66-0A57E6E89DBC}"/>
          </ac:spMkLst>
        </pc:spChg>
        <pc:spChg chg="add mod">
          <ac:chgData name="Josué Silva de Morais" userId="f406c2cd-edfc-4057-be10-75858098c663" providerId="ADAL" clId="{A1824FC7-00A9-4708-B7FB-71BF84356830}" dt="2026-05-11T15:50:12.852" v="10448"/>
          <ac:spMkLst>
            <pc:docMk/>
            <pc:sldMk cId="1293157718" sldId="304"/>
            <ac:spMk id="39" creationId="{BE05F8D6-5FA7-4686-9E5F-1C751F82FF79}"/>
          </ac:spMkLst>
        </pc:spChg>
        <pc:spChg chg="add mod">
          <ac:chgData name="Josué Silva de Morais" userId="f406c2cd-edfc-4057-be10-75858098c663" providerId="ADAL" clId="{A1824FC7-00A9-4708-B7FB-71BF84356830}" dt="2026-05-11T15:50:12.860" v="10454"/>
          <ac:spMkLst>
            <pc:docMk/>
            <pc:sldMk cId="1293157718" sldId="304"/>
            <ac:spMk id="40" creationId="{CEFAE97E-4567-407A-897A-BA2154892855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50:49.328" v="10684"/>
        <pc:sldMkLst>
          <pc:docMk/>
          <pc:sldMk cId="346395483" sldId="305"/>
        </pc:sldMkLst>
        <pc:spChg chg="add mod">
          <ac:chgData name="Josué Silva de Morais" userId="f406c2cd-edfc-4057-be10-75858098c663" providerId="ADAL" clId="{A1824FC7-00A9-4708-B7FB-71BF84356830}" dt="2026-05-11T15:50:49.057" v="10458"/>
          <ac:spMkLst>
            <pc:docMk/>
            <pc:sldMk cId="346395483" sldId="305"/>
            <ac:spMk id="2" creationId="{338AD4E9-A513-4802-ACDB-B8D0EB51EDE8}"/>
          </ac:spMkLst>
        </pc:spChg>
        <pc:spChg chg="add mod">
          <ac:chgData name="Josué Silva de Morais" userId="f406c2cd-edfc-4057-be10-75858098c663" providerId="ADAL" clId="{A1824FC7-00A9-4708-B7FB-71BF84356830}" dt="2026-05-11T15:50:49.069" v="10465"/>
          <ac:spMkLst>
            <pc:docMk/>
            <pc:sldMk cId="346395483" sldId="305"/>
            <ac:spMk id="3" creationId="{EEA34472-F59A-449B-9059-12FECE216E0F}"/>
          </ac:spMkLst>
        </pc:spChg>
        <pc:spChg chg="add mod">
          <ac:chgData name="Josué Silva de Morais" userId="f406c2cd-edfc-4057-be10-75858098c663" providerId="ADAL" clId="{A1824FC7-00A9-4708-B7FB-71BF84356830}" dt="2026-05-11T15:50:49.076" v="10471"/>
          <ac:spMkLst>
            <pc:docMk/>
            <pc:sldMk cId="346395483" sldId="305"/>
            <ac:spMk id="4" creationId="{E73BB745-4188-4D9C-BB64-03618C820184}"/>
          </ac:spMkLst>
        </pc:spChg>
        <pc:spChg chg="add mod">
          <ac:chgData name="Josué Silva de Morais" userId="f406c2cd-edfc-4057-be10-75858098c663" providerId="ADAL" clId="{A1824FC7-00A9-4708-B7FB-71BF84356830}" dt="2026-05-11T15:50:49.079" v="10475"/>
          <ac:spMkLst>
            <pc:docMk/>
            <pc:sldMk cId="346395483" sldId="305"/>
            <ac:spMk id="5" creationId="{27CA8DD4-AD39-423D-95E3-BFFF6EAC9F92}"/>
          </ac:spMkLst>
        </pc:spChg>
        <pc:spChg chg="add mod">
          <ac:chgData name="Josué Silva de Morais" userId="f406c2cd-edfc-4057-be10-75858098c663" providerId="ADAL" clId="{A1824FC7-00A9-4708-B7FB-71BF84356830}" dt="2026-05-11T15:50:49.083" v="10478"/>
          <ac:spMkLst>
            <pc:docMk/>
            <pc:sldMk cId="346395483" sldId="305"/>
            <ac:spMk id="6" creationId="{A3F5DAC1-FEED-450A-B7F7-E4C4646A7C5D}"/>
          </ac:spMkLst>
        </pc:spChg>
        <pc:spChg chg="add mod">
          <ac:chgData name="Josué Silva de Morais" userId="f406c2cd-edfc-4057-be10-75858098c663" providerId="ADAL" clId="{A1824FC7-00A9-4708-B7FB-71BF84356830}" dt="2026-05-11T15:50:49.097" v="10489"/>
          <ac:spMkLst>
            <pc:docMk/>
            <pc:sldMk cId="346395483" sldId="305"/>
            <ac:spMk id="7" creationId="{E417226B-9C31-4DB3-8509-2365517A2BDB}"/>
          </ac:spMkLst>
        </pc:spChg>
        <pc:spChg chg="add mod">
          <ac:chgData name="Josué Silva de Morais" userId="f406c2cd-edfc-4057-be10-75858098c663" providerId="ADAL" clId="{A1824FC7-00A9-4708-B7FB-71BF84356830}" dt="2026-05-11T15:50:49.106" v="10496"/>
          <ac:spMkLst>
            <pc:docMk/>
            <pc:sldMk cId="346395483" sldId="305"/>
            <ac:spMk id="8" creationId="{E76BEF8F-3CD0-4A2F-BDBB-93E26F0A57D1}"/>
          </ac:spMkLst>
        </pc:spChg>
        <pc:spChg chg="add mod">
          <ac:chgData name="Josué Silva de Morais" userId="f406c2cd-edfc-4057-be10-75858098c663" providerId="ADAL" clId="{A1824FC7-00A9-4708-B7FB-71BF84356830}" dt="2026-05-11T15:50:49.113" v="10502"/>
          <ac:spMkLst>
            <pc:docMk/>
            <pc:sldMk cId="346395483" sldId="305"/>
            <ac:spMk id="9" creationId="{AC139ABA-FCC2-492A-8F05-05CE6CB936CA}"/>
          </ac:spMkLst>
        </pc:spChg>
        <pc:spChg chg="add mod">
          <ac:chgData name="Josué Silva de Morais" userId="f406c2cd-edfc-4057-be10-75858098c663" providerId="ADAL" clId="{A1824FC7-00A9-4708-B7FB-71BF84356830}" dt="2026-05-11T15:50:49.116" v="10506"/>
          <ac:spMkLst>
            <pc:docMk/>
            <pc:sldMk cId="346395483" sldId="305"/>
            <ac:spMk id="10" creationId="{E1DA2E9B-304F-42CD-885A-BBA015BC5028}"/>
          </ac:spMkLst>
        </pc:spChg>
        <pc:spChg chg="add mod">
          <ac:chgData name="Josué Silva de Morais" userId="f406c2cd-edfc-4057-be10-75858098c663" providerId="ADAL" clId="{A1824FC7-00A9-4708-B7FB-71BF84356830}" dt="2026-05-11T15:50:49.120" v="10509"/>
          <ac:spMkLst>
            <pc:docMk/>
            <pc:sldMk cId="346395483" sldId="305"/>
            <ac:spMk id="11" creationId="{C55441C0-6837-4386-B5E7-A66EB5F23F37}"/>
          </ac:spMkLst>
        </pc:spChg>
        <pc:spChg chg="add mod">
          <ac:chgData name="Josué Silva de Morais" userId="f406c2cd-edfc-4057-be10-75858098c663" providerId="ADAL" clId="{A1824FC7-00A9-4708-B7FB-71BF84356830}" dt="2026-05-11T15:50:49.131" v="10520"/>
          <ac:spMkLst>
            <pc:docMk/>
            <pc:sldMk cId="346395483" sldId="305"/>
            <ac:spMk id="12" creationId="{D6A9E17A-70D8-4D82-BBED-31C39BB3D0FD}"/>
          </ac:spMkLst>
        </pc:spChg>
        <pc:spChg chg="add mod">
          <ac:chgData name="Josué Silva de Morais" userId="f406c2cd-edfc-4057-be10-75858098c663" providerId="ADAL" clId="{A1824FC7-00A9-4708-B7FB-71BF84356830}" dt="2026-05-11T15:50:49.141" v="10527"/>
          <ac:spMkLst>
            <pc:docMk/>
            <pc:sldMk cId="346395483" sldId="305"/>
            <ac:spMk id="13" creationId="{DA54619B-0EDA-478A-BD07-A18CACE0C60A}"/>
          </ac:spMkLst>
        </pc:spChg>
        <pc:spChg chg="add mod">
          <ac:chgData name="Josué Silva de Morais" userId="f406c2cd-edfc-4057-be10-75858098c663" providerId="ADAL" clId="{A1824FC7-00A9-4708-B7FB-71BF84356830}" dt="2026-05-11T15:50:49.147" v="10533"/>
          <ac:spMkLst>
            <pc:docMk/>
            <pc:sldMk cId="346395483" sldId="305"/>
            <ac:spMk id="14" creationId="{E803D115-546C-4B34-BAAA-C2E94F8B822A}"/>
          </ac:spMkLst>
        </pc:spChg>
        <pc:spChg chg="add mod">
          <ac:chgData name="Josué Silva de Morais" userId="f406c2cd-edfc-4057-be10-75858098c663" providerId="ADAL" clId="{A1824FC7-00A9-4708-B7FB-71BF84356830}" dt="2026-05-11T15:50:49.150" v="10537"/>
          <ac:spMkLst>
            <pc:docMk/>
            <pc:sldMk cId="346395483" sldId="305"/>
            <ac:spMk id="15" creationId="{106EF571-F15E-450C-9C59-BE982B56BB54}"/>
          </ac:spMkLst>
        </pc:spChg>
        <pc:spChg chg="add mod">
          <ac:chgData name="Josué Silva de Morais" userId="f406c2cd-edfc-4057-be10-75858098c663" providerId="ADAL" clId="{A1824FC7-00A9-4708-B7FB-71BF84356830}" dt="2026-05-11T15:50:49.154" v="10540"/>
          <ac:spMkLst>
            <pc:docMk/>
            <pc:sldMk cId="346395483" sldId="305"/>
            <ac:spMk id="16" creationId="{69F73614-874F-449F-9C82-E58B28EEF173}"/>
          </ac:spMkLst>
        </pc:spChg>
        <pc:spChg chg="add mod">
          <ac:chgData name="Josué Silva de Morais" userId="f406c2cd-edfc-4057-be10-75858098c663" providerId="ADAL" clId="{A1824FC7-00A9-4708-B7FB-71BF84356830}" dt="2026-05-11T15:50:49.165" v="10551"/>
          <ac:spMkLst>
            <pc:docMk/>
            <pc:sldMk cId="346395483" sldId="305"/>
            <ac:spMk id="17" creationId="{7BD54D7A-3351-4755-8401-8917F89FFBCA}"/>
          </ac:spMkLst>
        </pc:spChg>
        <pc:spChg chg="add mod">
          <ac:chgData name="Josué Silva de Morais" userId="f406c2cd-edfc-4057-be10-75858098c663" providerId="ADAL" clId="{A1824FC7-00A9-4708-B7FB-71BF84356830}" dt="2026-05-11T15:50:49.176" v="10558"/>
          <ac:spMkLst>
            <pc:docMk/>
            <pc:sldMk cId="346395483" sldId="305"/>
            <ac:spMk id="18" creationId="{1B5698A3-0554-4A95-A895-A86A08C02C9F}"/>
          </ac:spMkLst>
        </pc:spChg>
        <pc:spChg chg="add mod">
          <ac:chgData name="Josué Silva de Morais" userId="f406c2cd-edfc-4057-be10-75858098c663" providerId="ADAL" clId="{A1824FC7-00A9-4708-B7FB-71BF84356830}" dt="2026-05-11T15:50:49.183" v="10564"/>
          <ac:spMkLst>
            <pc:docMk/>
            <pc:sldMk cId="346395483" sldId="305"/>
            <ac:spMk id="19" creationId="{5C419FB9-0E36-4419-9491-548D1A940BF6}"/>
          </ac:spMkLst>
        </pc:spChg>
        <pc:spChg chg="add mod">
          <ac:chgData name="Josué Silva de Morais" userId="f406c2cd-edfc-4057-be10-75858098c663" providerId="ADAL" clId="{A1824FC7-00A9-4708-B7FB-71BF84356830}" dt="2026-05-11T15:50:49.186" v="10568"/>
          <ac:spMkLst>
            <pc:docMk/>
            <pc:sldMk cId="346395483" sldId="305"/>
            <ac:spMk id="20" creationId="{1FA1A965-806B-4BCD-B0F6-4D9B9B5E797B}"/>
          </ac:spMkLst>
        </pc:spChg>
        <pc:spChg chg="add mod">
          <ac:chgData name="Josué Silva de Morais" userId="f406c2cd-edfc-4057-be10-75858098c663" providerId="ADAL" clId="{A1824FC7-00A9-4708-B7FB-71BF84356830}" dt="2026-05-11T15:50:49.190" v="10571"/>
          <ac:spMkLst>
            <pc:docMk/>
            <pc:sldMk cId="346395483" sldId="305"/>
            <ac:spMk id="21" creationId="{D460E912-C579-4E89-BED1-515686F009F4}"/>
          </ac:spMkLst>
        </pc:spChg>
        <pc:spChg chg="add mod">
          <ac:chgData name="Josué Silva de Morais" userId="f406c2cd-edfc-4057-be10-75858098c663" providerId="ADAL" clId="{A1824FC7-00A9-4708-B7FB-71BF84356830}" dt="2026-05-11T15:50:49.204" v="10582"/>
          <ac:spMkLst>
            <pc:docMk/>
            <pc:sldMk cId="346395483" sldId="305"/>
            <ac:spMk id="22" creationId="{1037D60C-34AB-4159-A0A6-FCE6BDE3E95C}"/>
          </ac:spMkLst>
        </pc:spChg>
        <pc:spChg chg="add mod">
          <ac:chgData name="Josué Silva de Morais" userId="f406c2cd-edfc-4057-be10-75858098c663" providerId="ADAL" clId="{A1824FC7-00A9-4708-B7FB-71BF84356830}" dt="2026-05-11T15:50:49.213" v="10589"/>
          <ac:spMkLst>
            <pc:docMk/>
            <pc:sldMk cId="346395483" sldId="305"/>
            <ac:spMk id="23" creationId="{77D5E9D5-0DAA-4111-B8B3-63C9C07DB833}"/>
          </ac:spMkLst>
        </pc:spChg>
        <pc:spChg chg="add mod">
          <ac:chgData name="Josué Silva de Morais" userId="f406c2cd-edfc-4057-be10-75858098c663" providerId="ADAL" clId="{A1824FC7-00A9-4708-B7FB-71BF84356830}" dt="2026-05-11T15:50:49.219" v="10595"/>
          <ac:spMkLst>
            <pc:docMk/>
            <pc:sldMk cId="346395483" sldId="305"/>
            <ac:spMk id="24" creationId="{125917A7-E4CD-40EE-8BE0-0D750179164E}"/>
          </ac:spMkLst>
        </pc:spChg>
        <pc:spChg chg="add mod">
          <ac:chgData name="Josué Silva de Morais" userId="f406c2cd-edfc-4057-be10-75858098c663" providerId="ADAL" clId="{A1824FC7-00A9-4708-B7FB-71BF84356830}" dt="2026-05-11T15:50:49.222" v="10599"/>
          <ac:spMkLst>
            <pc:docMk/>
            <pc:sldMk cId="346395483" sldId="305"/>
            <ac:spMk id="25" creationId="{3FB5DA49-04C1-4F6B-B5CA-1355C29FC998}"/>
          </ac:spMkLst>
        </pc:spChg>
        <pc:spChg chg="add mod">
          <ac:chgData name="Josué Silva de Morais" userId="f406c2cd-edfc-4057-be10-75858098c663" providerId="ADAL" clId="{A1824FC7-00A9-4708-B7FB-71BF84356830}" dt="2026-05-11T15:50:49.228" v="10602"/>
          <ac:spMkLst>
            <pc:docMk/>
            <pc:sldMk cId="346395483" sldId="305"/>
            <ac:spMk id="26" creationId="{E34E913B-72B0-4386-9496-3036BF1552F0}"/>
          </ac:spMkLst>
        </pc:spChg>
        <pc:spChg chg="add mod">
          <ac:chgData name="Josué Silva de Morais" userId="f406c2cd-edfc-4057-be10-75858098c663" providerId="ADAL" clId="{A1824FC7-00A9-4708-B7FB-71BF84356830}" dt="2026-05-11T15:50:49.241" v="10613"/>
          <ac:spMkLst>
            <pc:docMk/>
            <pc:sldMk cId="346395483" sldId="305"/>
            <ac:spMk id="27" creationId="{7FEB208B-C1A7-4B07-9F29-F004D4DFF1C0}"/>
          </ac:spMkLst>
        </pc:spChg>
        <pc:spChg chg="add mod">
          <ac:chgData name="Josué Silva de Morais" userId="f406c2cd-edfc-4057-be10-75858098c663" providerId="ADAL" clId="{A1824FC7-00A9-4708-B7FB-71BF84356830}" dt="2026-05-11T15:50:49.250" v="10620"/>
          <ac:spMkLst>
            <pc:docMk/>
            <pc:sldMk cId="346395483" sldId="305"/>
            <ac:spMk id="28" creationId="{2D985C5C-7784-49C8-94C1-98CE26E779A8}"/>
          </ac:spMkLst>
        </pc:spChg>
        <pc:spChg chg="add mod">
          <ac:chgData name="Josué Silva de Morais" userId="f406c2cd-edfc-4057-be10-75858098c663" providerId="ADAL" clId="{A1824FC7-00A9-4708-B7FB-71BF84356830}" dt="2026-05-11T15:50:49.256" v="10626"/>
          <ac:spMkLst>
            <pc:docMk/>
            <pc:sldMk cId="346395483" sldId="305"/>
            <ac:spMk id="29" creationId="{FE3691F0-3DDE-47D8-A532-E5D6797FEF76}"/>
          </ac:spMkLst>
        </pc:spChg>
        <pc:spChg chg="add mod">
          <ac:chgData name="Josué Silva de Morais" userId="f406c2cd-edfc-4057-be10-75858098c663" providerId="ADAL" clId="{A1824FC7-00A9-4708-B7FB-71BF84356830}" dt="2026-05-11T15:50:49.259" v="10630"/>
          <ac:spMkLst>
            <pc:docMk/>
            <pc:sldMk cId="346395483" sldId="305"/>
            <ac:spMk id="30" creationId="{80518199-77B8-41A6-8260-D69468D9247E}"/>
          </ac:spMkLst>
        </pc:spChg>
        <pc:spChg chg="add mod">
          <ac:chgData name="Josué Silva de Morais" userId="f406c2cd-edfc-4057-be10-75858098c663" providerId="ADAL" clId="{A1824FC7-00A9-4708-B7FB-71BF84356830}" dt="2026-05-11T15:50:49.265" v="10633"/>
          <ac:spMkLst>
            <pc:docMk/>
            <pc:sldMk cId="346395483" sldId="305"/>
            <ac:spMk id="31" creationId="{3FF84291-6A22-49A0-BE1B-D4D45793DBF2}"/>
          </ac:spMkLst>
        </pc:spChg>
        <pc:spChg chg="add mod">
          <ac:chgData name="Josué Silva de Morais" userId="f406c2cd-edfc-4057-be10-75858098c663" providerId="ADAL" clId="{A1824FC7-00A9-4708-B7FB-71BF84356830}" dt="2026-05-11T15:50:49.277" v="10644"/>
          <ac:spMkLst>
            <pc:docMk/>
            <pc:sldMk cId="346395483" sldId="305"/>
            <ac:spMk id="32" creationId="{532794BD-CA48-46AC-9D4B-D65BFE3B5887}"/>
          </ac:spMkLst>
        </pc:spChg>
        <pc:spChg chg="add mod">
          <ac:chgData name="Josué Silva de Morais" userId="f406c2cd-edfc-4057-be10-75858098c663" providerId="ADAL" clId="{A1824FC7-00A9-4708-B7FB-71BF84356830}" dt="2026-05-11T15:50:49.286" v="10651"/>
          <ac:spMkLst>
            <pc:docMk/>
            <pc:sldMk cId="346395483" sldId="305"/>
            <ac:spMk id="33" creationId="{CB2FC12F-43B5-4D0A-BF5A-D39121D570AF}"/>
          </ac:spMkLst>
        </pc:spChg>
        <pc:spChg chg="add mod">
          <ac:chgData name="Josué Silva de Morais" userId="f406c2cd-edfc-4057-be10-75858098c663" providerId="ADAL" clId="{A1824FC7-00A9-4708-B7FB-71BF84356830}" dt="2026-05-11T15:50:49.294" v="10657"/>
          <ac:spMkLst>
            <pc:docMk/>
            <pc:sldMk cId="346395483" sldId="305"/>
            <ac:spMk id="34" creationId="{A3E873E1-CB60-45C1-A97F-A2D94FC0D61C}"/>
          </ac:spMkLst>
        </pc:spChg>
        <pc:spChg chg="add mod">
          <ac:chgData name="Josué Silva de Morais" userId="f406c2cd-edfc-4057-be10-75858098c663" providerId="ADAL" clId="{A1824FC7-00A9-4708-B7FB-71BF84356830}" dt="2026-05-11T15:50:49.300" v="10660"/>
          <ac:spMkLst>
            <pc:docMk/>
            <pc:sldMk cId="346395483" sldId="305"/>
            <ac:spMk id="35" creationId="{E32D5062-063F-4CF9-8FDE-C9CA36576EF0}"/>
          </ac:spMkLst>
        </pc:spChg>
        <pc:spChg chg="add mod">
          <ac:chgData name="Josué Silva de Morais" userId="f406c2cd-edfc-4057-be10-75858098c663" providerId="ADAL" clId="{A1824FC7-00A9-4708-B7FB-71BF84356830}" dt="2026-05-11T15:50:49.310" v="10671"/>
          <ac:spMkLst>
            <pc:docMk/>
            <pc:sldMk cId="346395483" sldId="305"/>
            <ac:spMk id="36" creationId="{ED172F17-7A40-4F90-B87A-DC3A46460678}"/>
          </ac:spMkLst>
        </pc:spChg>
        <pc:spChg chg="add mod">
          <ac:chgData name="Josué Silva de Morais" userId="f406c2cd-edfc-4057-be10-75858098c663" providerId="ADAL" clId="{A1824FC7-00A9-4708-B7FB-71BF84356830}" dt="2026-05-11T15:50:49.320" v="10678"/>
          <ac:spMkLst>
            <pc:docMk/>
            <pc:sldMk cId="346395483" sldId="305"/>
            <ac:spMk id="37" creationId="{5098F81B-B4CD-43DF-AB27-6054D61D5F90}"/>
          </ac:spMkLst>
        </pc:spChg>
        <pc:spChg chg="add mod">
          <ac:chgData name="Josué Silva de Morais" userId="f406c2cd-edfc-4057-be10-75858098c663" providerId="ADAL" clId="{A1824FC7-00A9-4708-B7FB-71BF84356830}" dt="2026-05-11T15:50:49.328" v="10684"/>
          <ac:spMkLst>
            <pc:docMk/>
            <pc:sldMk cId="346395483" sldId="305"/>
            <ac:spMk id="38" creationId="{DDC85408-0E6A-4F3C-92FA-E9D25AC26AF3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51:32.475" v="10866"/>
        <pc:sldMkLst>
          <pc:docMk/>
          <pc:sldMk cId="12578562" sldId="306"/>
        </pc:sldMkLst>
        <pc:spChg chg="add mod">
          <ac:chgData name="Josué Silva de Morais" userId="f406c2cd-edfc-4057-be10-75858098c663" providerId="ADAL" clId="{A1824FC7-00A9-4708-B7FB-71BF84356830}" dt="2026-05-11T15:51:32.276" v="10688"/>
          <ac:spMkLst>
            <pc:docMk/>
            <pc:sldMk cId="12578562" sldId="306"/>
            <ac:spMk id="2" creationId="{6291956D-80DA-4DDD-8D6C-160AD9222120}"/>
          </ac:spMkLst>
        </pc:spChg>
        <pc:spChg chg="add mod">
          <ac:chgData name="Josué Silva de Morais" userId="f406c2cd-edfc-4057-be10-75858098c663" providerId="ADAL" clId="{A1824FC7-00A9-4708-B7FB-71BF84356830}" dt="2026-05-11T15:51:32.283" v="10695"/>
          <ac:spMkLst>
            <pc:docMk/>
            <pc:sldMk cId="12578562" sldId="306"/>
            <ac:spMk id="3" creationId="{A9231174-CC00-4C8E-AB57-9FB4EAE081F6}"/>
          </ac:spMkLst>
        </pc:spChg>
        <pc:spChg chg="add mod">
          <ac:chgData name="Josué Silva de Morais" userId="f406c2cd-edfc-4057-be10-75858098c663" providerId="ADAL" clId="{A1824FC7-00A9-4708-B7FB-71BF84356830}" dt="2026-05-11T15:51:32.292" v="10702"/>
          <ac:spMkLst>
            <pc:docMk/>
            <pc:sldMk cId="12578562" sldId="306"/>
            <ac:spMk id="4" creationId="{CE3ADADA-EB46-413F-A97E-20A05BEF6375}"/>
          </ac:spMkLst>
        </pc:spChg>
        <pc:spChg chg="add mod">
          <ac:chgData name="Josué Silva de Morais" userId="f406c2cd-edfc-4057-be10-75858098c663" providerId="ADAL" clId="{A1824FC7-00A9-4708-B7FB-71BF84356830}" dt="2026-05-11T15:51:32.298" v="10708"/>
          <ac:spMkLst>
            <pc:docMk/>
            <pc:sldMk cId="12578562" sldId="306"/>
            <ac:spMk id="5" creationId="{B1451D12-4822-4AE2-BBC5-3986EEFCB0C2}"/>
          </ac:spMkLst>
        </pc:spChg>
        <pc:spChg chg="add mod">
          <ac:chgData name="Josué Silva de Morais" userId="f406c2cd-edfc-4057-be10-75858098c663" providerId="ADAL" clId="{A1824FC7-00A9-4708-B7FB-71BF84356830}" dt="2026-05-11T15:51:32.310" v="10718"/>
          <ac:spMkLst>
            <pc:docMk/>
            <pc:sldMk cId="12578562" sldId="306"/>
            <ac:spMk id="6" creationId="{284ED91B-1D2B-40A9-AA57-98B5649EC832}"/>
          </ac:spMkLst>
        </pc:spChg>
        <pc:spChg chg="add mod">
          <ac:chgData name="Josué Silva de Morais" userId="f406c2cd-edfc-4057-be10-75858098c663" providerId="ADAL" clId="{A1824FC7-00A9-4708-B7FB-71BF84356830}" dt="2026-05-11T15:51:32.313" v="10722"/>
          <ac:spMkLst>
            <pc:docMk/>
            <pc:sldMk cId="12578562" sldId="306"/>
            <ac:spMk id="7" creationId="{A34C7C43-116E-4B80-BB56-B4D9C0E5FF6D}"/>
          </ac:spMkLst>
        </pc:spChg>
        <pc:spChg chg="add mod">
          <ac:chgData name="Josué Silva de Morais" userId="f406c2cd-edfc-4057-be10-75858098c663" providerId="ADAL" clId="{A1824FC7-00A9-4708-B7FB-71BF84356830}" dt="2026-05-11T15:51:32.326" v="10733"/>
          <ac:spMkLst>
            <pc:docMk/>
            <pc:sldMk cId="12578562" sldId="306"/>
            <ac:spMk id="8" creationId="{FF0DD767-545F-4F12-AD10-94F763C6E66D}"/>
          </ac:spMkLst>
        </pc:spChg>
        <pc:spChg chg="add mod">
          <ac:chgData name="Josué Silva de Morais" userId="f406c2cd-edfc-4057-be10-75858098c663" providerId="ADAL" clId="{A1824FC7-00A9-4708-B7FB-71BF84356830}" dt="2026-05-11T15:51:32.333" v="10740"/>
          <ac:spMkLst>
            <pc:docMk/>
            <pc:sldMk cId="12578562" sldId="306"/>
            <ac:spMk id="9" creationId="{8F818320-4F4E-40F2-913D-76FC948EE8B2}"/>
          </ac:spMkLst>
        </pc:spChg>
        <pc:spChg chg="add mod">
          <ac:chgData name="Josué Silva de Morais" userId="f406c2cd-edfc-4057-be10-75858098c663" providerId="ADAL" clId="{A1824FC7-00A9-4708-B7FB-71BF84356830}" dt="2026-05-11T15:51:32.342" v="10746"/>
          <ac:spMkLst>
            <pc:docMk/>
            <pc:sldMk cId="12578562" sldId="306"/>
            <ac:spMk id="10" creationId="{FB62599A-FF12-4FAE-9CF6-063E2B13A93F}"/>
          </ac:spMkLst>
        </pc:spChg>
        <pc:spChg chg="add mod">
          <ac:chgData name="Josué Silva de Morais" userId="f406c2cd-edfc-4057-be10-75858098c663" providerId="ADAL" clId="{A1824FC7-00A9-4708-B7FB-71BF84356830}" dt="2026-05-11T15:51:32.347" v="10750"/>
          <ac:spMkLst>
            <pc:docMk/>
            <pc:sldMk cId="12578562" sldId="306"/>
            <ac:spMk id="11" creationId="{34F980A6-6B94-4433-9631-F79018547C2C}"/>
          </ac:spMkLst>
        </pc:spChg>
        <pc:spChg chg="add mod">
          <ac:chgData name="Josué Silva de Morais" userId="f406c2cd-edfc-4057-be10-75858098c663" providerId="ADAL" clId="{A1824FC7-00A9-4708-B7FB-71BF84356830}" dt="2026-05-11T15:51:32.358" v="10761"/>
          <ac:spMkLst>
            <pc:docMk/>
            <pc:sldMk cId="12578562" sldId="306"/>
            <ac:spMk id="12" creationId="{37401370-157C-4351-94ED-1627E1D99B0C}"/>
          </ac:spMkLst>
        </pc:spChg>
        <pc:spChg chg="add mod">
          <ac:chgData name="Josué Silva de Morais" userId="f406c2cd-edfc-4057-be10-75858098c663" providerId="ADAL" clId="{A1824FC7-00A9-4708-B7FB-71BF84356830}" dt="2026-05-11T15:51:32.366" v="10768"/>
          <ac:spMkLst>
            <pc:docMk/>
            <pc:sldMk cId="12578562" sldId="306"/>
            <ac:spMk id="13" creationId="{43181D2D-7765-4DDD-BB17-EA47C46EFBC7}"/>
          </ac:spMkLst>
        </pc:spChg>
        <pc:spChg chg="add mod">
          <ac:chgData name="Josué Silva de Morais" userId="f406c2cd-edfc-4057-be10-75858098c663" providerId="ADAL" clId="{A1824FC7-00A9-4708-B7FB-71BF84356830}" dt="2026-05-11T15:51:32.375" v="10774"/>
          <ac:spMkLst>
            <pc:docMk/>
            <pc:sldMk cId="12578562" sldId="306"/>
            <ac:spMk id="14" creationId="{DB971EEC-8504-44B6-82E5-65961478A4D5}"/>
          </ac:spMkLst>
        </pc:spChg>
        <pc:spChg chg="add mod">
          <ac:chgData name="Josué Silva de Morais" userId="f406c2cd-edfc-4057-be10-75858098c663" providerId="ADAL" clId="{A1824FC7-00A9-4708-B7FB-71BF84356830}" dt="2026-05-11T15:51:32.379" v="10778"/>
          <ac:spMkLst>
            <pc:docMk/>
            <pc:sldMk cId="12578562" sldId="306"/>
            <ac:spMk id="15" creationId="{7B6BB34F-BAEC-44B2-92FF-D85EE7CC3FA5}"/>
          </ac:spMkLst>
        </pc:spChg>
        <pc:spChg chg="add mod">
          <ac:chgData name="Josué Silva de Morais" userId="f406c2cd-edfc-4057-be10-75858098c663" providerId="ADAL" clId="{A1824FC7-00A9-4708-B7FB-71BF84356830}" dt="2026-05-11T15:51:32.391" v="10789"/>
          <ac:spMkLst>
            <pc:docMk/>
            <pc:sldMk cId="12578562" sldId="306"/>
            <ac:spMk id="16" creationId="{0F3B17DA-CAF5-4CFF-9F6E-AE62AA48941A}"/>
          </ac:spMkLst>
        </pc:spChg>
        <pc:spChg chg="add mod">
          <ac:chgData name="Josué Silva de Morais" userId="f406c2cd-edfc-4057-be10-75858098c663" providerId="ADAL" clId="{A1824FC7-00A9-4708-B7FB-71BF84356830}" dt="2026-05-11T15:51:32.399" v="10796"/>
          <ac:spMkLst>
            <pc:docMk/>
            <pc:sldMk cId="12578562" sldId="306"/>
            <ac:spMk id="17" creationId="{3BEEBFBA-0DF2-47CD-9C8B-A0299FE743F0}"/>
          </ac:spMkLst>
        </pc:spChg>
        <pc:spChg chg="add mod">
          <ac:chgData name="Josué Silva de Morais" userId="f406c2cd-edfc-4057-be10-75858098c663" providerId="ADAL" clId="{A1824FC7-00A9-4708-B7FB-71BF84356830}" dt="2026-05-11T15:51:32.404" v="10802"/>
          <ac:spMkLst>
            <pc:docMk/>
            <pc:sldMk cId="12578562" sldId="306"/>
            <ac:spMk id="18" creationId="{3F972668-A5F7-4429-8EF5-3F45ACE12F53}"/>
          </ac:spMkLst>
        </pc:spChg>
        <pc:spChg chg="add mod">
          <ac:chgData name="Josué Silva de Morais" userId="f406c2cd-edfc-4057-be10-75858098c663" providerId="ADAL" clId="{A1824FC7-00A9-4708-B7FB-71BF84356830}" dt="2026-05-11T15:51:32.410" v="10806"/>
          <ac:spMkLst>
            <pc:docMk/>
            <pc:sldMk cId="12578562" sldId="306"/>
            <ac:spMk id="19" creationId="{EC9EBF4A-5143-44AF-A1BE-57F389BF0336}"/>
          </ac:spMkLst>
        </pc:spChg>
        <pc:spChg chg="add mod">
          <ac:chgData name="Josué Silva de Morais" userId="f406c2cd-edfc-4057-be10-75858098c663" providerId="ADAL" clId="{A1824FC7-00A9-4708-B7FB-71BF84356830}" dt="2026-05-11T15:51:32.421" v="10817"/>
          <ac:spMkLst>
            <pc:docMk/>
            <pc:sldMk cId="12578562" sldId="306"/>
            <ac:spMk id="20" creationId="{6A404788-484A-478E-B7C2-38A80DA60B2F}"/>
          </ac:spMkLst>
        </pc:spChg>
        <pc:spChg chg="add mod">
          <ac:chgData name="Josué Silva de Morais" userId="f406c2cd-edfc-4057-be10-75858098c663" providerId="ADAL" clId="{A1824FC7-00A9-4708-B7FB-71BF84356830}" dt="2026-05-11T15:51:32.431" v="10824"/>
          <ac:spMkLst>
            <pc:docMk/>
            <pc:sldMk cId="12578562" sldId="306"/>
            <ac:spMk id="21" creationId="{89278DB5-FDDA-42C5-8D4B-D21261E4B72F}"/>
          </ac:spMkLst>
        </pc:spChg>
        <pc:spChg chg="add mod">
          <ac:chgData name="Josué Silva de Morais" userId="f406c2cd-edfc-4057-be10-75858098c663" providerId="ADAL" clId="{A1824FC7-00A9-4708-B7FB-71BF84356830}" dt="2026-05-11T15:51:32.437" v="10830"/>
          <ac:spMkLst>
            <pc:docMk/>
            <pc:sldMk cId="12578562" sldId="306"/>
            <ac:spMk id="22" creationId="{0A566FB9-148F-45FC-9A1E-AE84DD15DB02}"/>
          </ac:spMkLst>
        </pc:spChg>
        <pc:spChg chg="add mod">
          <ac:chgData name="Josué Silva de Morais" userId="f406c2cd-edfc-4057-be10-75858098c663" providerId="ADAL" clId="{A1824FC7-00A9-4708-B7FB-71BF84356830}" dt="2026-05-11T15:51:32.440" v="10833"/>
          <ac:spMkLst>
            <pc:docMk/>
            <pc:sldMk cId="12578562" sldId="306"/>
            <ac:spMk id="23" creationId="{076DF914-8F13-441F-B86D-0E94BA7CF26C}"/>
          </ac:spMkLst>
        </pc:spChg>
        <pc:spChg chg="add mod">
          <ac:chgData name="Josué Silva de Morais" userId="f406c2cd-edfc-4057-be10-75858098c663" providerId="ADAL" clId="{A1824FC7-00A9-4708-B7FB-71BF84356830}" dt="2026-05-11T15:51:32.443" v="10836"/>
          <ac:spMkLst>
            <pc:docMk/>
            <pc:sldMk cId="12578562" sldId="306"/>
            <ac:spMk id="24" creationId="{FBA0960D-13EF-4BAC-8CDE-EA05008BDEB8}"/>
          </ac:spMkLst>
        </pc:spChg>
        <pc:spChg chg="add mod">
          <ac:chgData name="Josué Silva de Morais" userId="f406c2cd-edfc-4057-be10-75858098c663" providerId="ADAL" clId="{A1824FC7-00A9-4708-B7FB-71BF84356830}" dt="2026-05-11T15:51:32.447" v="10839"/>
          <ac:spMkLst>
            <pc:docMk/>
            <pc:sldMk cId="12578562" sldId="306"/>
            <ac:spMk id="25" creationId="{D31DDAEA-7148-41E1-8D47-EF24EB4E87E0}"/>
          </ac:spMkLst>
        </pc:spChg>
        <pc:spChg chg="add mod">
          <ac:chgData name="Josué Silva de Morais" userId="f406c2cd-edfc-4057-be10-75858098c663" providerId="ADAL" clId="{A1824FC7-00A9-4708-B7FB-71BF84356830}" dt="2026-05-11T15:51:32.450" v="10842"/>
          <ac:spMkLst>
            <pc:docMk/>
            <pc:sldMk cId="12578562" sldId="306"/>
            <ac:spMk id="26" creationId="{A8FBF46D-140B-4537-8778-74C34427890E}"/>
          </ac:spMkLst>
        </pc:spChg>
        <pc:spChg chg="add mod">
          <ac:chgData name="Josué Silva de Morais" userId="f406c2cd-edfc-4057-be10-75858098c663" providerId="ADAL" clId="{A1824FC7-00A9-4708-B7FB-71BF84356830}" dt="2026-05-11T15:51:32.452" v="10845"/>
          <ac:spMkLst>
            <pc:docMk/>
            <pc:sldMk cId="12578562" sldId="306"/>
            <ac:spMk id="27" creationId="{3B88F9C8-FAA0-4142-AE49-F9D8D9A66673}"/>
          </ac:spMkLst>
        </pc:spChg>
        <pc:spChg chg="add mod">
          <ac:chgData name="Josué Silva de Morais" userId="f406c2cd-edfc-4057-be10-75858098c663" providerId="ADAL" clId="{A1824FC7-00A9-4708-B7FB-71BF84356830}" dt="2026-05-11T15:51:32.455" v="10848"/>
          <ac:spMkLst>
            <pc:docMk/>
            <pc:sldMk cId="12578562" sldId="306"/>
            <ac:spMk id="28" creationId="{1191CED3-0848-4BD5-807B-B5EF129DB95C}"/>
          </ac:spMkLst>
        </pc:spChg>
        <pc:spChg chg="add mod">
          <ac:chgData name="Josué Silva de Morais" userId="f406c2cd-edfc-4057-be10-75858098c663" providerId="ADAL" clId="{A1824FC7-00A9-4708-B7FB-71BF84356830}" dt="2026-05-11T15:51:32.461" v="10851"/>
          <ac:spMkLst>
            <pc:docMk/>
            <pc:sldMk cId="12578562" sldId="306"/>
            <ac:spMk id="29" creationId="{C2FD5D60-D834-4111-A587-E5DF0187D823}"/>
          </ac:spMkLst>
        </pc:spChg>
        <pc:spChg chg="add mod">
          <ac:chgData name="Josué Silva de Morais" userId="f406c2cd-edfc-4057-be10-75858098c663" providerId="ADAL" clId="{A1824FC7-00A9-4708-B7FB-71BF84356830}" dt="2026-05-11T15:51:32.464" v="10854"/>
          <ac:spMkLst>
            <pc:docMk/>
            <pc:sldMk cId="12578562" sldId="306"/>
            <ac:spMk id="30" creationId="{C756C504-795B-4B61-B3A8-C6194E67B221}"/>
          </ac:spMkLst>
        </pc:spChg>
        <pc:spChg chg="add mod">
          <ac:chgData name="Josué Silva de Morais" userId="f406c2cd-edfc-4057-be10-75858098c663" providerId="ADAL" clId="{A1824FC7-00A9-4708-B7FB-71BF84356830}" dt="2026-05-11T15:51:32.468" v="10857"/>
          <ac:spMkLst>
            <pc:docMk/>
            <pc:sldMk cId="12578562" sldId="306"/>
            <ac:spMk id="31" creationId="{4C456D13-BCA1-44FB-A692-C835F4E718B5}"/>
          </ac:spMkLst>
        </pc:spChg>
        <pc:spChg chg="add mod">
          <ac:chgData name="Josué Silva de Morais" userId="f406c2cd-edfc-4057-be10-75858098c663" providerId="ADAL" clId="{A1824FC7-00A9-4708-B7FB-71BF84356830}" dt="2026-05-11T15:51:32.470" v="10860"/>
          <ac:spMkLst>
            <pc:docMk/>
            <pc:sldMk cId="12578562" sldId="306"/>
            <ac:spMk id="32" creationId="{2B741C72-FFBC-4071-82E7-2003ED645F3C}"/>
          </ac:spMkLst>
        </pc:spChg>
        <pc:spChg chg="add mod">
          <ac:chgData name="Josué Silva de Morais" userId="f406c2cd-edfc-4057-be10-75858098c663" providerId="ADAL" clId="{A1824FC7-00A9-4708-B7FB-71BF84356830}" dt="2026-05-11T15:51:32.472" v="10863"/>
          <ac:spMkLst>
            <pc:docMk/>
            <pc:sldMk cId="12578562" sldId="306"/>
            <ac:spMk id="33" creationId="{333F3F99-8EDC-431B-80C2-739DA6751D5F}"/>
          </ac:spMkLst>
        </pc:spChg>
        <pc:spChg chg="add mod">
          <ac:chgData name="Josué Silva de Morais" userId="f406c2cd-edfc-4057-be10-75858098c663" providerId="ADAL" clId="{A1824FC7-00A9-4708-B7FB-71BF84356830}" dt="2026-05-11T15:51:32.475" v="10866"/>
          <ac:spMkLst>
            <pc:docMk/>
            <pc:sldMk cId="12578562" sldId="306"/>
            <ac:spMk id="34" creationId="{0BC0041B-DCCF-4ADF-9B55-4E010E500A02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52:09.989" v="11071"/>
        <pc:sldMkLst>
          <pc:docMk/>
          <pc:sldMk cId="124748017" sldId="307"/>
        </pc:sldMkLst>
        <pc:spChg chg="add mod">
          <ac:chgData name="Josué Silva de Morais" userId="f406c2cd-edfc-4057-be10-75858098c663" providerId="ADAL" clId="{A1824FC7-00A9-4708-B7FB-71BF84356830}" dt="2026-05-11T15:52:09.741" v="10870"/>
          <ac:spMkLst>
            <pc:docMk/>
            <pc:sldMk cId="124748017" sldId="307"/>
            <ac:spMk id="2" creationId="{A2A6AADB-B3D7-4E02-ADBA-E26EBC647606}"/>
          </ac:spMkLst>
        </pc:spChg>
        <pc:spChg chg="add mod">
          <ac:chgData name="Josué Silva de Morais" userId="f406c2cd-edfc-4057-be10-75858098c663" providerId="ADAL" clId="{A1824FC7-00A9-4708-B7FB-71BF84356830}" dt="2026-05-11T15:52:09.753" v="10877"/>
          <ac:spMkLst>
            <pc:docMk/>
            <pc:sldMk cId="124748017" sldId="307"/>
            <ac:spMk id="3" creationId="{9B650E2B-27A1-4E50-BAA7-7BF8F082243D}"/>
          </ac:spMkLst>
        </pc:spChg>
        <pc:spChg chg="add mod">
          <ac:chgData name="Josué Silva de Morais" userId="f406c2cd-edfc-4057-be10-75858098c663" providerId="ADAL" clId="{A1824FC7-00A9-4708-B7FB-71BF84356830}" dt="2026-05-11T15:52:09.759" v="10883"/>
          <ac:spMkLst>
            <pc:docMk/>
            <pc:sldMk cId="124748017" sldId="307"/>
            <ac:spMk id="4" creationId="{C391ECEA-7566-4DB2-AA5D-29ABB0D9846D}"/>
          </ac:spMkLst>
        </pc:spChg>
        <pc:spChg chg="add mod">
          <ac:chgData name="Josué Silva de Morais" userId="f406c2cd-edfc-4057-be10-75858098c663" providerId="ADAL" clId="{A1824FC7-00A9-4708-B7FB-71BF84356830}" dt="2026-05-11T15:52:09.765" v="10887"/>
          <ac:spMkLst>
            <pc:docMk/>
            <pc:sldMk cId="124748017" sldId="307"/>
            <ac:spMk id="5" creationId="{592B0330-E014-4648-9AA9-17C253A4AC0B}"/>
          </ac:spMkLst>
        </pc:spChg>
        <pc:spChg chg="add mod">
          <ac:chgData name="Josué Silva de Morais" userId="f406c2cd-edfc-4057-be10-75858098c663" providerId="ADAL" clId="{A1824FC7-00A9-4708-B7FB-71BF84356830}" dt="2026-05-11T15:52:09.768" v="10890"/>
          <ac:spMkLst>
            <pc:docMk/>
            <pc:sldMk cId="124748017" sldId="307"/>
            <ac:spMk id="6" creationId="{DB3DA27C-21B4-4A2A-BF99-053FE0E813FF}"/>
          </ac:spMkLst>
        </pc:spChg>
        <pc:spChg chg="add mod">
          <ac:chgData name="Josué Silva de Morais" userId="f406c2cd-edfc-4057-be10-75858098c663" providerId="ADAL" clId="{A1824FC7-00A9-4708-B7FB-71BF84356830}" dt="2026-05-11T15:52:09.775" v="10897"/>
          <ac:spMkLst>
            <pc:docMk/>
            <pc:sldMk cId="124748017" sldId="307"/>
            <ac:spMk id="7" creationId="{45C50B60-CC6A-4808-BE9D-B23D1380A845}"/>
          </ac:spMkLst>
        </pc:spChg>
        <pc:spChg chg="add mod">
          <ac:chgData name="Josué Silva de Morais" userId="f406c2cd-edfc-4057-be10-75858098c663" providerId="ADAL" clId="{A1824FC7-00A9-4708-B7FB-71BF84356830}" dt="2026-05-11T15:52:09.777" v="10900"/>
          <ac:spMkLst>
            <pc:docMk/>
            <pc:sldMk cId="124748017" sldId="307"/>
            <ac:spMk id="8" creationId="{6FBCC182-ED66-4D2A-BAA0-276FD984EE3F}"/>
          </ac:spMkLst>
        </pc:spChg>
        <pc:spChg chg="add mod">
          <ac:chgData name="Josué Silva de Morais" userId="f406c2cd-edfc-4057-be10-75858098c663" providerId="ADAL" clId="{A1824FC7-00A9-4708-B7FB-71BF84356830}" dt="2026-05-11T15:52:09.785" v="10906"/>
          <ac:spMkLst>
            <pc:docMk/>
            <pc:sldMk cId="124748017" sldId="307"/>
            <ac:spMk id="9" creationId="{EBDD2628-2801-4944-AF92-7222982A8221}"/>
          </ac:spMkLst>
        </pc:spChg>
        <pc:spChg chg="add mod">
          <ac:chgData name="Josué Silva de Morais" userId="f406c2cd-edfc-4057-be10-75858098c663" providerId="ADAL" clId="{A1824FC7-00A9-4708-B7FB-71BF84356830}" dt="2026-05-11T15:52:09.787" v="10909"/>
          <ac:spMkLst>
            <pc:docMk/>
            <pc:sldMk cId="124748017" sldId="307"/>
            <ac:spMk id="10" creationId="{C9D66452-7A26-461A-88B7-2292CFE4CFC9}"/>
          </ac:spMkLst>
        </pc:spChg>
        <pc:spChg chg="add mod">
          <ac:chgData name="Josué Silva de Morais" userId="f406c2cd-edfc-4057-be10-75858098c663" providerId="ADAL" clId="{A1824FC7-00A9-4708-B7FB-71BF84356830}" dt="2026-05-11T15:52:09.793" v="10915"/>
          <ac:spMkLst>
            <pc:docMk/>
            <pc:sldMk cId="124748017" sldId="307"/>
            <ac:spMk id="11" creationId="{0F420AFE-27F5-43E8-BC89-DF043B6B9A1F}"/>
          </ac:spMkLst>
        </pc:spChg>
        <pc:spChg chg="add mod">
          <ac:chgData name="Josué Silva de Morais" userId="f406c2cd-edfc-4057-be10-75858098c663" providerId="ADAL" clId="{A1824FC7-00A9-4708-B7FB-71BF84356830}" dt="2026-05-11T15:52:09.796" v="10918"/>
          <ac:spMkLst>
            <pc:docMk/>
            <pc:sldMk cId="124748017" sldId="307"/>
            <ac:spMk id="12" creationId="{BA34FFF7-E3BD-43E8-AA77-C310E728D7C4}"/>
          </ac:spMkLst>
        </pc:spChg>
        <pc:spChg chg="add mod">
          <ac:chgData name="Josué Silva de Morais" userId="f406c2cd-edfc-4057-be10-75858098c663" providerId="ADAL" clId="{A1824FC7-00A9-4708-B7FB-71BF84356830}" dt="2026-05-11T15:52:09.805" v="10924"/>
          <ac:spMkLst>
            <pc:docMk/>
            <pc:sldMk cId="124748017" sldId="307"/>
            <ac:spMk id="13" creationId="{74144311-582F-4A0C-91A4-A5AED91AA405}"/>
          </ac:spMkLst>
        </pc:spChg>
        <pc:spChg chg="add mod">
          <ac:chgData name="Josué Silva de Morais" userId="f406c2cd-edfc-4057-be10-75858098c663" providerId="ADAL" clId="{A1824FC7-00A9-4708-B7FB-71BF84356830}" dt="2026-05-11T15:52:09.807" v="10927"/>
          <ac:spMkLst>
            <pc:docMk/>
            <pc:sldMk cId="124748017" sldId="307"/>
            <ac:spMk id="14" creationId="{CD89DD4B-B45C-48FA-B5C1-22437D2EF384}"/>
          </ac:spMkLst>
        </pc:spChg>
        <pc:spChg chg="add mod">
          <ac:chgData name="Josué Silva de Morais" userId="f406c2cd-edfc-4057-be10-75858098c663" providerId="ADAL" clId="{A1824FC7-00A9-4708-B7FB-71BF84356830}" dt="2026-05-11T15:52:09.815" v="10933"/>
          <ac:spMkLst>
            <pc:docMk/>
            <pc:sldMk cId="124748017" sldId="307"/>
            <ac:spMk id="15" creationId="{5A689FE7-9922-41E9-9950-F148E6771651}"/>
          </ac:spMkLst>
        </pc:spChg>
        <pc:spChg chg="add mod">
          <ac:chgData name="Josué Silva de Morais" userId="f406c2cd-edfc-4057-be10-75858098c663" providerId="ADAL" clId="{A1824FC7-00A9-4708-B7FB-71BF84356830}" dt="2026-05-11T15:52:09.820" v="10936"/>
          <ac:spMkLst>
            <pc:docMk/>
            <pc:sldMk cId="124748017" sldId="307"/>
            <ac:spMk id="16" creationId="{C00FEB9B-1D05-4D13-B7E0-A8B2AFC804F8}"/>
          </ac:spMkLst>
        </pc:spChg>
        <pc:spChg chg="add mod">
          <ac:chgData name="Josué Silva de Morais" userId="f406c2cd-edfc-4057-be10-75858098c663" providerId="ADAL" clId="{A1824FC7-00A9-4708-B7FB-71BF84356830}" dt="2026-05-11T15:52:09.826" v="10942"/>
          <ac:spMkLst>
            <pc:docMk/>
            <pc:sldMk cId="124748017" sldId="307"/>
            <ac:spMk id="17" creationId="{2D3B0416-359C-4E88-A65D-3FF381CDDAC0}"/>
          </ac:spMkLst>
        </pc:spChg>
        <pc:spChg chg="add mod">
          <ac:chgData name="Josué Silva de Morais" userId="f406c2cd-edfc-4057-be10-75858098c663" providerId="ADAL" clId="{A1824FC7-00A9-4708-B7FB-71BF84356830}" dt="2026-05-11T15:52:09.829" v="10946"/>
          <ac:spMkLst>
            <pc:docMk/>
            <pc:sldMk cId="124748017" sldId="307"/>
            <ac:spMk id="18" creationId="{03968CB0-54F5-4A74-8453-22DE05CC0DAB}"/>
          </ac:spMkLst>
        </pc:spChg>
        <pc:spChg chg="add mod">
          <ac:chgData name="Josué Silva de Morais" userId="f406c2cd-edfc-4057-be10-75858098c663" providerId="ADAL" clId="{A1824FC7-00A9-4708-B7FB-71BF84356830}" dt="2026-05-11T15:52:09.834" v="10949"/>
          <ac:spMkLst>
            <pc:docMk/>
            <pc:sldMk cId="124748017" sldId="307"/>
            <ac:spMk id="19" creationId="{82062E8C-CB74-4092-AFD0-4D0E1D60C2EA}"/>
          </ac:spMkLst>
        </pc:spChg>
        <pc:spChg chg="add mod">
          <ac:chgData name="Josué Silva de Morais" userId="f406c2cd-edfc-4057-be10-75858098c663" providerId="ADAL" clId="{A1824FC7-00A9-4708-B7FB-71BF84356830}" dt="2026-05-11T15:52:09.842" v="10956"/>
          <ac:spMkLst>
            <pc:docMk/>
            <pc:sldMk cId="124748017" sldId="307"/>
            <ac:spMk id="20" creationId="{EFC5330B-A0A0-4102-B1E7-621350DC49DF}"/>
          </ac:spMkLst>
        </pc:spChg>
        <pc:spChg chg="add mod">
          <ac:chgData name="Josué Silva de Morais" userId="f406c2cd-edfc-4057-be10-75858098c663" providerId="ADAL" clId="{A1824FC7-00A9-4708-B7FB-71BF84356830}" dt="2026-05-11T15:52:09.845" v="10959"/>
          <ac:spMkLst>
            <pc:docMk/>
            <pc:sldMk cId="124748017" sldId="307"/>
            <ac:spMk id="21" creationId="{D5C48543-7DF2-4E85-BA1F-6BDA2AC9360F}"/>
          </ac:spMkLst>
        </pc:spChg>
        <pc:spChg chg="add mod">
          <ac:chgData name="Josué Silva de Morais" userId="f406c2cd-edfc-4057-be10-75858098c663" providerId="ADAL" clId="{A1824FC7-00A9-4708-B7FB-71BF84356830}" dt="2026-05-11T15:52:09.855" v="10965"/>
          <ac:spMkLst>
            <pc:docMk/>
            <pc:sldMk cId="124748017" sldId="307"/>
            <ac:spMk id="22" creationId="{64C70679-5222-4D3E-87D6-DE3366455D71}"/>
          </ac:spMkLst>
        </pc:spChg>
        <pc:spChg chg="add mod">
          <ac:chgData name="Josué Silva de Morais" userId="f406c2cd-edfc-4057-be10-75858098c663" providerId="ADAL" clId="{A1824FC7-00A9-4708-B7FB-71BF84356830}" dt="2026-05-11T15:52:09.857" v="10968"/>
          <ac:spMkLst>
            <pc:docMk/>
            <pc:sldMk cId="124748017" sldId="307"/>
            <ac:spMk id="23" creationId="{B5E4D681-D1DB-43D9-9735-816863A67AE1}"/>
          </ac:spMkLst>
        </pc:spChg>
        <pc:spChg chg="add mod">
          <ac:chgData name="Josué Silva de Morais" userId="f406c2cd-edfc-4057-be10-75858098c663" providerId="ADAL" clId="{A1824FC7-00A9-4708-B7FB-71BF84356830}" dt="2026-05-11T15:52:09.864" v="10974"/>
          <ac:spMkLst>
            <pc:docMk/>
            <pc:sldMk cId="124748017" sldId="307"/>
            <ac:spMk id="24" creationId="{B6DAA61B-CC60-49E0-B675-C891F2416611}"/>
          </ac:spMkLst>
        </pc:spChg>
        <pc:spChg chg="add mod">
          <ac:chgData name="Josué Silva de Morais" userId="f406c2cd-edfc-4057-be10-75858098c663" providerId="ADAL" clId="{A1824FC7-00A9-4708-B7FB-71BF84356830}" dt="2026-05-11T15:52:09.866" v="10977"/>
          <ac:spMkLst>
            <pc:docMk/>
            <pc:sldMk cId="124748017" sldId="307"/>
            <ac:spMk id="25" creationId="{B03EB1B4-F658-4CA5-BDE6-5671D7993542}"/>
          </ac:spMkLst>
        </pc:spChg>
        <pc:spChg chg="add mod">
          <ac:chgData name="Josué Silva de Morais" userId="f406c2cd-edfc-4057-be10-75858098c663" providerId="ADAL" clId="{A1824FC7-00A9-4708-B7FB-71BF84356830}" dt="2026-05-11T15:52:09.875" v="10983"/>
          <ac:spMkLst>
            <pc:docMk/>
            <pc:sldMk cId="124748017" sldId="307"/>
            <ac:spMk id="26" creationId="{7E817C66-9249-4653-B9F5-C30C35FF2052}"/>
          </ac:spMkLst>
        </pc:spChg>
        <pc:spChg chg="add mod">
          <ac:chgData name="Josué Silva de Morais" userId="f406c2cd-edfc-4057-be10-75858098c663" providerId="ADAL" clId="{A1824FC7-00A9-4708-B7FB-71BF84356830}" dt="2026-05-11T15:52:09.877" v="10986"/>
          <ac:spMkLst>
            <pc:docMk/>
            <pc:sldMk cId="124748017" sldId="307"/>
            <ac:spMk id="27" creationId="{A5B1A56C-5B16-4809-985D-16AA864FE95B}"/>
          </ac:spMkLst>
        </pc:spChg>
        <pc:spChg chg="add mod">
          <ac:chgData name="Josué Silva de Morais" userId="f406c2cd-edfc-4057-be10-75858098c663" providerId="ADAL" clId="{A1824FC7-00A9-4708-B7FB-71BF84356830}" dt="2026-05-11T15:52:09.883" v="10992"/>
          <ac:spMkLst>
            <pc:docMk/>
            <pc:sldMk cId="124748017" sldId="307"/>
            <ac:spMk id="28" creationId="{57EB1F57-8DFE-45C3-A03A-249B375D46A7}"/>
          </ac:spMkLst>
        </pc:spChg>
        <pc:spChg chg="add mod">
          <ac:chgData name="Josué Silva de Morais" userId="f406c2cd-edfc-4057-be10-75858098c663" providerId="ADAL" clId="{A1824FC7-00A9-4708-B7FB-71BF84356830}" dt="2026-05-11T15:52:09.887" v="10995"/>
          <ac:spMkLst>
            <pc:docMk/>
            <pc:sldMk cId="124748017" sldId="307"/>
            <ac:spMk id="29" creationId="{DAE27E7B-A5C8-424C-8230-E0269CF1E152}"/>
          </ac:spMkLst>
        </pc:spChg>
        <pc:spChg chg="add mod">
          <ac:chgData name="Josué Silva de Morais" userId="f406c2cd-edfc-4057-be10-75858098c663" providerId="ADAL" clId="{A1824FC7-00A9-4708-B7FB-71BF84356830}" dt="2026-05-11T15:52:09.894" v="11001"/>
          <ac:spMkLst>
            <pc:docMk/>
            <pc:sldMk cId="124748017" sldId="307"/>
            <ac:spMk id="30" creationId="{C63703A5-F1BE-44EF-B8F0-D6C60D70B995}"/>
          </ac:spMkLst>
        </pc:spChg>
        <pc:spChg chg="add mod">
          <ac:chgData name="Josué Silva de Morais" userId="f406c2cd-edfc-4057-be10-75858098c663" providerId="ADAL" clId="{A1824FC7-00A9-4708-B7FB-71BF84356830}" dt="2026-05-11T15:52:09.897" v="11005"/>
          <ac:spMkLst>
            <pc:docMk/>
            <pc:sldMk cId="124748017" sldId="307"/>
            <ac:spMk id="31" creationId="{56E43738-C528-4EB7-8A3F-D5FCF7756668}"/>
          </ac:spMkLst>
        </pc:spChg>
        <pc:spChg chg="add mod">
          <ac:chgData name="Josué Silva de Morais" userId="f406c2cd-edfc-4057-be10-75858098c663" providerId="ADAL" clId="{A1824FC7-00A9-4708-B7FB-71BF84356830}" dt="2026-05-11T15:52:09.899" v="11008"/>
          <ac:spMkLst>
            <pc:docMk/>
            <pc:sldMk cId="124748017" sldId="307"/>
            <ac:spMk id="32" creationId="{AB785CB0-BBFF-4C58-8074-55B018E4CFFE}"/>
          </ac:spMkLst>
        </pc:spChg>
        <pc:spChg chg="add mod">
          <ac:chgData name="Josué Silva de Morais" userId="f406c2cd-edfc-4057-be10-75858098c663" providerId="ADAL" clId="{A1824FC7-00A9-4708-B7FB-71BF84356830}" dt="2026-05-11T15:52:09.911" v="11015"/>
          <ac:spMkLst>
            <pc:docMk/>
            <pc:sldMk cId="124748017" sldId="307"/>
            <ac:spMk id="33" creationId="{5A125154-653B-47CF-A5A9-93BFBE6E5C4E}"/>
          </ac:spMkLst>
        </pc:spChg>
        <pc:spChg chg="add mod">
          <ac:chgData name="Josué Silva de Morais" userId="f406c2cd-edfc-4057-be10-75858098c663" providerId="ADAL" clId="{A1824FC7-00A9-4708-B7FB-71BF84356830}" dt="2026-05-11T15:52:09.914" v="11018"/>
          <ac:spMkLst>
            <pc:docMk/>
            <pc:sldMk cId="124748017" sldId="307"/>
            <ac:spMk id="34" creationId="{D019039D-FEB9-43D0-AC7E-F72EA3F5DA7C}"/>
          </ac:spMkLst>
        </pc:spChg>
        <pc:spChg chg="add mod">
          <ac:chgData name="Josué Silva de Morais" userId="f406c2cd-edfc-4057-be10-75858098c663" providerId="ADAL" clId="{A1824FC7-00A9-4708-B7FB-71BF84356830}" dt="2026-05-11T15:52:09.927" v="11024"/>
          <ac:spMkLst>
            <pc:docMk/>
            <pc:sldMk cId="124748017" sldId="307"/>
            <ac:spMk id="35" creationId="{48E63EFB-2ED4-4BEC-A8C5-6CBB81774F0C}"/>
          </ac:spMkLst>
        </pc:spChg>
        <pc:spChg chg="add mod">
          <ac:chgData name="Josué Silva de Morais" userId="f406c2cd-edfc-4057-be10-75858098c663" providerId="ADAL" clId="{A1824FC7-00A9-4708-B7FB-71BF84356830}" dt="2026-05-11T15:52:09.932" v="11027"/>
          <ac:spMkLst>
            <pc:docMk/>
            <pc:sldMk cId="124748017" sldId="307"/>
            <ac:spMk id="36" creationId="{F5A43DCD-5DFE-4E00-8350-626472077725}"/>
          </ac:spMkLst>
        </pc:spChg>
        <pc:spChg chg="add mod">
          <ac:chgData name="Josué Silva de Morais" userId="f406c2cd-edfc-4057-be10-75858098c663" providerId="ADAL" clId="{A1824FC7-00A9-4708-B7FB-71BF84356830}" dt="2026-05-11T15:52:09.938" v="11033"/>
          <ac:spMkLst>
            <pc:docMk/>
            <pc:sldMk cId="124748017" sldId="307"/>
            <ac:spMk id="37" creationId="{0C1FB32A-0B37-462E-8145-8B662F74D916}"/>
          </ac:spMkLst>
        </pc:spChg>
        <pc:spChg chg="add mod">
          <ac:chgData name="Josué Silva de Morais" userId="f406c2cd-edfc-4057-be10-75858098c663" providerId="ADAL" clId="{A1824FC7-00A9-4708-B7FB-71BF84356830}" dt="2026-05-11T15:52:09.943" v="11036"/>
          <ac:spMkLst>
            <pc:docMk/>
            <pc:sldMk cId="124748017" sldId="307"/>
            <ac:spMk id="38" creationId="{C537AD71-B54B-4A37-86FD-590DFDDB36D2}"/>
          </ac:spMkLst>
        </pc:spChg>
        <pc:spChg chg="add mod">
          <ac:chgData name="Josué Silva de Morais" userId="f406c2cd-edfc-4057-be10-75858098c663" providerId="ADAL" clId="{A1824FC7-00A9-4708-B7FB-71BF84356830}" dt="2026-05-11T15:52:09.951" v="11042"/>
          <ac:spMkLst>
            <pc:docMk/>
            <pc:sldMk cId="124748017" sldId="307"/>
            <ac:spMk id="39" creationId="{5B3555D3-2DC7-4364-B2CB-D9D9C78FE3CF}"/>
          </ac:spMkLst>
        </pc:spChg>
        <pc:spChg chg="add mod">
          <ac:chgData name="Josué Silva de Morais" userId="f406c2cd-edfc-4057-be10-75858098c663" providerId="ADAL" clId="{A1824FC7-00A9-4708-B7FB-71BF84356830}" dt="2026-05-11T15:52:09.956" v="11045"/>
          <ac:spMkLst>
            <pc:docMk/>
            <pc:sldMk cId="124748017" sldId="307"/>
            <ac:spMk id="40" creationId="{3C66EC7F-5C5F-43A1-B90A-E507A3C17704}"/>
          </ac:spMkLst>
        </pc:spChg>
        <pc:spChg chg="add mod">
          <ac:chgData name="Josué Silva de Morais" userId="f406c2cd-edfc-4057-be10-75858098c663" providerId="ADAL" clId="{A1824FC7-00A9-4708-B7FB-71BF84356830}" dt="2026-05-11T15:52:09.963" v="11051"/>
          <ac:spMkLst>
            <pc:docMk/>
            <pc:sldMk cId="124748017" sldId="307"/>
            <ac:spMk id="41" creationId="{DE1BBE16-672F-43C5-A205-AFFFD226E368}"/>
          </ac:spMkLst>
        </pc:spChg>
        <pc:spChg chg="add mod">
          <ac:chgData name="Josué Silva de Morais" userId="f406c2cd-edfc-4057-be10-75858098c663" providerId="ADAL" clId="{A1824FC7-00A9-4708-B7FB-71BF84356830}" dt="2026-05-11T15:52:09.965" v="11054"/>
          <ac:spMkLst>
            <pc:docMk/>
            <pc:sldMk cId="124748017" sldId="307"/>
            <ac:spMk id="42" creationId="{8A5F2BA3-7F1D-4D06-8988-EA23FFC0DB93}"/>
          </ac:spMkLst>
        </pc:spChg>
        <pc:spChg chg="add mod">
          <ac:chgData name="Josué Silva de Morais" userId="f406c2cd-edfc-4057-be10-75858098c663" providerId="ADAL" clId="{A1824FC7-00A9-4708-B7FB-71BF84356830}" dt="2026-05-11T15:52:09.976" v="11060"/>
          <ac:spMkLst>
            <pc:docMk/>
            <pc:sldMk cId="124748017" sldId="307"/>
            <ac:spMk id="43" creationId="{50051791-6A7B-46C9-A825-B47793A9BC5E}"/>
          </ac:spMkLst>
        </pc:spChg>
        <pc:spChg chg="add mod">
          <ac:chgData name="Josué Silva de Morais" userId="f406c2cd-edfc-4057-be10-75858098c663" providerId="ADAL" clId="{A1824FC7-00A9-4708-B7FB-71BF84356830}" dt="2026-05-11T15:52:09.980" v="11064"/>
          <ac:spMkLst>
            <pc:docMk/>
            <pc:sldMk cId="124748017" sldId="307"/>
            <ac:spMk id="44" creationId="{6BFCE9B8-B7C4-4C0A-8B35-66AA7A6D3855}"/>
          </ac:spMkLst>
        </pc:spChg>
        <pc:spChg chg="add mod">
          <ac:chgData name="Josué Silva de Morais" userId="f406c2cd-edfc-4057-be10-75858098c663" providerId="ADAL" clId="{A1824FC7-00A9-4708-B7FB-71BF84356830}" dt="2026-05-11T15:52:09.989" v="11071"/>
          <ac:spMkLst>
            <pc:docMk/>
            <pc:sldMk cId="124748017" sldId="307"/>
            <ac:spMk id="45" creationId="{D52EE95F-F2C6-4963-8D0A-97B9CA414DCC}"/>
          </ac:spMkLst>
        </pc:spChg>
      </pc:sldChg>
      <pc:sldChg chg="addSp modSp new mod">
        <pc:chgData name="Josué Silva de Morais" userId="f406c2cd-edfc-4057-be10-75858098c663" providerId="ADAL" clId="{A1824FC7-00A9-4708-B7FB-71BF84356830}" dt="2026-05-11T15:52:29.626" v="11164"/>
        <pc:sldMkLst>
          <pc:docMk/>
          <pc:sldMk cId="1781721885" sldId="308"/>
        </pc:sldMkLst>
        <pc:spChg chg="add mod">
          <ac:chgData name="Josué Silva de Morais" userId="f406c2cd-edfc-4057-be10-75858098c663" providerId="ADAL" clId="{A1824FC7-00A9-4708-B7FB-71BF84356830}" dt="2026-05-11T15:52:29.514" v="11075"/>
          <ac:spMkLst>
            <pc:docMk/>
            <pc:sldMk cId="1781721885" sldId="308"/>
            <ac:spMk id="2" creationId="{C393CCED-532B-4A8B-815A-355067678063}"/>
          </ac:spMkLst>
        </pc:spChg>
        <pc:spChg chg="add mod">
          <ac:chgData name="Josué Silva de Morais" userId="f406c2cd-edfc-4057-be10-75858098c663" providerId="ADAL" clId="{A1824FC7-00A9-4708-B7FB-71BF84356830}" dt="2026-05-11T15:52:29.520" v="11078"/>
          <ac:spMkLst>
            <pc:docMk/>
            <pc:sldMk cId="1781721885" sldId="308"/>
            <ac:spMk id="3" creationId="{8C6FEAC6-565B-4A78-847B-0B7ADE6ED13E}"/>
          </ac:spMkLst>
        </pc:spChg>
        <pc:spChg chg="add mod">
          <ac:chgData name="Josué Silva de Morais" userId="f406c2cd-edfc-4057-be10-75858098c663" providerId="ADAL" clId="{A1824FC7-00A9-4708-B7FB-71BF84356830}" dt="2026-05-11T15:52:29.524" v="11081"/>
          <ac:spMkLst>
            <pc:docMk/>
            <pc:sldMk cId="1781721885" sldId="308"/>
            <ac:spMk id="4" creationId="{F727D505-866A-4E23-98CE-BB2A2D130797}"/>
          </ac:spMkLst>
        </pc:spChg>
        <pc:spChg chg="add mod">
          <ac:chgData name="Josué Silva de Morais" userId="f406c2cd-edfc-4057-be10-75858098c663" providerId="ADAL" clId="{A1824FC7-00A9-4708-B7FB-71BF84356830}" dt="2026-05-11T15:52:29.528" v="11084"/>
          <ac:spMkLst>
            <pc:docMk/>
            <pc:sldMk cId="1781721885" sldId="308"/>
            <ac:spMk id="5" creationId="{63F138A5-9D7F-42C2-ABED-FE0A02F40E82}"/>
          </ac:spMkLst>
        </pc:spChg>
        <pc:spChg chg="add mod">
          <ac:chgData name="Josué Silva de Morais" userId="f406c2cd-edfc-4057-be10-75858098c663" providerId="ADAL" clId="{A1824FC7-00A9-4708-B7FB-71BF84356830}" dt="2026-05-11T15:52:29.540" v="11091"/>
          <ac:spMkLst>
            <pc:docMk/>
            <pc:sldMk cId="1781721885" sldId="308"/>
            <ac:spMk id="6" creationId="{C4D346BC-ADA9-4E7B-A11A-5B10E01429C8}"/>
          </ac:spMkLst>
        </pc:spChg>
        <pc:spChg chg="add mod">
          <ac:chgData name="Josué Silva de Morais" userId="f406c2cd-edfc-4057-be10-75858098c663" providerId="ADAL" clId="{A1824FC7-00A9-4708-B7FB-71BF84356830}" dt="2026-05-11T15:52:29.547" v="11098"/>
          <ac:spMkLst>
            <pc:docMk/>
            <pc:sldMk cId="1781721885" sldId="308"/>
            <ac:spMk id="7" creationId="{E2A2F299-C9E8-4530-B9AF-43E42AA94CD3}"/>
          </ac:spMkLst>
        </pc:spChg>
        <pc:spChg chg="add mod">
          <ac:chgData name="Josué Silva de Morais" userId="f406c2cd-edfc-4057-be10-75858098c663" providerId="ADAL" clId="{A1824FC7-00A9-4708-B7FB-71BF84356830}" dt="2026-05-11T15:52:29.551" v="11101"/>
          <ac:spMkLst>
            <pc:docMk/>
            <pc:sldMk cId="1781721885" sldId="308"/>
            <ac:spMk id="8" creationId="{5318C081-32A8-445B-A4B5-2413E044473D}"/>
          </ac:spMkLst>
        </pc:spChg>
        <pc:spChg chg="add mod">
          <ac:chgData name="Josué Silva de Morais" userId="f406c2cd-edfc-4057-be10-75858098c663" providerId="ADAL" clId="{A1824FC7-00A9-4708-B7FB-71BF84356830}" dt="2026-05-11T15:52:29.558" v="11107"/>
          <ac:spMkLst>
            <pc:docMk/>
            <pc:sldMk cId="1781721885" sldId="308"/>
            <ac:spMk id="9" creationId="{60CDC64A-5889-4284-A024-1BDB837FECAE}"/>
          </ac:spMkLst>
        </pc:spChg>
        <pc:spChg chg="add mod">
          <ac:chgData name="Josué Silva de Morais" userId="f406c2cd-edfc-4057-be10-75858098c663" providerId="ADAL" clId="{A1824FC7-00A9-4708-B7FB-71BF84356830}" dt="2026-05-11T15:52:29.566" v="11114"/>
          <ac:spMkLst>
            <pc:docMk/>
            <pc:sldMk cId="1781721885" sldId="308"/>
            <ac:spMk id="10" creationId="{5D8FCD8D-1620-47B3-AB63-7F9E83805AD8}"/>
          </ac:spMkLst>
        </pc:spChg>
        <pc:spChg chg="add mod">
          <ac:chgData name="Josué Silva de Morais" userId="f406c2cd-edfc-4057-be10-75858098c663" providerId="ADAL" clId="{A1824FC7-00A9-4708-B7FB-71BF84356830}" dt="2026-05-11T15:52:29.574" v="11120"/>
          <ac:spMkLst>
            <pc:docMk/>
            <pc:sldMk cId="1781721885" sldId="308"/>
            <ac:spMk id="11" creationId="{7B7491E3-2550-47B9-B400-F1DFDBE738C9}"/>
          </ac:spMkLst>
        </pc:spChg>
        <pc:spChg chg="add mod">
          <ac:chgData name="Josué Silva de Morais" userId="f406c2cd-edfc-4057-be10-75858098c663" providerId="ADAL" clId="{A1824FC7-00A9-4708-B7FB-71BF84356830}" dt="2026-05-11T15:52:29.588" v="11131"/>
          <ac:spMkLst>
            <pc:docMk/>
            <pc:sldMk cId="1781721885" sldId="308"/>
            <ac:spMk id="12" creationId="{A6013E4F-9EC9-4EA0-8A6A-6F3CB4196FB6}"/>
          </ac:spMkLst>
        </pc:spChg>
        <pc:spChg chg="add mod">
          <ac:chgData name="Josué Silva de Morais" userId="f406c2cd-edfc-4057-be10-75858098c663" providerId="ADAL" clId="{A1824FC7-00A9-4708-B7FB-71BF84356830}" dt="2026-05-11T15:52:29.600" v="11142"/>
          <ac:spMkLst>
            <pc:docMk/>
            <pc:sldMk cId="1781721885" sldId="308"/>
            <ac:spMk id="13" creationId="{A7C447B1-59F5-4910-B274-30452E4C4E63}"/>
          </ac:spMkLst>
        </pc:spChg>
        <pc:spChg chg="add mod">
          <ac:chgData name="Josué Silva de Morais" userId="f406c2cd-edfc-4057-be10-75858098c663" providerId="ADAL" clId="{A1824FC7-00A9-4708-B7FB-71BF84356830}" dt="2026-05-11T15:52:29.611" v="11153"/>
          <ac:spMkLst>
            <pc:docMk/>
            <pc:sldMk cId="1781721885" sldId="308"/>
            <ac:spMk id="14" creationId="{DC17C1A0-EBD0-4930-AF35-360466B5305B}"/>
          </ac:spMkLst>
        </pc:spChg>
        <pc:spChg chg="add mod">
          <ac:chgData name="Josué Silva de Morais" userId="f406c2cd-edfc-4057-be10-75858098c663" providerId="ADAL" clId="{A1824FC7-00A9-4708-B7FB-71BF84356830}" dt="2026-05-11T15:52:29.626" v="11164"/>
          <ac:spMkLst>
            <pc:docMk/>
            <pc:sldMk cId="1781721885" sldId="308"/>
            <ac:spMk id="15" creationId="{DAC6558F-346A-4707-BC50-D9692CCCACCF}"/>
          </ac:spMkLst>
        </pc:spChg>
      </pc:sldChg>
      <pc:sldMasterChg chg="del delSldLayout">
        <pc:chgData name="Josué Silva de Morais" userId="f406c2cd-edfc-4057-be10-75858098c663" providerId="ADAL" clId="{A1824FC7-00A9-4708-B7FB-71BF84356830}" dt="2026-05-11T12:12:45.556" v="1"/>
        <pc:sldMasterMkLst>
          <pc:docMk/>
          <pc:sldMasterMk cId="421514835" sldId="2147483660"/>
        </pc:sldMasterMkLst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1733378316" sldId="2147483661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4111041437" sldId="2147483662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857192484" sldId="2147483663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3204245777" sldId="2147483664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105059627" sldId="2147483665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3344481944" sldId="2147483666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3496957911" sldId="2147483667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3008998405" sldId="2147483668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1778612264" sldId="2147483669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3937594991" sldId="2147483670"/>
          </pc:sldLayoutMkLst>
        </pc:sldLayoutChg>
        <pc:sldLayoutChg chg="del">
          <pc:chgData name="Josué Silva de Morais" userId="f406c2cd-edfc-4057-be10-75858098c663" providerId="ADAL" clId="{A1824FC7-00A9-4708-B7FB-71BF84356830}" dt="2026-05-11T12:12:45.556" v="1"/>
          <pc:sldLayoutMkLst>
            <pc:docMk/>
            <pc:sldMasterMk cId="421514835" sldId="2147483660"/>
            <pc:sldLayoutMk cId="4072590663" sldId="2147483671"/>
          </pc:sldLayoutMkLst>
        </pc:sldLayoutChg>
      </pc:sldMasterChg>
      <pc:sldMasterChg chg="add addSldLayout modSldLayout">
        <pc:chgData name="Josué Silva de Morais" userId="f406c2cd-edfc-4057-be10-75858098c663" providerId="ADAL" clId="{A1824FC7-00A9-4708-B7FB-71BF84356830}" dt="2026-05-11T12:12:45.145" v="0"/>
        <pc:sldMasterMkLst>
          <pc:docMk/>
          <pc:sldMasterMk cId="421514835" sldId="2147483672"/>
        </pc:sldMasterMkLst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1733378316" sldId="2147483673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4111041437" sldId="2147483674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857192484" sldId="2147483675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3204245777" sldId="2147483676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105059627" sldId="2147483677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3344481944" sldId="2147483678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3496957911" sldId="2147483679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3008998405" sldId="2147483680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1778612264" sldId="2147483681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3937594991" sldId="2147483682"/>
          </pc:sldLayoutMkLst>
        </pc:sldLayoutChg>
        <pc:sldLayoutChg chg="add mod">
          <pc:chgData name="Josué Silva de Morais" userId="f406c2cd-edfc-4057-be10-75858098c663" providerId="ADAL" clId="{A1824FC7-00A9-4708-B7FB-71BF84356830}" dt="2026-05-11T12:12:45.145" v="0"/>
          <pc:sldLayoutMkLst>
            <pc:docMk/>
            <pc:sldMasterMk cId="421514835" sldId="2147483672"/>
            <pc:sldLayoutMk cId="4072590663" sldId="2147483683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008BF9-86F4-1022-B942-3DD7664814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C0AB8BB-1290-8AE7-465C-7BE5E6642E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D9A6B69-5E36-8792-6941-47B0CBBE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CB52A76-AA18-CE47-B777-3B98B0430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78C51E-B6AC-9C79-8219-50790A238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3378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AFDF98-32D9-005B-18FD-029A03AB2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832D45-C845-1439-F6DA-BAD7E6885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420124A-9E75-B2B4-1135-D8BA960EF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A002BD-7F48-AC4C-3BC5-C61870C06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6611E08-9103-AB74-6406-E332AF727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11041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C176B2-FF7C-EC25-3B27-9AB2D5068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03692E7-97C7-5F9C-E884-053F2F837D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0D23CAF-C5AB-C003-6784-C384C8DB5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76FE07C-A1C7-9BC5-F4BB-44C76B111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B021DE4-EDA4-2E54-DC9D-146953541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7192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C21349-D5C3-D5D1-09F2-F437FD313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57A2E4-7889-D125-1499-67DE317634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28049DB-8C5A-AC6F-6815-C00BA852AD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D091A78-DB13-15B8-86B3-77307098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14BF06-A50E-9A8B-1E3A-A56D71484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4C4DACE-6F89-ECDA-F7E6-8ACBB94E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4245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CFD475-73F0-9470-0ED4-E77C1ACCA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C8B482F-BE4E-B214-B265-C4653CC97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BE4635D-FA04-10B0-5BF8-BEFD52818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96A4DBB-2850-242E-BA11-C2AF195E22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D755B7D-DA77-70CC-78BA-0932654940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7A25C3DD-56D0-2EC2-7252-5027607CB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C4B55BD-832E-9A52-294D-3D82506EE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A24BF2-45E0-02D1-60F6-41C972CAA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059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29A547-1C08-2785-BAA3-A934D4600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F14B9C6-EF46-7B48-E133-68744A78E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689B338-1876-F9AC-01C1-3731AA165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68B093B-BB77-1693-CB78-FC6120E6E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4481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CF65D0F-E4BB-82E7-0A88-9F0FB6A22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848ECCE-68AC-20F2-1DDF-168AAA307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737DD1-8CAB-0F83-2AFB-A8280627D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695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429E57-91D8-AB21-B98D-BDB03ECD0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0ED4AA-D26F-93F5-54F8-13A5978791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6568129-B288-650E-3004-860D85F87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0DB14D1-D163-E473-5A73-9C7FFAB0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9A763C-66F9-09A4-C16C-7A6336D6F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42BCFAB-74A1-25C7-25E6-3C72BB9DD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998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37E005-6528-CBB4-C7F4-C681B9C54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F9D336F-3DDA-7F90-98DC-25E730E094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2C2D245-9E34-3A02-1F58-C02BF6A0E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B896574-CDCB-A456-2C4E-414D593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1BD99BB-5F61-3A01-603E-E81C5CD3A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3606C5A-8524-20A9-9BD6-F0D8F872C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8612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EE7ED5-8A15-EAB2-7C25-648F6F50D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86CAE9B-20CC-B62E-4D4E-E8EC135DF9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C4F804A-DDB4-E378-00EE-30B4B6C98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C72CF0A-32A1-A195-3B3B-DB771994B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3388276-8404-12D6-3191-E7B15FE02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594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A8EBB74-D8E2-A8E3-9512-16760E6BF2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A638350-2E20-8D52-99CA-CB8C4E4A5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58996BF-84C5-F11E-DC6F-027E244FB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7730D35-8F61-17AD-63B2-776F10DAF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17F2A6-1016-6029-6429-91960CA8D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2590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7124E72-D96F-F9CE-B623-990065075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1FAF3AD-DA70-912E-7CF5-139829352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350F1B-1B89-6382-A1B1-998523F7CA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F47DFC-8846-4F09-8335-1715BA8B4DA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E6BB8A-7F89-0E38-3172-47150344A1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2D1B6E-2131-3974-AB69-B83051D2C0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31D9E7-D111-4BE5-84F7-0946AB51FD33}" type="slidenum">
              <a:rPr lang="pt-BR" smtClean="0"/>
              <a:t>‹nº›</a:t>
            </a:fld>
            <a:endParaRPr lang="pt-BR"/>
          </a:p>
        </p:txBody>
      </p:sp>
      <p:sp>
        <p:nvSpPr>
          <p:cNvPr id="100" name="AccentLine"/>
          <p:cNvSpPr/>
          <p:nvPr userDrawn="1"/>
        </p:nvSpPr>
        <p:spPr>
          <a:xfrm>
            <a:off x="0" y="6583680"/>
            <a:ext cx="12192000" cy="45720"/>
          </a:xfrm>
          <a:prstGeom prst="rect">
            <a:avLst/>
          </a:prstGeom>
          <a:gradFill>
            <a:gsLst>
              <a:gs pos="0">
                <a:srgbClr val="00D4AA"/>
              </a:gs>
              <a:gs pos="50000">
                <a:srgbClr val="4FC3F7"/>
              </a:gs>
              <a:gs pos="100000">
                <a:srgbClr val="A78BFA"/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1" name="CornerAccent"/>
          <p:cNvSpPr/>
          <p:nvPr userDrawn="1"/>
        </p:nvSpPr>
        <p:spPr>
          <a:xfrm rot="10800000">
            <a:off x="11100000" y="0"/>
            <a:ext cx="1092000" cy="1092000"/>
          </a:xfrm>
          <a:prstGeom prst="rtTriangle">
            <a:avLst/>
          </a:prstGeom>
          <a:solidFill>
            <a:srgbClr val="00D4AA">
              <a:alpha val="8000"/>
            </a:srgbClr>
          </a:solidFill>
          <a:ln w="0">
            <a:noFill/>
          </a:ln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51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9pPr>
    </p:bodyStyle>
    <p:otherStyle>
      <a:defPPr>
        <a:defRPr lang="pt-BR">
          <a:solidFill>
            <a:srgbClr val="2D3748"/>
          </a:solidFill>
        </a:defRPr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B33921CE-447A-4CCE-AAC9-39CD32ADF9A9}"/>
              </a:ext>
            </a:extLst>
          </p:cNvPr>
          <p:cNvSpPr/>
          <p:nvPr/>
        </p:nvSpPr>
        <p:spPr>
          <a:xfrm>
            <a:off x="0" y="0"/>
            <a:ext cx="3116826" cy="6858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F54F1335-3435-463A-98E3-6476D449E8E0}"/>
              </a:ext>
            </a:extLst>
          </p:cNvPr>
          <p:cNvSpPr/>
          <p:nvPr/>
        </p:nvSpPr>
        <p:spPr>
          <a:xfrm>
            <a:off x="1805858" y="508000"/>
            <a:ext cx="2286000" cy="2286000"/>
          </a:xfrm>
          <a:prstGeom prst="ellipse">
            <a:avLst/>
          </a:prstGeom>
          <a:solidFill>
            <a:srgbClr val="7FE5D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FDFEB7B8-C467-42D0-8E2C-87A521BF287A}"/>
              </a:ext>
            </a:extLst>
          </p:cNvPr>
          <p:cNvSpPr/>
          <p:nvPr/>
        </p:nvSpPr>
        <p:spPr>
          <a:xfrm>
            <a:off x="-508000" y="4826000"/>
            <a:ext cx="2540000" cy="2540000"/>
          </a:xfrm>
          <a:prstGeom prst="ellipse">
            <a:avLst/>
          </a:prstGeom>
          <a:solidFill>
            <a:srgbClr val="FFEB8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442D992-0421-4CE0-8648-680DDDC4A534}"/>
              </a:ext>
            </a:extLst>
          </p:cNvPr>
          <p:cNvSpPr txBox="1"/>
          <p:nvPr/>
        </p:nvSpPr>
        <p:spPr>
          <a:xfrm>
            <a:off x="4714568" y="16510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00D4AA"/>
                </a:solidFill>
              </a:rPr>
              <a:t>WORKSHOP PRÁTICO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BD535E9-1BA7-4D66-A523-AA456D39EC1C}"/>
              </a:ext>
            </a:extLst>
          </p:cNvPr>
          <p:cNvSpPr txBox="1"/>
          <p:nvPr/>
        </p:nvSpPr>
        <p:spPr>
          <a:xfrm>
            <a:off x="4714568" y="2222500"/>
            <a:ext cx="6350000" cy="190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5200" b="1" dirty="0">
                <a:solidFill>
                  <a:srgbClr val="1A1A2E"/>
                </a:solidFill>
              </a:rPr>
              <a:t>Comunicação Serial
com ESP32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2D888599-4F81-418E-B9AB-E7335C011419}"/>
              </a:ext>
            </a:extLst>
          </p:cNvPr>
          <p:cNvSpPr/>
          <p:nvPr/>
        </p:nvSpPr>
        <p:spPr>
          <a:xfrm>
            <a:off x="4714568" y="4318000"/>
            <a:ext cx="12065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pt-BR" sz="2200" b="1">
                <a:solidFill>
                  <a:srgbClr val="FFFFFF"/>
                </a:solidFill>
              </a:rPr>
              <a:t>I²C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A4ECFC5B-7B41-41FA-ABC2-30A3915EBF64}"/>
              </a:ext>
            </a:extLst>
          </p:cNvPr>
          <p:cNvSpPr/>
          <p:nvPr/>
        </p:nvSpPr>
        <p:spPr>
          <a:xfrm>
            <a:off x="6111568" y="4318000"/>
            <a:ext cx="1206500" cy="6350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pt-BR" sz="2200" b="1">
                <a:solidFill>
                  <a:srgbClr val="FFFFFF"/>
                </a:solidFill>
              </a:rPr>
              <a:t>SPI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62AAB80A-402B-4450-B089-62C2FEE90FD5}"/>
              </a:ext>
            </a:extLst>
          </p:cNvPr>
          <p:cNvSpPr/>
          <p:nvPr/>
        </p:nvSpPr>
        <p:spPr>
          <a:xfrm>
            <a:off x="7508568" y="4318000"/>
            <a:ext cx="1206500" cy="6350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pt-BR" sz="2200" b="1">
                <a:solidFill>
                  <a:srgbClr val="FFFFFF"/>
                </a:solidFill>
              </a:rPr>
              <a:t>UART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832F827E-9FF5-4E06-AF5E-83DF338AF94C}"/>
              </a:ext>
            </a:extLst>
          </p:cNvPr>
          <p:cNvSpPr/>
          <p:nvPr/>
        </p:nvSpPr>
        <p:spPr>
          <a:xfrm>
            <a:off x="8905568" y="4318000"/>
            <a:ext cx="1206500" cy="635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pt-BR" sz="2200" b="1">
                <a:solidFill>
                  <a:srgbClr val="FFFFFF"/>
                </a:solidFill>
              </a:rPr>
              <a:t>I²S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5B04C0D-838F-4879-9AEF-1A162F8A555D}"/>
              </a:ext>
            </a:extLst>
          </p:cNvPr>
          <p:cNvSpPr txBox="1"/>
          <p:nvPr/>
        </p:nvSpPr>
        <p:spPr>
          <a:xfrm>
            <a:off x="4714568" y="5334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Aula 12 • Sistemas Embarcados • PlatformIO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5B3D90A5-9D47-4E99-90D3-33704B116FA5}"/>
              </a:ext>
            </a:extLst>
          </p:cNvPr>
          <p:cNvSpPr/>
          <p:nvPr/>
        </p:nvSpPr>
        <p:spPr>
          <a:xfrm>
            <a:off x="4714568" y="5969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6246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4DB05F8-4811-4F67-83F3-B71C06753660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3EB3626-D615-4BC3-988C-FF8C34198EBD}"/>
              </a:ext>
            </a:extLst>
          </p:cNvPr>
          <p:cNvSpPr txBox="1"/>
          <p:nvPr/>
        </p:nvSpPr>
        <p:spPr>
          <a:xfrm>
            <a:off x="508000" y="381000"/>
            <a:ext cx="1016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Objetivos do Workshop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F842AFD-F7D8-4878-B31F-7E459290DF93}"/>
              </a:ext>
            </a:extLst>
          </p:cNvPr>
          <p:cNvSpPr txBox="1"/>
          <p:nvPr/>
        </p:nvSpPr>
        <p:spPr>
          <a:xfrm>
            <a:off x="508000" y="12065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Ao final desta aula, você será capaz de: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7067EAF4-2932-6CC1-5C8B-0346CF10B9BF}"/>
              </a:ext>
            </a:extLst>
          </p:cNvPr>
          <p:cNvGrpSpPr/>
          <p:nvPr/>
        </p:nvGrpSpPr>
        <p:grpSpPr>
          <a:xfrm>
            <a:off x="508000" y="1841500"/>
            <a:ext cx="5334000" cy="2222500"/>
            <a:chOff x="508000" y="1841500"/>
            <a:chExt cx="5334000" cy="2222500"/>
          </a:xfrm>
        </p:grpSpPr>
        <p:sp>
          <p:nvSpPr>
            <p:cNvPr id="5" name="Retângulo: Cantos Arredondados 4" descr="Border: right">
              <a:extLst>
                <a:ext uri="{FF2B5EF4-FFF2-40B4-BE49-F238E27FC236}">
                  <a16:creationId xmlns:a16="http://schemas.microsoft.com/office/drawing/2014/main" id="{C2A824F2-80EA-4BC2-A673-A7F345C8D742}"/>
                </a:ext>
              </a:extLst>
            </p:cNvPr>
            <p:cNvSpPr/>
            <p:nvPr/>
          </p:nvSpPr>
          <p:spPr>
            <a:xfrm>
              <a:off x="508000" y="1841500"/>
              <a:ext cx="5334000" cy="2222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F1CCEBD6-3670-4C05-8AE7-F89B9EF7E1CD}"/>
                </a:ext>
              </a:extLst>
            </p:cNvPr>
            <p:cNvSpPr/>
            <p:nvPr/>
          </p:nvSpPr>
          <p:spPr>
            <a:xfrm>
              <a:off x="508000" y="1841500"/>
              <a:ext cx="76200" cy="2222500"/>
            </a:xfrm>
            <a:prstGeom prst="rect">
              <a:avLst/>
            </a:prstGeom>
            <a:solidFill>
              <a:srgbClr val="00D4A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5C7AB249-DA3F-462D-A9D1-9593669F5443}"/>
                </a:ext>
              </a:extLst>
            </p:cNvPr>
            <p:cNvSpPr/>
            <p:nvPr/>
          </p:nvSpPr>
          <p:spPr>
            <a:xfrm>
              <a:off x="825500" y="2159000"/>
              <a:ext cx="698500" cy="698500"/>
            </a:xfrm>
            <a:prstGeom prst="ellipse">
              <a:avLst/>
            </a:prstGeom>
            <a:solidFill>
              <a:srgbClr val="00D4A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pt-BR" sz="2200" b="1">
                  <a:solidFill>
                    <a:srgbClr val="FFFFFF"/>
                  </a:solidFill>
                </a:rPr>
                <a:t>01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B9D3555B-8375-4546-81A5-AFE2ED4FF505}"/>
                </a:ext>
              </a:extLst>
            </p:cNvPr>
            <p:cNvSpPr txBox="1"/>
            <p:nvPr/>
          </p:nvSpPr>
          <p:spPr>
            <a:xfrm>
              <a:off x="1714500" y="2197100"/>
              <a:ext cx="3937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Entender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FBC2423-38D7-4D5A-A921-B9808E64AFCB}"/>
                </a:ext>
              </a:extLst>
            </p:cNvPr>
            <p:cNvSpPr txBox="1"/>
            <p:nvPr/>
          </p:nvSpPr>
          <p:spPr>
            <a:xfrm>
              <a:off x="825500" y="3048000"/>
              <a:ext cx="4762500" cy="889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as diferenças entre comunicação síncrona e assíncrona, half e full-duplex</a:t>
              </a:r>
            </a:p>
          </p:txBody>
        </p: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D5527577-E712-FD37-10B7-7D7027004168}"/>
              </a:ext>
            </a:extLst>
          </p:cNvPr>
          <p:cNvGrpSpPr/>
          <p:nvPr/>
        </p:nvGrpSpPr>
        <p:grpSpPr>
          <a:xfrm>
            <a:off x="6096000" y="1841500"/>
            <a:ext cx="5334000" cy="2222500"/>
            <a:chOff x="6096000" y="1841500"/>
            <a:chExt cx="5334000" cy="2222500"/>
          </a:xfrm>
        </p:grpSpPr>
        <p:sp>
          <p:nvSpPr>
            <p:cNvPr id="10" name="Retângulo: Cantos Arredondados 9" descr="Border: direita">
              <a:extLst>
                <a:ext uri="{FF2B5EF4-FFF2-40B4-BE49-F238E27FC236}">
                  <a16:creationId xmlns:a16="http://schemas.microsoft.com/office/drawing/2014/main" id="{815551C7-0000-41C1-AC88-5996557E460E}"/>
                </a:ext>
              </a:extLst>
            </p:cNvPr>
            <p:cNvSpPr/>
            <p:nvPr/>
          </p:nvSpPr>
          <p:spPr>
            <a:xfrm>
              <a:off x="6096000" y="1841500"/>
              <a:ext cx="5334000" cy="2222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8AE3EACC-165F-45EF-ABDD-5851179BB552}"/>
                </a:ext>
              </a:extLst>
            </p:cNvPr>
            <p:cNvSpPr/>
            <p:nvPr/>
          </p:nvSpPr>
          <p:spPr>
            <a:xfrm>
              <a:off x="6096000" y="1841500"/>
              <a:ext cx="76200" cy="2222500"/>
            </a:xfrm>
            <a:prstGeom prst="rect">
              <a:avLst/>
            </a:prstGeom>
            <a:solidFill>
              <a:srgbClr val="4FC3F7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1D20EFB6-F8E9-44FA-94FC-4FFCC05975C6}"/>
                </a:ext>
              </a:extLst>
            </p:cNvPr>
            <p:cNvSpPr/>
            <p:nvPr/>
          </p:nvSpPr>
          <p:spPr>
            <a:xfrm>
              <a:off x="6413500" y="2159000"/>
              <a:ext cx="698500" cy="698500"/>
            </a:xfrm>
            <a:prstGeom prst="ellipse">
              <a:avLst/>
            </a:prstGeom>
            <a:solidFill>
              <a:srgbClr val="4FC3F7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pt-BR" sz="2200" b="1">
                  <a:solidFill>
                    <a:srgbClr val="FFFFFF"/>
                  </a:solidFill>
                </a:rPr>
                <a:t>02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1F8965AB-9B1D-499F-846E-8B213970BC29}"/>
                </a:ext>
              </a:extLst>
            </p:cNvPr>
            <p:cNvSpPr txBox="1"/>
            <p:nvPr/>
          </p:nvSpPr>
          <p:spPr>
            <a:xfrm>
              <a:off x="7302500" y="2197100"/>
              <a:ext cx="3937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Implementar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6CD1C944-BAD3-44ED-B35D-B351E5244283}"/>
                </a:ext>
              </a:extLst>
            </p:cNvPr>
            <p:cNvSpPr txBox="1"/>
            <p:nvPr/>
          </p:nvSpPr>
          <p:spPr>
            <a:xfrm>
              <a:off x="6413500" y="3048000"/>
              <a:ext cx="4762500" cy="889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I²C, SPI, UART e I²S em ESP32 com PlatformIO + Arduino framework</a:t>
              </a:r>
            </a:p>
          </p:txBody>
        </p:sp>
      </p:grp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AD90FF63-7F82-F649-2B61-BDAB82F5020D}"/>
              </a:ext>
            </a:extLst>
          </p:cNvPr>
          <p:cNvGrpSpPr/>
          <p:nvPr/>
        </p:nvGrpSpPr>
        <p:grpSpPr>
          <a:xfrm>
            <a:off x="508000" y="4318000"/>
            <a:ext cx="5334000" cy="2222500"/>
            <a:chOff x="508000" y="4318000"/>
            <a:chExt cx="5334000" cy="2222500"/>
          </a:xfrm>
        </p:grpSpPr>
        <p:sp>
          <p:nvSpPr>
            <p:cNvPr id="15" name="Retângulo: Cantos Arredondados 14" descr="Border: right">
              <a:extLst>
                <a:ext uri="{FF2B5EF4-FFF2-40B4-BE49-F238E27FC236}">
                  <a16:creationId xmlns:a16="http://schemas.microsoft.com/office/drawing/2014/main" id="{246F4EC7-93AB-4A78-8428-7291A9D9469B}"/>
                </a:ext>
              </a:extLst>
            </p:cNvPr>
            <p:cNvSpPr/>
            <p:nvPr/>
          </p:nvSpPr>
          <p:spPr>
            <a:xfrm>
              <a:off x="508000" y="4318000"/>
              <a:ext cx="5334000" cy="2222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46825CC-1B38-42ED-A44D-C274B9B6DB2D}"/>
                </a:ext>
              </a:extLst>
            </p:cNvPr>
            <p:cNvSpPr/>
            <p:nvPr/>
          </p:nvSpPr>
          <p:spPr>
            <a:xfrm>
              <a:off x="508000" y="4318000"/>
              <a:ext cx="76200" cy="2222500"/>
            </a:xfrm>
            <a:prstGeom prst="rect">
              <a:avLst/>
            </a:prstGeom>
            <a:solidFill>
              <a:srgbClr val="FF6B6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2BB92A69-9255-4BDB-BFB2-9C6598B7A192}"/>
                </a:ext>
              </a:extLst>
            </p:cNvPr>
            <p:cNvSpPr/>
            <p:nvPr/>
          </p:nvSpPr>
          <p:spPr>
            <a:xfrm>
              <a:off x="825500" y="4635500"/>
              <a:ext cx="698500" cy="698500"/>
            </a:xfrm>
            <a:prstGeom prst="ellipse">
              <a:avLst/>
            </a:prstGeom>
            <a:solidFill>
              <a:srgbClr val="FF6B6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pt-BR" sz="2200" b="1">
                  <a:solidFill>
                    <a:srgbClr val="FFFFFF"/>
                  </a:solidFill>
                </a:rPr>
                <a:t>03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482047BF-7FF3-4822-8453-F649D269E684}"/>
                </a:ext>
              </a:extLst>
            </p:cNvPr>
            <p:cNvSpPr txBox="1"/>
            <p:nvPr/>
          </p:nvSpPr>
          <p:spPr>
            <a:xfrm>
              <a:off x="1714500" y="4673600"/>
              <a:ext cx="3937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Diagnosticar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C9C9F622-B26E-49A7-B91C-D3585061DCE9}"/>
                </a:ext>
              </a:extLst>
            </p:cNvPr>
            <p:cNvSpPr txBox="1"/>
            <p:nvPr/>
          </p:nvSpPr>
          <p:spPr>
            <a:xfrm>
              <a:off x="825500" y="5524500"/>
              <a:ext cx="4762500" cy="889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problemas reais: pull-ups, modos CPOL/CPHA, baud rate, conflitos no barramento</a:t>
              </a: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C572482F-DB42-7550-1265-02B638A526B3}"/>
              </a:ext>
            </a:extLst>
          </p:cNvPr>
          <p:cNvGrpSpPr/>
          <p:nvPr/>
        </p:nvGrpSpPr>
        <p:grpSpPr>
          <a:xfrm>
            <a:off x="6096000" y="4318000"/>
            <a:ext cx="5334000" cy="2222500"/>
            <a:chOff x="6096000" y="4318000"/>
            <a:chExt cx="5334000" cy="2222500"/>
          </a:xfrm>
        </p:grpSpPr>
        <p:sp>
          <p:nvSpPr>
            <p:cNvPr id="20" name="Retângulo: Cantos Arredondados 19" descr="Border: right">
              <a:extLst>
                <a:ext uri="{FF2B5EF4-FFF2-40B4-BE49-F238E27FC236}">
                  <a16:creationId xmlns:a16="http://schemas.microsoft.com/office/drawing/2014/main" id="{7969C05C-FCA6-47B1-8AA0-D1E8E951CE38}"/>
                </a:ext>
              </a:extLst>
            </p:cNvPr>
            <p:cNvSpPr/>
            <p:nvPr/>
          </p:nvSpPr>
          <p:spPr>
            <a:xfrm>
              <a:off x="6096000" y="4318000"/>
              <a:ext cx="5334000" cy="2222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0FEF3BD9-B9E2-4EF2-8037-FBEE94CD18AF}"/>
                </a:ext>
              </a:extLst>
            </p:cNvPr>
            <p:cNvSpPr/>
            <p:nvPr/>
          </p:nvSpPr>
          <p:spPr>
            <a:xfrm>
              <a:off x="6096000" y="4318000"/>
              <a:ext cx="76200" cy="2222500"/>
            </a:xfrm>
            <a:prstGeom prst="rect">
              <a:avLst/>
            </a:prstGeom>
            <a:solidFill>
              <a:srgbClr val="FFD93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B7FEB40F-34C5-43A3-94AA-FCB6377E31BB}"/>
                </a:ext>
              </a:extLst>
            </p:cNvPr>
            <p:cNvSpPr/>
            <p:nvPr/>
          </p:nvSpPr>
          <p:spPr>
            <a:xfrm>
              <a:off x="6413500" y="4635500"/>
              <a:ext cx="698500" cy="698500"/>
            </a:xfrm>
            <a:prstGeom prst="ellipse">
              <a:avLst/>
            </a:prstGeom>
            <a:solidFill>
              <a:srgbClr val="FFD93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pt-BR" sz="2200" b="1">
                  <a:solidFill>
                    <a:srgbClr val="FFFFFF"/>
                  </a:solidFill>
                </a:rPr>
                <a:t>04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6DDDBB29-9277-40DC-988E-51A9B4A5A3E6}"/>
                </a:ext>
              </a:extLst>
            </p:cNvPr>
            <p:cNvSpPr txBox="1"/>
            <p:nvPr/>
          </p:nvSpPr>
          <p:spPr>
            <a:xfrm>
              <a:off x="7302500" y="4673600"/>
              <a:ext cx="3937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Escolher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D210D5F0-16E6-4212-B2BF-B203ED089C3B}"/>
                </a:ext>
              </a:extLst>
            </p:cNvPr>
            <p:cNvSpPr txBox="1"/>
            <p:nvPr/>
          </p:nvSpPr>
          <p:spPr>
            <a:xfrm>
              <a:off x="6413500" y="5524500"/>
              <a:ext cx="4762500" cy="889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o protocolo certo para cada projeto IoT — sensores, displays, áudio, GPS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698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252C0FC-4044-4EDE-BC07-D0C748ECDE2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C0F20ED-AF1E-4A93-8F05-6CAE1586538C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Agenda + Setup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001C077-F7FD-4127-B7DC-8878864E613F}"/>
              </a:ext>
            </a:extLst>
          </p:cNvPr>
          <p:cNvSpPr txBox="1"/>
          <p:nvPr/>
        </p:nvSpPr>
        <p:spPr>
          <a:xfrm>
            <a:off x="508000" y="1397000"/>
            <a:ext cx="558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00D4AA"/>
                </a:solidFill>
              </a:rPr>
              <a:t>📋  Roteiro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755A589E-21CB-47C2-85C6-7A4773C021DC}"/>
              </a:ext>
            </a:extLst>
          </p:cNvPr>
          <p:cNvSpPr/>
          <p:nvPr/>
        </p:nvSpPr>
        <p:spPr>
          <a:xfrm>
            <a:off x="508000" y="2159000"/>
            <a:ext cx="177800" cy="1778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2FF262D-FE91-44CD-938D-9FC5663FE7AC}"/>
              </a:ext>
            </a:extLst>
          </p:cNvPr>
          <p:cNvSpPr txBox="1"/>
          <p:nvPr/>
        </p:nvSpPr>
        <p:spPr>
          <a:xfrm>
            <a:off x="825500" y="2032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Fundamentos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7C5F786-C3F5-4012-877F-469B9190E3D1}"/>
              </a:ext>
            </a:extLst>
          </p:cNvPr>
          <p:cNvSpPr/>
          <p:nvPr/>
        </p:nvSpPr>
        <p:spPr>
          <a:xfrm>
            <a:off x="508000" y="2794000"/>
            <a:ext cx="177800" cy="1778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A5E9B39-2CB4-4254-97A8-CC8CD663535C}"/>
              </a:ext>
            </a:extLst>
          </p:cNvPr>
          <p:cNvSpPr txBox="1"/>
          <p:nvPr/>
        </p:nvSpPr>
        <p:spPr>
          <a:xfrm>
            <a:off x="825500" y="2667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Protocolo I²C — sensores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E053DF21-911A-4496-AE22-92E5269F844A}"/>
              </a:ext>
            </a:extLst>
          </p:cNvPr>
          <p:cNvSpPr/>
          <p:nvPr/>
        </p:nvSpPr>
        <p:spPr>
          <a:xfrm>
            <a:off x="508000" y="3429000"/>
            <a:ext cx="177800" cy="1778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A36EF55-0DFB-4150-B49D-2C5B740A4ABB}"/>
              </a:ext>
            </a:extLst>
          </p:cNvPr>
          <p:cNvSpPr txBox="1"/>
          <p:nvPr/>
        </p:nvSpPr>
        <p:spPr>
          <a:xfrm>
            <a:off x="825500" y="3302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2000">
                <a:solidFill>
                  <a:srgbClr val="2D3748"/>
                </a:solidFill>
              </a:rPr>
              <a:t>Protocolo SPI — displays e SD</a:t>
            </a:r>
            <a:endParaRPr lang="pt-BR" sz="2000">
              <a:solidFill>
                <a:srgbClr val="2D3748"/>
              </a:solidFill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7D22B4A7-EA16-4C96-B70A-F102C112B4DC}"/>
              </a:ext>
            </a:extLst>
          </p:cNvPr>
          <p:cNvSpPr/>
          <p:nvPr/>
        </p:nvSpPr>
        <p:spPr>
          <a:xfrm>
            <a:off x="508000" y="4064000"/>
            <a:ext cx="177800" cy="1778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A1BD0B3-7238-4631-9F96-A4D7A985A8DD}"/>
              </a:ext>
            </a:extLst>
          </p:cNvPr>
          <p:cNvSpPr txBox="1"/>
          <p:nvPr/>
        </p:nvSpPr>
        <p:spPr>
          <a:xfrm>
            <a:off x="825500" y="3937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Protocolo UART — GPS e GSM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2EBBD4B3-1DC4-4851-BA7B-1CEC12FBB31A}"/>
              </a:ext>
            </a:extLst>
          </p:cNvPr>
          <p:cNvSpPr/>
          <p:nvPr/>
        </p:nvSpPr>
        <p:spPr>
          <a:xfrm>
            <a:off x="508000" y="4699000"/>
            <a:ext cx="177800" cy="1778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3331D04-DFC7-459C-8E0E-829908CD5D11}"/>
              </a:ext>
            </a:extLst>
          </p:cNvPr>
          <p:cNvSpPr txBox="1"/>
          <p:nvPr/>
        </p:nvSpPr>
        <p:spPr>
          <a:xfrm>
            <a:off x="825500" y="4572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Protocolo I²S — áudio digital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CC17BEE-1B79-45E9-8DF4-BE834309FC85}"/>
              </a:ext>
            </a:extLst>
          </p:cNvPr>
          <p:cNvSpPr/>
          <p:nvPr/>
        </p:nvSpPr>
        <p:spPr>
          <a:xfrm>
            <a:off x="508000" y="5334000"/>
            <a:ext cx="177800" cy="1778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8A0028A-A37A-4920-8004-4C1A4FD18C4B}"/>
              </a:ext>
            </a:extLst>
          </p:cNvPr>
          <p:cNvSpPr txBox="1"/>
          <p:nvPr/>
        </p:nvSpPr>
        <p:spPr>
          <a:xfrm>
            <a:off x="825500" y="5207000"/>
            <a:ext cx="5207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Comparativo + boas práticas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0A388BE7-2585-4B31-9065-6901E0716ADB}"/>
              </a:ext>
            </a:extLst>
          </p:cNvPr>
          <p:cNvSpPr/>
          <p:nvPr/>
        </p:nvSpPr>
        <p:spPr>
          <a:xfrm>
            <a:off x="6350000" y="1397000"/>
            <a:ext cx="5334000" cy="4826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92850E42-4987-4184-AB9A-F64F80430E2D}"/>
              </a:ext>
            </a:extLst>
          </p:cNvPr>
          <p:cNvSpPr txBox="1"/>
          <p:nvPr/>
        </p:nvSpPr>
        <p:spPr>
          <a:xfrm>
            <a:off x="6667500" y="1651000"/>
            <a:ext cx="4826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⚙  Setup do ambiente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4CF16F4-AA7C-47E0-A560-FFC4EA050EFA}"/>
              </a:ext>
            </a:extLst>
          </p:cNvPr>
          <p:cNvSpPr txBox="1"/>
          <p:nvPr/>
        </p:nvSpPr>
        <p:spPr>
          <a:xfrm>
            <a:off x="6667500" y="22860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9F31FADC-C30C-438D-802D-47E29942BE24}"/>
              </a:ext>
            </a:extLst>
          </p:cNvPr>
          <p:cNvSpPr txBox="1"/>
          <p:nvPr/>
        </p:nvSpPr>
        <p:spPr>
          <a:xfrm>
            <a:off x="6985000" y="22860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VSCode + PlatformIO IDE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0752285-A481-42F5-9E4A-6E71811971B6}"/>
              </a:ext>
            </a:extLst>
          </p:cNvPr>
          <p:cNvSpPr txBox="1"/>
          <p:nvPr/>
        </p:nvSpPr>
        <p:spPr>
          <a:xfrm>
            <a:off x="6667500" y="28575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4B376803-DDA6-4C2E-92E7-A3D581BCB513}"/>
              </a:ext>
            </a:extLst>
          </p:cNvPr>
          <p:cNvSpPr txBox="1"/>
          <p:nvPr/>
        </p:nvSpPr>
        <p:spPr>
          <a:xfrm>
            <a:off x="6985000" y="28575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platformio.ini → board = esp32dev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C800DE7-F940-4823-894A-6692CBBE5ED2}"/>
              </a:ext>
            </a:extLst>
          </p:cNvPr>
          <p:cNvSpPr txBox="1"/>
          <p:nvPr/>
        </p:nvSpPr>
        <p:spPr>
          <a:xfrm>
            <a:off x="6667500" y="34290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DC5AAAE-BF87-46C7-B3E1-CBB287D2489A}"/>
              </a:ext>
            </a:extLst>
          </p:cNvPr>
          <p:cNvSpPr txBox="1"/>
          <p:nvPr/>
        </p:nvSpPr>
        <p:spPr>
          <a:xfrm>
            <a:off x="6985000" y="34290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Framework: arduino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C40F51C9-D946-4C36-8ABB-962D80D8FB68}"/>
              </a:ext>
            </a:extLst>
          </p:cNvPr>
          <p:cNvSpPr txBox="1"/>
          <p:nvPr/>
        </p:nvSpPr>
        <p:spPr>
          <a:xfrm>
            <a:off x="6667500" y="40005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DD46295-86CC-4045-A137-9A5798DD37F4}"/>
              </a:ext>
            </a:extLst>
          </p:cNvPr>
          <p:cNvSpPr txBox="1"/>
          <p:nvPr/>
        </p:nvSpPr>
        <p:spPr>
          <a:xfrm>
            <a:off x="6985000" y="40005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Monitor: 115200 baud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7F877645-A57A-485E-9B8A-FABB7ED32A62}"/>
              </a:ext>
            </a:extLst>
          </p:cNvPr>
          <p:cNvSpPr txBox="1"/>
          <p:nvPr/>
        </p:nvSpPr>
        <p:spPr>
          <a:xfrm>
            <a:off x="6667500" y="45720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F21EAC46-19FE-4F33-8A55-F60648BBE354}"/>
              </a:ext>
            </a:extLst>
          </p:cNvPr>
          <p:cNvSpPr txBox="1"/>
          <p:nvPr/>
        </p:nvSpPr>
        <p:spPr>
          <a:xfrm>
            <a:off x="6985000" y="45720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Hardware: ESP32 DevKit v1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54689CA-B431-4A22-8082-DCEA94CC028E}"/>
              </a:ext>
            </a:extLst>
          </p:cNvPr>
          <p:cNvSpPr txBox="1"/>
          <p:nvPr/>
        </p:nvSpPr>
        <p:spPr>
          <a:xfrm>
            <a:off x="6667500" y="5143500"/>
            <a:ext cx="25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›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2263E830-3D99-4D0C-85ED-45D415F1A4C3}"/>
              </a:ext>
            </a:extLst>
          </p:cNvPr>
          <p:cNvSpPr txBox="1"/>
          <p:nvPr/>
        </p:nvSpPr>
        <p:spPr>
          <a:xfrm>
            <a:off x="6985000" y="5143500"/>
            <a:ext cx="4572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FAFAFA"/>
                </a:solidFill>
              </a:rPr>
              <a:t>Protoboard + jumpers + sensores</a:t>
            </a:r>
          </a:p>
        </p:txBody>
      </p:sp>
    </p:spTree>
    <p:extLst>
      <p:ext uri="{BB962C8B-B14F-4D97-AF65-F5344CB8AC3E}">
        <p14:creationId xmlns:p14="http://schemas.microsoft.com/office/powerpoint/2010/main" val="672579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AAFD9A3-C1BB-4CD2-9CA7-1D7ED238475D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B2E221A-D83E-4C21-A5B7-896E87D88798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Paralela vs Serial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831D3D-7DDF-4DFA-95D8-996EBC232613}"/>
              </a:ext>
            </a:extLst>
          </p:cNvPr>
          <p:cNvSpPr/>
          <p:nvPr/>
        </p:nvSpPr>
        <p:spPr>
          <a:xfrm>
            <a:off x="508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9AB3CAA-645C-4EFD-A4DA-3C852C760AA8}"/>
              </a:ext>
            </a:extLst>
          </p:cNvPr>
          <p:cNvSpPr txBox="1"/>
          <p:nvPr/>
        </p:nvSpPr>
        <p:spPr>
          <a:xfrm>
            <a:off x="762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FF6B6B"/>
                </a:solidFill>
              </a:rPr>
              <a:t>Comunicação Paralela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439DCCC-385F-441C-BA92-5E4D4412F814}"/>
              </a:ext>
            </a:extLst>
          </p:cNvPr>
          <p:cNvSpPr/>
          <p:nvPr/>
        </p:nvSpPr>
        <p:spPr>
          <a:xfrm>
            <a:off x="825500" y="2349500"/>
            <a:ext cx="1143000" cy="1016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MCU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8DAE7187-B65C-4568-B58E-CF6F5121755C}"/>
              </a:ext>
            </a:extLst>
          </p:cNvPr>
          <p:cNvSpPr/>
          <p:nvPr/>
        </p:nvSpPr>
        <p:spPr>
          <a:xfrm>
            <a:off x="4508500" y="2349500"/>
            <a:ext cx="1143000" cy="10160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Periférico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6D420ED-821F-41D9-81D1-9841A9B8AD94}"/>
              </a:ext>
            </a:extLst>
          </p:cNvPr>
          <p:cNvSpPr/>
          <p:nvPr/>
        </p:nvSpPr>
        <p:spPr>
          <a:xfrm>
            <a:off x="1968500" y="24765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3DB87C5-38D2-4BD1-8534-C1471C0215B9}"/>
              </a:ext>
            </a:extLst>
          </p:cNvPr>
          <p:cNvSpPr/>
          <p:nvPr/>
        </p:nvSpPr>
        <p:spPr>
          <a:xfrm>
            <a:off x="1968500" y="25781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4CDAFD2-64A1-4F11-A9D5-28D2E2FEA716}"/>
              </a:ext>
            </a:extLst>
          </p:cNvPr>
          <p:cNvSpPr/>
          <p:nvPr/>
        </p:nvSpPr>
        <p:spPr>
          <a:xfrm>
            <a:off x="1968500" y="26797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861AFBD-355B-4EB6-8828-A101EE0BF516}"/>
              </a:ext>
            </a:extLst>
          </p:cNvPr>
          <p:cNvSpPr/>
          <p:nvPr/>
        </p:nvSpPr>
        <p:spPr>
          <a:xfrm>
            <a:off x="1968500" y="27813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0CA1923-A49A-4CD0-978A-BC468AB13301}"/>
              </a:ext>
            </a:extLst>
          </p:cNvPr>
          <p:cNvSpPr/>
          <p:nvPr/>
        </p:nvSpPr>
        <p:spPr>
          <a:xfrm>
            <a:off x="1968500" y="28829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5F202ED-6EF4-408F-91F9-E4AC076EEB76}"/>
              </a:ext>
            </a:extLst>
          </p:cNvPr>
          <p:cNvSpPr/>
          <p:nvPr/>
        </p:nvSpPr>
        <p:spPr>
          <a:xfrm>
            <a:off x="1968500" y="29845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2220AF6E-39D8-4E71-8761-DBB400CA858A}"/>
              </a:ext>
            </a:extLst>
          </p:cNvPr>
          <p:cNvSpPr/>
          <p:nvPr/>
        </p:nvSpPr>
        <p:spPr>
          <a:xfrm>
            <a:off x="1968500" y="30861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4513F3CF-4406-4F5B-8D8A-0FC51D8122E0}"/>
              </a:ext>
            </a:extLst>
          </p:cNvPr>
          <p:cNvSpPr/>
          <p:nvPr/>
        </p:nvSpPr>
        <p:spPr>
          <a:xfrm>
            <a:off x="1968500" y="3187700"/>
            <a:ext cx="2540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BE86733-AF2B-42D4-97AD-F26791D18FE3}"/>
              </a:ext>
            </a:extLst>
          </p:cNvPr>
          <p:cNvSpPr txBox="1"/>
          <p:nvPr/>
        </p:nvSpPr>
        <p:spPr>
          <a:xfrm>
            <a:off x="1968500" y="3492500"/>
            <a:ext cx="254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FF6B6B"/>
                </a:solidFill>
              </a:rPr>
              <a:t>D0 – D7  (8 fios)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CD05352D-6254-4D93-B6D4-6C3008AB2551}"/>
              </a:ext>
            </a:extLst>
          </p:cNvPr>
          <p:cNvSpPr/>
          <p:nvPr/>
        </p:nvSpPr>
        <p:spPr>
          <a:xfrm>
            <a:off x="825500" y="4356100"/>
            <a:ext cx="76200" cy="762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2A00937-C38E-47E9-A755-DCBFAADF1DCE}"/>
              </a:ext>
            </a:extLst>
          </p:cNvPr>
          <p:cNvSpPr txBox="1"/>
          <p:nvPr/>
        </p:nvSpPr>
        <p:spPr>
          <a:xfrm>
            <a:off x="1016000" y="41910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Muitos fios → PCB caro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AC318F0-313B-4861-AC1A-8072FF276F74}"/>
              </a:ext>
            </a:extLst>
          </p:cNvPr>
          <p:cNvSpPr/>
          <p:nvPr/>
        </p:nvSpPr>
        <p:spPr>
          <a:xfrm>
            <a:off x="825500" y="4762500"/>
            <a:ext cx="76200" cy="762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9245AE7-BF3A-42A9-A182-40C1674B6017}"/>
              </a:ext>
            </a:extLst>
          </p:cNvPr>
          <p:cNvSpPr txBox="1"/>
          <p:nvPr/>
        </p:nvSpPr>
        <p:spPr>
          <a:xfrm>
            <a:off x="1016000" y="45974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Alta velocidade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B5DF3424-025D-4B42-B8E8-C91C1075D44D}"/>
              </a:ext>
            </a:extLst>
          </p:cNvPr>
          <p:cNvSpPr/>
          <p:nvPr/>
        </p:nvSpPr>
        <p:spPr>
          <a:xfrm>
            <a:off x="825500" y="5168900"/>
            <a:ext cx="76200" cy="762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E3944FA6-3149-4280-A4C6-4BC1BD6F14E7}"/>
              </a:ext>
            </a:extLst>
          </p:cNvPr>
          <p:cNvSpPr txBox="1"/>
          <p:nvPr/>
        </p:nvSpPr>
        <p:spPr>
          <a:xfrm>
            <a:off x="1016000" y="50038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Crosstalk em distâncias longas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FFA03095-6800-47E6-B52A-A0A21276BA09}"/>
              </a:ext>
            </a:extLst>
          </p:cNvPr>
          <p:cNvSpPr/>
          <p:nvPr/>
        </p:nvSpPr>
        <p:spPr>
          <a:xfrm>
            <a:off x="825500" y="5575300"/>
            <a:ext cx="76200" cy="762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BAD86192-5B32-4BAE-BF3A-1C02567217D9}"/>
              </a:ext>
            </a:extLst>
          </p:cNvPr>
          <p:cNvSpPr txBox="1"/>
          <p:nvPr/>
        </p:nvSpPr>
        <p:spPr>
          <a:xfrm>
            <a:off x="1016000" y="54102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Pouco usado fora de barramentos memória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108E623E-920C-4771-8431-87C27F9BAF09}"/>
              </a:ext>
            </a:extLst>
          </p:cNvPr>
          <p:cNvSpPr/>
          <p:nvPr/>
        </p:nvSpPr>
        <p:spPr>
          <a:xfrm>
            <a:off x="6223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CC08431-4903-4880-9C78-805BFCD305E5}"/>
              </a:ext>
            </a:extLst>
          </p:cNvPr>
          <p:cNvSpPr txBox="1"/>
          <p:nvPr/>
        </p:nvSpPr>
        <p:spPr>
          <a:xfrm>
            <a:off x="6477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00D4AA"/>
                </a:solidFill>
              </a:rPr>
              <a:t>Comunicação Serial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5E6293B8-867C-4275-95BB-ACDD4E0DA754}"/>
              </a:ext>
            </a:extLst>
          </p:cNvPr>
          <p:cNvSpPr/>
          <p:nvPr/>
        </p:nvSpPr>
        <p:spPr>
          <a:xfrm>
            <a:off x="6540500" y="2349500"/>
            <a:ext cx="1143000" cy="1016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</a:rPr>
              <a:t>MCU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87C1F30C-B5F4-4D8A-B584-EAEF6ABE7FE2}"/>
              </a:ext>
            </a:extLst>
          </p:cNvPr>
          <p:cNvSpPr/>
          <p:nvPr/>
        </p:nvSpPr>
        <p:spPr>
          <a:xfrm>
            <a:off x="10223500" y="2349500"/>
            <a:ext cx="1143000" cy="1016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</a:rPr>
              <a:t>Periférico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13FA2AB6-286B-4815-84C4-6CBFFEF6D9F5}"/>
              </a:ext>
            </a:extLst>
          </p:cNvPr>
          <p:cNvSpPr/>
          <p:nvPr/>
        </p:nvSpPr>
        <p:spPr>
          <a:xfrm>
            <a:off x="7683500" y="2844800"/>
            <a:ext cx="2540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22FB16F6-52E3-4BFE-92D8-9C415C33D6EA}"/>
              </a:ext>
            </a:extLst>
          </p:cNvPr>
          <p:cNvSpPr txBox="1"/>
          <p:nvPr/>
        </p:nvSpPr>
        <p:spPr>
          <a:xfrm>
            <a:off x="7683500" y="2476500"/>
            <a:ext cx="254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1 0 1 1 0 0 1 0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BBB3A676-A881-4F49-9231-D9C60A5A9972}"/>
              </a:ext>
            </a:extLst>
          </p:cNvPr>
          <p:cNvSpPr txBox="1"/>
          <p:nvPr/>
        </p:nvSpPr>
        <p:spPr>
          <a:xfrm>
            <a:off x="7683500" y="3048000"/>
            <a:ext cx="254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</a:rPr>
              <a:t>1 fio (sequencial)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7D25D685-2D5E-49D1-B296-D50CECE3D59E}"/>
              </a:ext>
            </a:extLst>
          </p:cNvPr>
          <p:cNvSpPr/>
          <p:nvPr/>
        </p:nvSpPr>
        <p:spPr>
          <a:xfrm>
            <a:off x="6540500" y="4356100"/>
            <a:ext cx="76200" cy="762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EFF1905-2E0E-4A1B-A05E-B82177DE7463}"/>
              </a:ext>
            </a:extLst>
          </p:cNvPr>
          <p:cNvSpPr txBox="1"/>
          <p:nvPr/>
        </p:nvSpPr>
        <p:spPr>
          <a:xfrm>
            <a:off x="6731000" y="41910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Poucos fios → PCB simples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00358854-CF4B-4D47-96E5-2EC49BF7F9F1}"/>
              </a:ext>
            </a:extLst>
          </p:cNvPr>
          <p:cNvSpPr/>
          <p:nvPr/>
        </p:nvSpPr>
        <p:spPr>
          <a:xfrm>
            <a:off x="6540500" y="4762500"/>
            <a:ext cx="76200" cy="762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8896C01D-611E-4F1F-8FE8-AC91FEEAAAD5}"/>
              </a:ext>
            </a:extLst>
          </p:cNvPr>
          <p:cNvSpPr txBox="1"/>
          <p:nvPr/>
        </p:nvSpPr>
        <p:spPr>
          <a:xfrm>
            <a:off x="6731000" y="45974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Funciona em longas distâncias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E0FE8866-B6B1-4059-947F-D9624178DA58}"/>
              </a:ext>
            </a:extLst>
          </p:cNvPr>
          <p:cNvSpPr/>
          <p:nvPr/>
        </p:nvSpPr>
        <p:spPr>
          <a:xfrm>
            <a:off x="6540500" y="5168900"/>
            <a:ext cx="76200" cy="762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A3F32F5-1D93-4AB1-AC8E-360D5516F183}"/>
              </a:ext>
            </a:extLst>
          </p:cNvPr>
          <p:cNvSpPr txBox="1"/>
          <p:nvPr/>
        </p:nvSpPr>
        <p:spPr>
          <a:xfrm>
            <a:off x="6731000" y="50038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I²C, SPI, UART, USB, Ethernet…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86307FB-DD5E-4713-A897-3143C073E1A4}"/>
              </a:ext>
            </a:extLst>
          </p:cNvPr>
          <p:cNvSpPr/>
          <p:nvPr/>
        </p:nvSpPr>
        <p:spPr>
          <a:xfrm>
            <a:off x="6540500" y="5575300"/>
            <a:ext cx="76200" cy="762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7EE4267-FB8A-4983-9E49-ADDEE3525608}"/>
              </a:ext>
            </a:extLst>
          </p:cNvPr>
          <p:cNvSpPr txBox="1"/>
          <p:nvPr/>
        </p:nvSpPr>
        <p:spPr>
          <a:xfrm>
            <a:off x="6731000" y="54102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Velocidade muito alta hoje</a:t>
            </a:r>
          </a:p>
        </p:txBody>
      </p:sp>
    </p:spTree>
    <p:extLst>
      <p:ext uri="{BB962C8B-B14F-4D97-AF65-F5344CB8AC3E}">
        <p14:creationId xmlns:p14="http://schemas.microsoft.com/office/powerpoint/2010/main" val="3327017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756BD187-5E9D-4369-87A3-B30214657DC3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4D2B60D-79E3-41B7-8142-53BA645115EE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Síncrona vs Assíncrona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2898847-F53B-4B83-8B8F-7B9F8F3EA795}"/>
              </a:ext>
            </a:extLst>
          </p:cNvPr>
          <p:cNvSpPr/>
          <p:nvPr/>
        </p:nvSpPr>
        <p:spPr>
          <a:xfrm>
            <a:off x="508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CBD490B-819E-41F8-9913-40A59F5133FD}"/>
              </a:ext>
            </a:extLst>
          </p:cNvPr>
          <p:cNvSpPr txBox="1"/>
          <p:nvPr/>
        </p:nvSpPr>
        <p:spPr>
          <a:xfrm>
            <a:off x="762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</a:rPr>
              <a:t>Síncrona  (I²C, SPI, I²S)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0905156-08D9-42F9-9D77-D7C971358A21}"/>
              </a:ext>
            </a:extLst>
          </p:cNvPr>
          <p:cNvSpPr txBox="1"/>
          <p:nvPr/>
        </p:nvSpPr>
        <p:spPr>
          <a:xfrm>
            <a:off x="762000" y="2349500"/>
            <a:ext cx="50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2D3748"/>
                </a:solidFill>
                <a:latin typeface="Consolas"/>
              </a:rPr>
              <a:t>CLK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DA1A71B-F210-49DE-B5BD-9E1D524F1A28}"/>
              </a:ext>
            </a:extLst>
          </p:cNvPr>
          <p:cNvSpPr/>
          <p:nvPr/>
        </p:nvSpPr>
        <p:spPr>
          <a:xfrm>
            <a:off x="1397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C9AF637-8F1B-41BB-A74F-A37205FFEB87}"/>
              </a:ext>
            </a:extLst>
          </p:cNvPr>
          <p:cNvSpPr/>
          <p:nvPr/>
        </p:nvSpPr>
        <p:spPr>
          <a:xfrm>
            <a:off x="1701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882C3F6-8FFC-4B13-AA50-2270FC78FE47}"/>
              </a:ext>
            </a:extLst>
          </p:cNvPr>
          <p:cNvSpPr/>
          <p:nvPr/>
        </p:nvSpPr>
        <p:spPr>
          <a:xfrm>
            <a:off x="1714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3D075EA-41FC-4F90-B290-FBA22CCEC761}"/>
              </a:ext>
            </a:extLst>
          </p:cNvPr>
          <p:cNvSpPr/>
          <p:nvPr/>
        </p:nvSpPr>
        <p:spPr>
          <a:xfrm>
            <a:off x="20193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0AB2EA31-0B77-411E-AFB8-B31979449CFC}"/>
              </a:ext>
            </a:extLst>
          </p:cNvPr>
          <p:cNvSpPr/>
          <p:nvPr/>
        </p:nvSpPr>
        <p:spPr>
          <a:xfrm>
            <a:off x="2032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C47D475-BC33-45DB-B694-6014C488CB7B}"/>
              </a:ext>
            </a:extLst>
          </p:cNvPr>
          <p:cNvSpPr/>
          <p:nvPr/>
        </p:nvSpPr>
        <p:spPr>
          <a:xfrm>
            <a:off x="2336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269C017-F0C4-4379-8829-86C99FDDA09A}"/>
              </a:ext>
            </a:extLst>
          </p:cNvPr>
          <p:cNvSpPr/>
          <p:nvPr/>
        </p:nvSpPr>
        <p:spPr>
          <a:xfrm>
            <a:off x="2349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3EEC83FA-3820-4562-9D6A-AD50CA163788}"/>
              </a:ext>
            </a:extLst>
          </p:cNvPr>
          <p:cNvSpPr/>
          <p:nvPr/>
        </p:nvSpPr>
        <p:spPr>
          <a:xfrm>
            <a:off x="26543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6489FBE3-A5C6-4B42-AF87-88AA9F536153}"/>
              </a:ext>
            </a:extLst>
          </p:cNvPr>
          <p:cNvSpPr/>
          <p:nvPr/>
        </p:nvSpPr>
        <p:spPr>
          <a:xfrm>
            <a:off x="2667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FA4A6D5-AA07-47F6-A364-C6094BC76F46}"/>
              </a:ext>
            </a:extLst>
          </p:cNvPr>
          <p:cNvSpPr/>
          <p:nvPr/>
        </p:nvSpPr>
        <p:spPr>
          <a:xfrm>
            <a:off x="2971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78233D2E-3C37-4E65-81D4-2E5AFE8AD93E}"/>
              </a:ext>
            </a:extLst>
          </p:cNvPr>
          <p:cNvSpPr/>
          <p:nvPr/>
        </p:nvSpPr>
        <p:spPr>
          <a:xfrm>
            <a:off x="2984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656A9474-EB87-4255-A3C8-860A354184C2}"/>
              </a:ext>
            </a:extLst>
          </p:cNvPr>
          <p:cNvSpPr/>
          <p:nvPr/>
        </p:nvSpPr>
        <p:spPr>
          <a:xfrm>
            <a:off x="32893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48509D3C-7F8A-4789-ABD8-0036AB3FEACF}"/>
              </a:ext>
            </a:extLst>
          </p:cNvPr>
          <p:cNvSpPr/>
          <p:nvPr/>
        </p:nvSpPr>
        <p:spPr>
          <a:xfrm>
            <a:off x="3302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84F8685-2B12-4432-B4E5-427303DC57AC}"/>
              </a:ext>
            </a:extLst>
          </p:cNvPr>
          <p:cNvSpPr/>
          <p:nvPr/>
        </p:nvSpPr>
        <p:spPr>
          <a:xfrm>
            <a:off x="3606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4E6E63B0-3657-4620-8151-088330617789}"/>
              </a:ext>
            </a:extLst>
          </p:cNvPr>
          <p:cNvSpPr/>
          <p:nvPr/>
        </p:nvSpPr>
        <p:spPr>
          <a:xfrm>
            <a:off x="3619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9ACA81BC-9ECF-4152-81E4-07E0EADA2D2D}"/>
              </a:ext>
            </a:extLst>
          </p:cNvPr>
          <p:cNvSpPr/>
          <p:nvPr/>
        </p:nvSpPr>
        <p:spPr>
          <a:xfrm>
            <a:off x="39243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315AC4CC-AD4F-45B2-9D39-A795F9BB0B73}"/>
              </a:ext>
            </a:extLst>
          </p:cNvPr>
          <p:cNvSpPr/>
          <p:nvPr/>
        </p:nvSpPr>
        <p:spPr>
          <a:xfrm>
            <a:off x="3937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877B1D87-BC2A-4730-BB69-485AB67315FF}"/>
              </a:ext>
            </a:extLst>
          </p:cNvPr>
          <p:cNvSpPr/>
          <p:nvPr/>
        </p:nvSpPr>
        <p:spPr>
          <a:xfrm>
            <a:off x="4241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F7F0D997-F8C5-4DB3-818F-82A465292687}"/>
              </a:ext>
            </a:extLst>
          </p:cNvPr>
          <p:cNvSpPr/>
          <p:nvPr/>
        </p:nvSpPr>
        <p:spPr>
          <a:xfrm>
            <a:off x="4254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E3CF0884-4F59-4AAA-984B-CA2E68BC4B51}"/>
              </a:ext>
            </a:extLst>
          </p:cNvPr>
          <p:cNvSpPr/>
          <p:nvPr/>
        </p:nvSpPr>
        <p:spPr>
          <a:xfrm>
            <a:off x="45593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5C8C07C5-5D55-497D-B4B3-CFF63CFB485C}"/>
              </a:ext>
            </a:extLst>
          </p:cNvPr>
          <p:cNvSpPr/>
          <p:nvPr/>
        </p:nvSpPr>
        <p:spPr>
          <a:xfrm>
            <a:off x="4572000" y="24765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6A7863AE-747D-4E39-B333-DC4897F2F1C4}"/>
              </a:ext>
            </a:extLst>
          </p:cNvPr>
          <p:cNvSpPr/>
          <p:nvPr/>
        </p:nvSpPr>
        <p:spPr>
          <a:xfrm>
            <a:off x="4876800" y="2501900"/>
            <a:ext cx="25400" cy="292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D0444061-571E-4FA4-90B8-075D506AC4DE}"/>
              </a:ext>
            </a:extLst>
          </p:cNvPr>
          <p:cNvSpPr/>
          <p:nvPr/>
        </p:nvSpPr>
        <p:spPr>
          <a:xfrm>
            <a:off x="4889500" y="2794000"/>
            <a:ext cx="317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BAA0B1BB-8227-46EB-BEF4-FD52C64D9991}"/>
              </a:ext>
            </a:extLst>
          </p:cNvPr>
          <p:cNvSpPr txBox="1"/>
          <p:nvPr/>
        </p:nvSpPr>
        <p:spPr>
          <a:xfrm>
            <a:off x="762000" y="32385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2D3748"/>
                </a:solidFill>
                <a:latin typeface="Consolas"/>
              </a:rPr>
              <a:t>DATA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6A969D0C-B584-4CC8-B05E-B74C6110AA6A}"/>
              </a:ext>
            </a:extLst>
          </p:cNvPr>
          <p:cNvSpPr/>
          <p:nvPr/>
        </p:nvSpPr>
        <p:spPr>
          <a:xfrm>
            <a:off x="1397000" y="33655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6820A4AC-D206-4EB5-9CB9-8AB25AD62661}"/>
              </a:ext>
            </a:extLst>
          </p:cNvPr>
          <p:cNvSpPr/>
          <p:nvPr/>
        </p:nvSpPr>
        <p:spPr>
          <a:xfrm>
            <a:off x="2019300" y="3390900"/>
            <a:ext cx="25400" cy="292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1E3DB05D-65D1-4A80-B0ED-C55C153E69C5}"/>
              </a:ext>
            </a:extLst>
          </p:cNvPr>
          <p:cNvSpPr/>
          <p:nvPr/>
        </p:nvSpPr>
        <p:spPr>
          <a:xfrm>
            <a:off x="2032000" y="36830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1709A66C-FD1C-4177-AC38-BEDC22610841}"/>
              </a:ext>
            </a:extLst>
          </p:cNvPr>
          <p:cNvSpPr/>
          <p:nvPr/>
        </p:nvSpPr>
        <p:spPr>
          <a:xfrm>
            <a:off x="2654300" y="3390900"/>
            <a:ext cx="25400" cy="292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82BD74C4-43FB-45AD-9AEA-AF5B33A29445}"/>
              </a:ext>
            </a:extLst>
          </p:cNvPr>
          <p:cNvSpPr/>
          <p:nvPr/>
        </p:nvSpPr>
        <p:spPr>
          <a:xfrm>
            <a:off x="2667000" y="33655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E5545DE3-9FA5-489C-8947-46FA30DA6079}"/>
              </a:ext>
            </a:extLst>
          </p:cNvPr>
          <p:cNvSpPr/>
          <p:nvPr/>
        </p:nvSpPr>
        <p:spPr>
          <a:xfrm>
            <a:off x="3302000" y="33655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0AA42497-A327-4A22-8E76-94C3FCA5EE3A}"/>
              </a:ext>
            </a:extLst>
          </p:cNvPr>
          <p:cNvSpPr/>
          <p:nvPr/>
        </p:nvSpPr>
        <p:spPr>
          <a:xfrm>
            <a:off x="3924300" y="3390900"/>
            <a:ext cx="25400" cy="292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2331F3CD-1B93-4BD9-911C-4D57B1A02979}"/>
              </a:ext>
            </a:extLst>
          </p:cNvPr>
          <p:cNvSpPr/>
          <p:nvPr/>
        </p:nvSpPr>
        <p:spPr>
          <a:xfrm>
            <a:off x="3937000" y="36830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D1DB5D72-01E0-4CDA-83A9-7ABC5E24ACA5}"/>
              </a:ext>
            </a:extLst>
          </p:cNvPr>
          <p:cNvSpPr/>
          <p:nvPr/>
        </p:nvSpPr>
        <p:spPr>
          <a:xfrm>
            <a:off x="4572000" y="3683000"/>
            <a:ext cx="635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92E53805-4B65-43CE-965D-BA64C9C2EFDE}"/>
              </a:ext>
            </a:extLst>
          </p:cNvPr>
          <p:cNvSpPr txBox="1"/>
          <p:nvPr/>
        </p:nvSpPr>
        <p:spPr>
          <a:xfrm>
            <a:off x="762000" y="4191000"/>
            <a:ext cx="4953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Clock compartilhado entre master e slave
Dados amostrados nas bordas do CLK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92C706CB-82BF-420B-9411-B5F42ED794A7}"/>
              </a:ext>
            </a:extLst>
          </p:cNvPr>
          <p:cNvSpPr txBox="1"/>
          <p:nvPr/>
        </p:nvSpPr>
        <p:spPr>
          <a:xfrm>
            <a:off x="762000" y="5334000"/>
            <a:ext cx="495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</a:rPr>
              <a:t>✓  Sem erro de drift entre dispositivos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DA7F234E-D593-43F8-BF93-D06F9DD4F169}"/>
              </a:ext>
            </a:extLst>
          </p:cNvPr>
          <p:cNvSpPr txBox="1"/>
          <p:nvPr/>
        </p:nvSpPr>
        <p:spPr>
          <a:xfrm>
            <a:off x="762000" y="5778500"/>
            <a:ext cx="495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</a:rPr>
              <a:t>✓  Velocidade limitada pelo clock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456D019A-A9D0-43E8-943B-D3DDC4B5C1A0}"/>
              </a:ext>
            </a:extLst>
          </p:cNvPr>
          <p:cNvSpPr/>
          <p:nvPr/>
        </p:nvSpPr>
        <p:spPr>
          <a:xfrm>
            <a:off x="6223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7D51DDFD-52CE-4BCA-91E3-C70901D7D157}"/>
              </a:ext>
            </a:extLst>
          </p:cNvPr>
          <p:cNvSpPr txBox="1"/>
          <p:nvPr/>
        </p:nvSpPr>
        <p:spPr>
          <a:xfrm>
            <a:off x="6477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F6B6B"/>
                </a:solidFill>
              </a:rPr>
              <a:t>Assíncrona  (UART)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C1CB0546-A36A-480C-A745-3867459667A3}"/>
              </a:ext>
            </a:extLst>
          </p:cNvPr>
          <p:cNvSpPr txBox="1"/>
          <p:nvPr/>
        </p:nvSpPr>
        <p:spPr>
          <a:xfrm>
            <a:off x="6477000" y="2603500"/>
            <a:ext cx="50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2D3748"/>
                </a:solidFill>
                <a:latin typeface="Consolas"/>
              </a:rPr>
              <a:t>TX</a:t>
            </a: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8B71E85F-49A8-4CAD-9EBD-31B8675A7415}"/>
              </a:ext>
            </a:extLst>
          </p:cNvPr>
          <p:cNvSpPr/>
          <p:nvPr/>
        </p:nvSpPr>
        <p:spPr>
          <a:xfrm>
            <a:off x="7112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FEFE5833-33BA-4C88-9952-9F0BB3EC867A}"/>
              </a:ext>
            </a:extLst>
          </p:cNvPr>
          <p:cNvSpPr/>
          <p:nvPr/>
        </p:nvSpPr>
        <p:spPr>
          <a:xfrm>
            <a:off x="7480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83D7EF76-8B28-4F6C-B692-24F5D3F1FC8D}"/>
              </a:ext>
            </a:extLst>
          </p:cNvPr>
          <p:cNvSpPr txBox="1"/>
          <p:nvPr/>
        </p:nvSpPr>
        <p:spPr>
          <a:xfrm>
            <a:off x="7048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IDLE</a:t>
            </a:r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323F0AAD-0A7D-4373-BED9-0554231BB19F}"/>
              </a:ext>
            </a:extLst>
          </p:cNvPr>
          <p:cNvSpPr/>
          <p:nvPr/>
        </p:nvSpPr>
        <p:spPr>
          <a:xfrm>
            <a:off x="7493000" y="30480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97601E8C-9C6D-4D25-9F0D-7758DF4CF4B8}"/>
              </a:ext>
            </a:extLst>
          </p:cNvPr>
          <p:cNvSpPr/>
          <p:nvPr/>
        </p:nvSpPr>
        <p:spPr>
          <a:xfrm>
            <a:off x="7861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CaixaDeTexto 50">
            <a:extLst>
              <a:ext uri="{FF2B5EF4-FFF2-40B4-BE49-F238E27FC236}">
                <a16:creationId xmlns:a16="http://schemas.microsoft.com/office/drawing/2014/main" id="{7DD9E6AB-598D-405E-9B97-7263A9B80C36}"/>
              </a:ext>
            </a:extLst>
          </p:cNvPr>
          <p:cNvSpPr txBox="1"/>
          <p:nvPr/>
        </p:nvSpPr>
        <p:spPr>
          <a:xfrm>
            <a:off x="7429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ST</a:t>
            </a:r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AF32D8F1-CCF6-47B5-89B7-D26F0FA52C8D}"/>
              </a:ext>
            </a:extLst>
          </p:cNvPr>
          <p:cNvSpPr/>
          <p:nvPr/>
        </p:nvSpPr>
        <p:spPr>
          <a:xfrm>
            <a:off x="7874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838A45BF-5C8C-4284-9B6F-58CD9213C58D}"/>
              </a:ext>
            </a:extLst>
          </p:cNvPr>
          <p:cNvSpPr/>
          <p:nvPr/>
        </p:nvSpPr>
        <p:spPr>
          <a:xfrm>
            <a:off x="8242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EEDAEFCC-D63C-4F1C-BD34-BB4995A062BB}"/>
              </a:ext>
            </a:extLst>
          </p:cNvPr>
          <p:cNvSpPr txBox="1"/>
          <p:nvPr/>
        </p:nvSpPr>
        <p:spPr>
          <a:xfrm>
            <a:off x="7810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D0</a:t>
            </a:r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502F475A-1967-432C-BA9E-EE2ED43AB3F8}"/>
              </a:ext>
            </a:extLst>
          </p:cNvPr>
          <p:cNvSpPr/>
          <p:nvPr/>
        </p:nvSpPr>
        <p:spPr>
          <a:xfrm>
            <a:off x="8255000" y="30480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9B479C5D-7250-4BC9-9422-3F332DFD7B20}"/>
              </a:ext>
            </a:extLst>
          </p:cNvPr>
          <p:cNvSpPr/>
          <p:nvPr/>
        </p:nvSpPr>
        <p:spPr>
          <a:xfrm>
            <a:off x="8623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B442EFC5-1423-4BEF-A8D6-39C9754766B7}"/>
              </a:ext>
            </a:extLst>
          </p:cNvPr>
          <p:cNvSpPr txBox="1"/>
          <p:nvPr/>
        </p:nvSpPr>
        <p:spPr>
          <a:xfrm>
            <a:off x="8191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D1</a:t>
            </a:r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28A0DA17-6071-46F3-87FA-27A0863816EB}"/>
              </a:ext>
            </a:extLst>
          </p:cNvPr>
          <p:cNvSpPr/>
          <p:nvPr/>
        </p:nvSpPr>
        <p:spPr>
          <a:xfrm>
            <a:off x="8636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8963605C-500F-4BB1-A169-D088BD917844}"/>
              </a:ext>
            </a:extLst>
          </p:cNvPr>
          <p:cNvSpPr txBox="1"/>
          <p:nvPr/>
        </p:nvSpPr>
        <p:spPr>
          <a:xfrm>
            <a:off x="8572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D2</a:t>
            </a:r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A4E3094B-3C65-4600-9F3B-A9BEC83AC4B3}"/>
              </a:ext>
            </a:extLst>
          </p:cNvPr>
          <p:cNvSpPr/>
          <p:nvPr/>
        </p:nvSpPr>
        <p:spPr>
          <a:xfrm>
            <a:off x="9017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E850F8BB-4BE2-4F8C-A674-C2E9C71C8DDA}"/>
              </a:ext>
            </a:extLst>
          </p:cNvPr>
          <p:cNvSpPr/>
          <p:nvPr/>
        </p:nvSpPr>
        <p:spPr>
          <a:xfrm>
            <a:off x="9385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C9CA9F3F-1C0C-482A-AB51-23BB24DFDBCD}"/>
              </a:ext>
            </a:extLst>
          </p:cNvPr>
          <p:cNvSpPr txBox="1"/>
          <p:nvPr/>
        </p:nvSpPr>
        <p:spPr>
          <a:xfrm>
            <a:off x="8953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D3</a:t>
            </a:r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EF8980A6-030F-4C3B-A80B-53659F6F9B01}"/>
              </a:ext>
            </a:extLst>
          </p:cNvPr>
          <p:cNvSpPr/>
          <p:nvPr/>
        </p:nvSpPr>
        <p:spPr>
          <a:xfrm>
            <a:off x="9398000" y="30480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78B97BC7-87E9-42B7-AEC3-9D5A30E30FA7}"/>
              </a:ext>
            </a:extLst>
          </p:cNvPr>
          <p:cNvSpPr/>
          <p:nvPr/>
        </p:nvSpPr>
        <p:spPr>
          <a:xfrm>
            <a:off x="9766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37375AF8-1784-4429-8983-40963B436E80}"/>
              </a:ext>
            </a:extLst>
          </p:cNvPr>
          <p:cNvSpPr txBox="1"/>
          <p:nvPr/>
        </p:nvSpPr>
        <p:spPr>
          <a:xfrm>
            <a:off x="9334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D4</a:t>
            </a:r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65628A2D-6298-4AA7-8530-09F24DA92D68}"/>
              </a:ext>
            </a:extLst>
          </p:cNvPr>
          <p:cNvSpPr/>
          <p:nvPr/>
        </p:nvSpPr>
        <p:spPr>
          <a:xfrm>
            <a:off x="9779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8D46C177-6E5B-4552-8ED0-0D5028C39ED5}"/>
              </a:ext>
            </a:extLst>
          </p:cNvPr>
          <p:cNvSpPr/>
          <p:nvPr/>
        </p:nvSpPr>
        <p:spPr>
          <a:xfrm>
            <a:off x="10147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F3532AD9-8026-495C-B4FD-74408C82BFEC}"/>
              </a:ext>
            </a:extLst>
          </p:cNvPr>
          <p:cNvSpPr txBox="1"/>
          <p:nvPr/>
        </p:nvSpPr>
        <p:spPr>
          <a:xfrm>
            <a:off x="9715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D5</a:t>
            </a:r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1E80664D-C1F1-4D7D-8480-A1DB0FC552F4}"/>
              </a:ext>
            </a:extLst>
          </p:cNvPr>
          <p:cNvSpPr/>
          <p:nvPr/>
        </p:nvSpPr>
        <p:spPr>
          <a:xfrm>
            <a:off x="10160000" y="30480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01742049-027B-4BE4-8A49-C95C04FB9485}"/>
              </a:ext>
            </a:extLst>
          </p:cNvPr>
          <p:cNvSpPr/>
          <p:nvPr/>
        </p:nvSpPr>
        <p:spPr>
          <a:xfrm>
            <a:off x="10528300" y="2755900"/>
            <a:ext cx="25400" cy="292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E5EFB5FC-A065-40B2-B7A7-7392C194BE45}"/>
              </a:ext>
            </a:extLst>
          </p:cNvPr>
          <p:cNvSpPr txBox="1"/>
          <p:nvPr/>
        </p:nvSpPr>
        <p:spPr>
          <a:xfrm>
            <a:off x="10096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D6</a:t>
            </a:r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246C9425-F4F1-4B46-93D1-0E89F7035938}"/>
              </a:ext>
            </a:extLst>
          </p:cNvPr>
          <p:cNvSpPr/>
          <p:nvPr/>
        </p:nvSpPr>
        <p:spPr>
          <a:xfrm>
            <a:off x="10541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73025B50-07FD-4BDF-BBC9-40BEA669A066}"/>
              </a:ext>
            </a:extLst>
          </p:cNvPr>
          <p:cNvSpPr txBox="1"/>
          <p:nvPr/>
        </p:nvSpPr>
        <p:spPr>
          <a:xfrm>
            <a:off x="10477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D7</a:t>
            </a:r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D807EC69-0C25-40DB-BDD5-584CF0C5C76F}"/>
              </a:ext>
            </a:extLst>
          </p:cNvPr>
          <p:cNvSpPr/>
          <p:nvPr/>
        </p:nvSpPr>
        <p:spPr>
          <a:xfrm>
            <a:off x="10922000" y="2730500"/>
            <a:ext cx="381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BFBC90E9-E754-4AF2-8172-3ED61F34AA35}"/>
              </a:ext>
            </a:extLst>
          </p:cNvPr>
          <p:cNvSpPr txBox="1"/>
          <p:nvPr/>
        </p:nvSpPr>
        <p:spPr>
          <a:xfrm>
            <a:off x="10858500" y="3365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2D3748"/>
                </a:solidFill>
                <a:latin typeface="Consolas"/>
              </a:rPr>
              <a:t>SP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97822C7C-9179-4C11-B5FE-BF39B6C29AE8}"/>
              </a:ext>
            </a:extLst>
          </p:cNvPr>
          <p:cNvSpPr txBox="1"/>
          <p:nvPr/>
        </p:nvSpPr>
        <p:spPr>
          <a:xfrm>
            <a:off x="6477000" y="4318000"/>
            <a:ext cx="4953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</a:rPr>
              <a:t>Sem clock — baud rate pré-acordado
Start/Stop bits delimitam o frame</a:t>
            </a:r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2F3A6E36-234B-4650-8AC9-B05F7D28D74B}"/>
              </a:ext>
            </a:extLst>
          </p:cNvPr>
          <p:cNvSpPr txBox="1"/>
          <p:nvPr/>
        </p:nvSpPr>
        <p:spPr>
          <a:xfrm>
            <a:off x="6477000" y="5334000"/>
            <a:ext cx="495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6B6B"/>
                </a:solidFill>
              </a:rPr>
              <a:t>✓  Apenas 1 fio por direção (TX/RX)</a:t>
            </a:r>
          </a:p>
        </p:txBody>
      </p: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95066FCC-37C0-4201-A717-B59265336BC1}"/>
              </a:ext>
            </a:extLst>
          </p:cNvPr>
          <p:cNvSpPr txBox="1"/>
          <p:nvPr/>
        </p:nvSpPr>
        <p:spPr>
          <a:xfrm>
            <a:off x="6477000" y="5778500"/>
            <a:ext cx="495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6B6B"/>
                </a:solidFill>
              </a:rPr>
              <a:t>✓  Drift de clock pode causar erro</a:t>
            </a:r>
          </a:p>
        </p:txBody>
      </p:sp>
    </p:spTree>
    <p:extLst>
      <p:ext uri="{BB962C8B-B14F-4D97-AF65-F5344CB8AC3E}">
        <p14:creationId xmlns:p14="http://schemas.microsoft.com/office/powerpoint/2010/main" val="1728715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3CDB7A5-F560-4354-BDF9-7D7DD3AF3E57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9A697C4-DD62-4708-888C-4B85EFAB0D21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Conceitos-chave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C08EE7A-FCB1-41DB-A089-AAB46F551377}"/>
              </a:ext>
            </a:extLst>
          </p:cNvPr>
          <p:cNvSpPr txBox="1"/>
          <p:nvPr/>
        </p:nvSpPr>
        <p:spPr>
          <a:xfrm>
            <a:off x="508000" y="1143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</a:rPr>
              <a:t>Vocabulário que aparece em qualquer datasheet de comunicação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F4E0E004-17DF-C49D-56FF-75A32B128CDA}"/>
              </a:ext>
            </a:extLst>
          </p:cNvPr>
          <p:cNvGrpSpPr/>
          <p:nvPr/>
        </p:nvGrpSpPr>
        <p:grpSpPr>
          <a:xfrm>
            <a:off x="508000" y="1778000"/>
            <a:ext cx="5461000" cy="1968500"/>
            <a:chOff x="508000" y="1778000"/>
            <a:chExt cx="5461000" cy="1968500"/>
          </a:xfrm>
        </p:grpSpPr>
        <p:sp>
          <p:nvSpPr>
            <p:cNvPr id="5" name="Retângulo: Cantos Arredondados 4" descr="Border: right">
              <a:extLst>
                <a:ext uri="{FF2B5EF4-FFF2-40B4-BE49-F238E27FC236}">
                  <a16:creationId xmlns:a16="http://schemas.microsoft.com/office/drawing/2014/main" id="{AFA235A9-5E45-4ACA-9985-BFABD2BA03E7}"/>
                </a:ext>
              </a:extLst>
            </p:cNvPr>
            <p:cNvSpPr/>
            <p:nvPr/>
          </p:nvSpPr>
          <p:spPr>
            <a:xfrm>
              <a:off x="508000" y="1778000"/>
              <a:ext cx="5461000" cy="1968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61F18C2A-E107-485A-B4BB-47DAC37E8055}"/>
                </a:ext>
              </a:extLst>
            </p:cNvPr>
            <p:cNvSpPr/>
            <p:nvPr/>
          </p:nvSpPr>
          <p:spPr>
            <a:xfrm>
              <a:off x="508000" y="1778000"/>
              <a:ext cx="76200" cy="1968500"/>
            </a:xfrm>
            <a:prstGeom prst="rect">
              <a:avLst/>
            </a:prstGeom>
            <a:solidFill>
              <a:srgbClr val="00D4A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AC3A70C3-D822-4395-AAD5-B28BD828B3BC}"/>
                </a:ext>
              </a:extLst>
            </p:cNvPr>
            <p:cNvSpPr/>
            <p:nvPr/>
          </p:nvSpPr>
          <p:spPr>
            <a:xfrm>
              <a:off x="787400" y="2095500"/>
              <a:ext cx="698500" cy="698500"/>
            </a:xfrm>
            <a:prstGeom prst="ellipse">
              <a:avLst/>
            </a:prstGeom>
            <a:solidFill>
              <a:srgbClr val="00D4A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ctr" anchorCtr="0">
              <a:noAutofit/>
            </a:bodyPr>
            <a:lstStyle/>
            <a:p>
              <a:pPr algn="l"/>
              <a:r>
                <a:rPr lang="pt-BR" sz="2400">
                  <a:solidFill>
                    <a:srgbClr val="FFFFFF"/>
                  </a:solidFill>
                </a:rPr>
                <a:t>⏱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9E1ECE12-3FC0-408B-B6EA-26F16C60D03E}"/>
                </a:ext>
              </a:extLst>
            </p:cNvPr>
            <p:cNvSpPr txBox="1"/>
            <p:nvPr/>
          </p:nvSpPr>
          <p:spPr>
            <a:xfrm>
              <a:off x="1651000" y="2133600"/>
              <a:ext cx="4064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Clock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28EC84F-4DD4-4739-AD0C-4A802D3DC554}"/>
                </a:ext>
              </a:extLst>
            </p:cNvPr>
            <p:cNvSpPr txBox="1"/>
            <p:nvPr/>
          </p:nvSpPr>
          <p:spPr>
            <a:xfrm>
              <a:off x="787400" y="2921000"/>
              <a:ext cx="5016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Sinal periódico que sincroniza a amostragem dos dados. Medido em Hz (100 kHz, 1 MHz…).</a:t>
              </a:r>
            </a:p>
          </p:txBody>
        </p:sp>
      </p:grp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1D8E0F2B-60BA-20DA-127F-B5FA59798573}"/>
              </a:ext>
            </a:extLst>
          </p:cNvPr>
          <p:cNvGrpSpPr/>
          <p:nvPr/>
        </p:nvGrpSpPr>
        <p:grpSpPr>
          <a:xfrm>
            <a:off x="6223000" y="1778000"/>
            <a:ext cx="5461000" cy="1968500"/>
            <a:chOff x="6223000" y="1778000"/>
            <a:chExt cx="5461000" cy="1968500"/>
          </a:xfrm>
        </p:grpSpPr>
        <p:sp>
          <p:nvSpPr>
            <p:cNvPr id="10" name="Retângulo: Cantos Arredondados 9" descr="Border: right">
              <a:extLst>
                <a:ext uri="{FF2B5EF4-FFF2-40B4-BE49-F238E27FC236}">
                  <a16:creationId xmlns:a16="http://schemas.microsoft.com/office/drawing/2014/main" id="{0F0508FA-1407-4318-A8B3-97D578B20056}"/>
                </a:ext>
              </a:extLst>
            </p:cNvPr>
            <p:cNvSpPr/>
            <p:nvPr/>
          </p:nvSpPr>
          <p:spPr>
            <a:xfrm>
              <a:off x="6223000" y="1778000"/>
              <a:ext cx="5461000" cy="1968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DAFDEFF4-110A-45BD-B896-6CEA89B8651E}"/>
                </a:ext>
              </a:extLst>
            </p:cNvPr>
            <p:cNvSpPr/>
            <p:nvPr/>
          </p:nvSpPr>
          <p:spPr>
            <a:xfrm>
              <a:off x="6223000" y="1778000"/>
              <a:ext cx="76200" cy="1968500"/>
            </a:xfrm>
            <a:prstGeom prst="rect">
              <a:avLst/>
            </a:prstGeom>
            <a:solidFill>
              <a:srgbClr val="4FC3F7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BDAD387E-30A1-491F-A009-187ACF371830}"/>
                </a:ext>
              </a:extLst>
            </p:cNvPr>
            <p:cNvSpPr/>
            <p:nvPr/>
          </p:nvSpPr>
          <p:spPr>
            <a:xfrm>
              <a:off x="6502400" y="2095500"/>
              <a:ext cx="698500" cy="698500"/>
            </a:xfrm>
            <a:prstGeom prst="ellipse">
              <a:avLst/>
            </a:prstGeom>
            <a:solidFill>
              <a:srgbClr val="4FC3F7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ctr" anchorCtr="0">
              <a:noAutofit/>
            </a:bodyPr>
            <a:lstStyle/>
            <a:p>
              <a:pPr algn="l"/>
              <a:r>
                <a:rPr lang="pt-BR" sz="2400">
                  <a:solidFill>
                    <a:srgbClr val="FFFFFF"/>
                  </a:solidFill>
                </a:rPr>
                <a:t>📊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940BF865-F8FB-474C-8DE4-F1AD9B608CB5}"/>
                </a:ext>
              </a:extLst>
            </p:cNvPr>
            <p:cNvSpPr txBox="1"/>
            <p:nvPr/>
          </p:nvSpPr>
          <p:spPr>
            <a:xfrm>
              <a:off x="7366000" y="2133600"/>
              <a:ext cx="4064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Baud rate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B3184BDE-80DD-494F-9473-75311751C5EF}"/>
                </a:ext>
              </a:extLst>
            </p:cNvPr>
            <p:cNvSpPr txBox="1"/>
            <p:nvPr/>
          </p:nvSpPr>
          <p:spPr>
            <a:xfrm>
              <a:off x="6502400" y="2921000"/>
              <a:ext cx="5016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Símbolos por segundo em links sem clock. UART comum: 9600, 115 200, 921 600 bps.</a:t>
              </a: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86B32ADE-01D2-7EAF-3869-FCEEC8623F9D}"/>
              </a:ext>
            </a:extLst>
          </p:cNvPr>
          <p:cNvGrpSpPr/>
          <p:nvPr/>
        </p:nvGrpSpPr>
        <p:grpSpPr>
          <a:xfrm>
            <a:off x="508000" y="4000500"/>
            <a:ext cx="5461000" cy="1968500"/>
            <a:chOff x="508000" y="4000500"/>
            <a:chExt cx="5461000" cy="1968500"/>
          </a:xfrm>
        </p:grpSpPr>
        <p:sp>
          <p:nvSpPr>
            <p:cNvPr id="15" name="Retângulo: Cantos Arredondados 14" descr="Border: right">
              <a:extLst>
                <a:ext uri="{FF2B5EF4-FFF2-40B4-BE49-F238E27FC236}">
                  <a16:creationId xmlns:a16="http://schemas.microsoft.com/office/drawing/2014/main" id="{73675ACD-4272-44C6-91C0-71438528712F}"/>
                </a:ext>
              </a:extLst>
            </p:cNvPr>
            <p:cNvSpPr/>
            <p:nvPr/>
          </p:nvSpPr>
          <p:spPr>
            <a:xfrm>
              <a:off x="508000" y="4000500"/>
              <a:ext cx="5461000" cy="1968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403A533B-2FCC-4B4C-BB6D-0ECE86596090}"/>
                </a:ext>
              </a:extLst>
            </p:cNvPr>
            <p:cNvSpPr/>
            <p:nvPr/>
          </p:nvSpPr>
          <p:spPr>
            <a:xfrm>
              <a:off x="508000" y="4000500"/>
              <a:ext cx="76200" cy="1968500"/>
            </a:xfrm>
            <a:prstGeom prst="rect">
              <a:avLst/>
            </a:prstGeom>
            <a:solidFill>
              <a:srgbClr val="FF6B6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7D1DE21D-2805-4D12-BE90-A3AC20336A66}"/>
                </a:ext>
              </a:extLst>
            </p:cNvPr>
            <p:cNvSpPr/>
            <p:nvPr/>
          </p:nvSpPr>
          <p:spPr>
            <a:xfrm>
              <a:off x="787400" y="4318000"/>
              <a:ext cx="698500" cy="698500"/>
            </a:xfrm>
            <a:prstGeom prst="ellipse">
              <a:avLst/>
            </a:prstGeom>
            <a:solidFill>
              <a:srgbClr val="FF6B6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ctr" anchorCtr="0">
              <a:noAutofit/>
            </a:bodyPr>
            <a:lstStyle/>
            <a:p>
              <a:pPr algn="l"/>
              <a:r>
                <a:rPr lang="pt-BR" sz="2400">
                  <a:solidFill>
                    <a:srgbClr val="FFFFFF"/>
                  </a:solidFill>
                </a:rPr>
                <a:t>↔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1A06F6BE-76AA-4C0E-AD46-8F2E5E97C3FE}"/>
                </a:ext>
              </a:extLst>
            </p:cNvPr>
            <p:cNvSpPr txBox="1"/>
            <p:nvPr/>
          </p:nvSpPr>
          <p:spPr>
            <a:xfrm>
              <a:off x="1651000" y="4356100"/>
              <a:ext cx="4064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Half / Full duplex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508CBE85-BF47-4134-B112-ED862FD6C917}"/>
                </a:ext>
              </a:extLst>
            </p:cNvPr>
            <p:cNvSpPr txBox="1"/>
            <p:nvPr/>
          </p:nvSpPr>
          <p:spPr>
            <a:xfrm>
              <a:off x="787400" y="5143500"/>
              <a:ext cx="5016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Half: 1 sentido por vez (I²C). Full: TX e RX simultâneos (SPI, UART).</a:t>
              </a:r>
            </a:p>
          </p:txBody>
        </p:sp>
      </p:grp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7A77AC3A-BA4E-1BEB-5399-7E615D47230A}"/>
              </a:ext>
            </a:extLst>
          </p:cNvPr>
          <p:cNvGrpSpPr/>
          <p:nvPr/>
        </p:nvGrpSpPr>
        <p:grpSpPr>
          <a:xfrm>
            <a:off x="6223000" y="4000500"/>
            <a:ext cx="5461000" cy="1968500"/>
            <a:chOff x="6223000" y="4000500"/>
            <a:chExt cx="5461000" cy="1968500"/>
          </a:xfrm>
        </p:grpSpPr>
        <p:sp>
          <p:nvSpPr>
            <p:cNvPr id="20" name="Retângulo: Cantos Arredondados 19" descr="Border: right">
              <a:extLst>
                <a:ext uri="{FF2B5EF4-FFF2-40B4-BE49-F238E27FC236}">
                  <a16:creationId xmlns:a16="http://schemas.microsoft.com/office/drawing/2014/main" id="{C384EE7E-48A2-4AA4-B14D-3144D6156AE3}"/>
                </a:ext>
              </a:extLst>
            </p:cNvPr>
            <p:cNvSpPr/>
            <p:nvPr/>
          </p:nvSpPr>
          <p:spPr>
            <a:xfrm>
              <a:off x="6223000" y="4000500"/>
              <a:ext cx="5461000" cy="19685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24D6441D-729B-4543-9AB8-6BF288F040FC}"/>
                </a:ext>
              </a:extLst>
            </p:cNvPr>
            <p:cNvSpPr/>
            <p:nvPr/>
          </p:nvSpPr>
          <p:spPr>
            <a:xfrm>
              <a:off x="6223000" y="4000500"/>
              <a:ext cx="76200" cy="1968500"/>
            </a:xfrm>
            <a:prstGeom prst="rect">
              <a:avLst/>
            </a:prstGeom>
            <a:solidFill>
              <a:srgbClr val="FFD93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24538FE7-C184-4A18-9F9A-3182D3244426}"/>
                </a:ext>
              </a:extLst>
            </p:cNvPr>
            <p:cNvSpPr/>
            <p:nvPr/>
          </p:nvSpPr>
          <p:spPr>
            <a:xfrm>
              <a:off x="6502400" y="4318000"/>
              <a:ext cx="698500" cy="698500"/>
            </a:xfrm>
            <a:prstGeom prst="ellipse">
              <a:avLst/>
            </a:prstGeom>
            <a:solidFill>
              <a:srgbClr val="FFD93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ctr" anchorCtr="0">
              <a:noAutofit/>
            </a:bodyPr>
            <a:lstStyle/>
            <a:p>
              <a:pPr algn="l"/>
              <a:r>
                <a:rPr lang="pt-BR" sz="2400">
                  <a:solidFill>
                    <a:srgbClr val="FFFFFF"/>
                  </a:solidFill>
                </a:rPr>
                <a:t>📐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F571430F-447A-4F60-BB6B-57894817BAFC}"/>
                </a:ext>
              </a:extLst>
            </p:cNvPr>
            <p:cNvSpPr txBox="1"/>
            <p:nvPr/>
          </p:nvSpPr>
          <p:spPr>
            <a:xfrm>
              <a:off x="7366000" y="4356100"/>
              <a:ext cx="4064000" cy="406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400" b="1">
                  <a:solidFill>
                    <a:srgbClr val="1A1A2E"/>
                  </a:solidFill>
                </a:rPr>
                <a:t>MSB / LSB first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8E017CC3-3084-4AA5-A370-279E82CE1454}"/>
                </a:ext>
              </a:extLst>
            </p:cNvPr>
            <p:cNvSpPr txBox="1"/>
            <p:nvPr/>
          </p:nvSpPr>
          <p:spPr>
            <a:xfrm>
              <a:off x="6502400" y="5143500"/>
              <a:ext cx="5016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>
                  <a:solidFill>
                    <a:srgbClr val="2D3748"/>
                  </a:solidFill>
                </a:rPr>
                <a:t>Ordem de transmissão dos bits. SPI configurável; I²C sempre MSB-first.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149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6352E217-09CC-461C-B5F9-DD60B96BBD41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0EAA68C-2FD8-4266-962B-8CB51887317F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Quatro protocolos, quatro propósitos</a:t>
            </a:r>
          </a:p>
        </p:txBody>
      </p:sp>
      <p:grpSp>
        <p:nvGrpSpPr>
          <p:cNvPr id="48" name="Agrupar 47">
            <a:extLst>
              <a:ext uri="{FF2B5EF4-FFF2-40B4-BE49-F238E27FC236}">
                <a16:creationId xmlns:a16="http://schemas.microsoft.com/office/drawing/2014/main" id="{FE82B95D-516B-0753-0BF2-436B50CC1AAB}"/>
              </a:ext>
            </a:extLst>
          </p:cNvPr>
          <p:cNvGrpSpPr/>
          <p:nvPr/>
        </p:nvGrpSpPr>
        <p:grpSpPr>
          <a:xfrm>
            <a:off x="508000" y="1651000"/>
            <a:ext cx="2730500" cy="4699000"/>
            <a:chOff x="508000" y="1651000"/>
            <a:chExt cx="2730500" cy="4699000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5BC1770F-A66C-4CEF-A2C3-14CE11113C0C}"/>
                </a:ext>
              </a:extLst>
            </p:cNvPr>
            <p:cNvSpPr/>
            <p:nvPr/>
          </p:nvSpPr>
          <p:spPr>
            <a:xfrm>
              <a:off x="508000" y="1651000"/>
              <a:ext cx="2730500" cy="46990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D5EB88C1-8969-4724-BC48-7D32CE804D25}"/>
                </a:ext>
              </a:extLst>
            </p:cNvPr>
            <p:cNvSpPr/>
            <p:nvPr/>
          </p:nvSpPr>
          <p:spPr>
            <a:xfrm>
              <a:off x="508000" y="1651000"/>
              <a:ext cx="2730500" cy="1143000"/>
            </a:xfrm>
            <a:prstGeom prst="rect">
              <a:avLst/>
            </a:prstGeom>
            <a:solidFill>
              <a:srgbClr val="00D4A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427FAB7C-89D1-4068-8841-5DECAF72612C}"/>
                </a:ext>
              </a:extLst>
            </p:cNvPr>
            <p:cNvSpPr txBox="1"/>
            <p:nvPr/>
          </p:nvSpPr>
          <p:spPr>
            <a:xfrm>
              <a:off x="508000" y="1841500"/>
              <a:ext cx="2730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3800" b="1">
                  <a:solidFill>
                    <a:srgbClr val="FFFFFF"/>
                  </a:solidFill>
                </a:rPr>
                <a:t>I²C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3AF607B-AFE7-461A-BC37-F0BAF48E6E92}"/>
                </a:ext>
              </a:extLst>
            </p:cNvPr>
            <p:cNvSpPr txBox="1"/>
            <p:nvPr/>
          </p:nvSpPr>
          <p:spPr>
            <a:xfrm>
              <a:off x="609600" y="2413000"/>
              <a:ext cx="2527300" cy="317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>
                  <a:solidFill>
                    <a:srgbClr val="FFFFFF"/>
                  </a:solidFill>
                </a:rPr>
                <a:t>Inter-Integrated Circuit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4886B3C2-8CDF-4087-89F2-09C4A8075A4C}"/>
                </a:ext>
              </a:extLst>
            </p:cNvPr>
            <p:cNvSpPr txBox="1"/>
            <p:nvPr/>
          </p:nvSpPr>
          <p:spPr>
            <a:xfrm>
              <a:off x="698500" y="3048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Fios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60B7D128-01EF-4196-B45C-2F7BB469279A}"/>
                </a:ext>
              </a:extLst>
            </p:cNvPr>
            <p:cNvSpPr txBox="1"/>
            <p:nvPr/>
          </p:nvSpPr>
          <p:spPr>
            <a:xfrm>
              <a:off x="698500" y="3327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2 fios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59BAA979-F464-4BCA-910A-05BA85AB2B35}"/>
                </a:ext>
              </a:extLst>
            </p:cNvPr>
            <p:cNvSpPr txBox="1"/>
            <p:nvPr/>
          </p:nvSpPr>
          <p:spPr>
            <a:xfrm>
              <a:off x="698500" y="3810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Velocidade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D32783F-0875-45AC-903E-12866207D3BC}"/>
                </a:ext>
              </a:extLst>
            </p:cNvPr>
            <p:cNvSpPr txBox="1"/>
            <p:nvPr/>
          </p:nvSpPr>
          <p:spPr>
            <a:xfrm>
              <a:off x="698500" y="4089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100k – 3.4M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87C42AC4-7C01-4E8B-9C22-F009BC8572B1}"/>
                </a:ext>
              </a:extLst>
            </p:cNvPr>
            <p:cNvSpPr/>
            <p:nvPr/>
          </p:nvSpPr>
          <p:spPr>
            <a:xfrm>
              <a:off x="698500" y="4762500"/>
              <a:ext cx="2349500" cy="12700"/>
            </a:xfrm>
            <a:prstGeom prst="rect">
              <a:avLst/>
            </a:prstGeom>
            <a:solidFill>
              <a:srgbClr val="E2E8F0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B267BDCF-3AD2-47AA-89D5-07BBB3FB47F0}"/>
                </a:ext>
              </a:extLst>
            </p:cNvPr>
            <p:cNvSpPr txBox="1"/>
            <p:nvPr/>
          </p:nvSpPr>
          <p:spPr>
            <a:xfrm>
              <a:off x="698500" y="4953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00D4AA"/>
                  </a:solidFill>
                </a:rPr>
                <a:t>USOS TÍPICOS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9FD2068D-6B29-4B73-8642-EB6F48C1F66B}"/>
                </a:ext>
              </a:extLst>
            </p:cNvPr>
            <p:cNvSpPr txBox="1"/>
            <p:nvPr/>
          </p:nvSpPr>
          <p:spPr>
            <a:xfrm>
              <a:off x="698500" y="5270500"/>
              <a:ext cx="234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700">
                  <a:solidFill>
                    <a:srgbClr val="2D3748"/>
                  </a:solidFill>
                </a:rPr>
                <a:t>Sensores, EEPROMs, RTCs, OLEDs</a:t>
              </a:r>
            </a:p>
          </p:txBody>
        </p:sp>
      </p:grp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E3F2D406-8A4E-8CE9-829E-BC79C5A5E98B}"/>
              </a:ext>
            </a:extLst>
          </p:cNvPr>
          <p:cNvGrpSpPr/>
          <p:nvPr/>
        </p:nvGrpSpPr>
        <p:grpSpPr>
          <a:xfrm>
            <a:off x="3365500" y="1651000"/>
            <a:ext cx="2730500" cy="4699000"/>
            <a:chOff x="3365500" y="1651000"/>
            <a:chExt cx="2730500" cy="4699000"/>
          </a:xfrm>
        </p:grpSpPr>
        <p:sp>
          <p:nvSpPr>
            <p:cNvPr id="15" name="Retângulo: Cantos Arredondados 14">
              <a:extLst>
                <a:ext uri="{FF2B5EF4-FFF2-40B4-BE49-F238E27FC236}">
                  <a16:creationId xmlns:a16="http://schemas.microsoft.com/office/drawing/2014/main" id="{0E4438B4-B05E-4D4E-905F-AFD1AD6E653F}"/>
                </a:ext>
              </a:extLst>
            </p:cNvPr>
            <p:cNvSpPr/>
            <p:nvPr/>
          </p:nvSpPr>
          <p:spPr>
            <a:xfrm>
              <a:off x="3365500" y="1651000"/>
              <a:ext cx="2730500" cy="46990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8EF582DB-29C3-4B6D-AF0C-F360C65CF24C}"/>
                </a:ext>
              </a:extLst>
            </p:cNvPr>
            <p:cNvSpPr/>
            <p:nvPr/>
          </p:nvSpPr>
          <p:spPr>
            <a:xfrm>
              <a:off x="3365500" y="1651000"/>
              <a:ext cx="2730500" cy="1143000"/>
            </a:xfrm>
            <a:prstGeom prst="rect">
              <a:avLst/>
            </a:prstGeom>
            <a:solidFill>
              <a:srgbClr val="4FC3F7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21B3248D-D7C6-4E36-8095-7BA2E3215DCF}"/>
                </a:ext>
              </a:extLst>
            </p:cNvPr>
            <p:cNvSpPr txBox="1"/>
            <p:nvPr/>
          </p:nvSpPr>
          <p:spPr>
            <a:xfrm>
              <a:off x="3365500" y="1841500"/>
              <a:ext cx="2730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3800" b="1">
                  <a:solidFill>
                    <a:srgbClr val="FFFFFF"/>
                  </a:solidFill>
                </a:rPr>
                <a:t>SPI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41A4E948-5DCF-4F3F-80A5-3BB003782375}"/>
                </a:ext>
              </a:extLst>
            </p:cNvPr>
            <p:cNvSpPr txBox="1"/>
            <p:nvPr/>
          </p:nvSpPr>
          <p:spPr>
            <a:xfrm>
              <a:off x="3467100" y="2413000"/>
              <a:ext cx="2527300" cy="317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>
                  <a:solidFill>
                    <a:srgbClr val="FFFFFF"/>
                  </a:solidFill>
                </a:rPr>
                <a:t>Serial Peripheral Interface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A64C4575-4538-4640-AA74-FBB2C60FD277}"/>
                </a:ext>
              </a:extLst>
            </p:cNvPr>
            <p:cNvSpPr txBox="1"/>
            <p:nvPr/>
          </p:nvSpPr>
          <p:spPr>
            <a:xfrm>
              <a:off x="3556000" y="3048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Fios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0FEE2AD3-263D-4858-8A75-5AA8A059DCC1}"/>
                </a:ext>
              </a:extLst>
            </p:cNvPr>
            <p:cNvSpPr txBox="1"/>
            <p:nvPr/>
          </p:nvSpPr>
          <p:spPr>
            <a:xfrm>
              <a:off x="3556000" y="3327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4+ fios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56ACD438-B49E-4922-9BE2-ED9D1DD7CABC}"/>
                </a:ext>
              </a:extLst>
            </p:cNvPr>
            <p:cNvSpPr txBox="1"/>
            <p:nvPr/>
          </p:nvSpPr>
          <p:spPr>
            <a:xfrm>
              <a:off x="3556000" y="3810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Velocidade</a:t>
              </a: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50FAA5E9-F98E-4C91-B622-A4ED7081474B}"/>
                </a:ext>
              </a:extLst>
            </p:cNvPr>
            <p:cNvSpPr txBox="1"/>
            <p:nvPr/>
          </p:nvSpPr>
          <p:spPr>
            <a:xfrm>
              <a:off x="3556000" y="4089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até 80 MHz</a:t>
              </a:r>
            </a:p>
          </p:txBody>
        </p:sp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956FDD0C-B661-4AC3-98DB-FF4C3F636DC2}"/>
                </a:ext>
              </a:extLst>
            </p:cNvPr>
            <p:cNvSpPr/>
            <p:nvPr/>
          </p:nvSpPr>
          <p:spPr>
            <a:xfrm>
              <a:off x="3556000" y="4762500"/>
              <a:ext cx="2349500" cy="12700"/>
            </a:xfrm>
            <a:prstGeom prst="rect">
              <a:avLst/>
            </a:prstGeom>
            <a:solidFill>
              <a:srgbClr val="E2E8F0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9E81AF8E-AA41-4DC6-92FE-809FCE304958}"/>
                </a:ext>
              </a:extLst>
            </p:cNvPr>
            <p:cNvSpPr txBox="1"/>
            <p:nvPr/>
          </p:nvSpPr>
          <p:spPr>
            <a:xfrm>
              <a:off x="3556000" y="4953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4FC3F7"/>
                  </a:solidFill>
                </a:rPr>
                <a:t>USOS TÍPICOS</a:t>
              </a:r>
            </a:p>
          </p:txBody>
        </p: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7A8996DE-D5A7-4EEE-996C-DA00210AEFC4}"/>
                </a:ext>
              </a:extLst>
            </p:cNvPr>
            <p:cNvSpPr txBox="1"/>
            <p:nvPr/>
          </p:nvSpPr>
          <p:spPr>
            <a:xfrm>
              <a:off x="3556000" y="5270500"/>
              <a:ext cx="234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700">
                  <a:solidFill>
                    <a:srgbClr val="2D3748"/>
                  </a:solidFill>
                </a:rPr>
                <a:t>Displays TFT, SD card, LoRa, ADCs</a:t>
              </a:r>
              <a:endParaRPr lang="pt-BR" sz="1700">
                <a:solidFill>
                  <a:srgbClr val="2D3748"/>
                </a:solidFill>
              </a:endParaRPr>
            </a:p>
          </p:txBody>
        </p:sp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22B0116B-7147-0EDD-598C-40494598D63C}"/>
              </a:ext>
            </a:extLst>
          </p:cNvPr>
          <p:cNvGrpSpPr/>
          <p:nvPr/>
        </p:nvGrpSpPr>
        <p:grpSpPr>
          <a:xfrm>
            <a:off x="6223000" y="1651000"/>
            <a:ext cx="2730500" cy="4699000"/>
            <a:chOff x="6223000" y="1651000"/>
            <a:chExt cx="2730500" cy="4699000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24E01771-1CFC-4C5A-83D3-3DDF914888F1}"/>
                </a:ext>
              </a:extLst>
            </p:cNvPr>
            <p:cNvSpPr/>
            <p:nvPr/>
          </p:nvSpPr>
          <p:spPr>
            <a:xfrm>
              <a:off x="6223000" y="1651000"/>
              <a:ext cx="2730500" cy="46990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7" name="Retângulo 26">
              <a:extLst>
                <a:ext uri="{FF2B5EF4-FFF2-40B4-BE49-F238E27FC236}">
                  <a16:creationId xmlns:a16="http://schemas.microsoft.com/office/drawing/2014/main" id="{D460D45F-A848-4460-BC9E-2F32C5DFC6C4}"/>
                </a:ext>
              </a:extLst>
            </p:cNvPr>
            <p:cNvSpPr/>
            <p:nvPr/>
          </p:nvSpPr>
          <p:spPr>
            <a:xfrm>
              <a:off x="6223000" y="1651000"/>
              <a:ext cx="2730500" cy="1143000"/>
            </a:xfrm>
            <a:prstGeom prst="rect">
              <a:avLst/>
            </a:prstGeom>
            <a:solidFill>
              <a:srgbClr val="FF6B6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DFD54DA8-B5C8-4DFD-8336-4A97F35894AA}"/>
                </a:ext>
              </a:extLst>
            </p:cNvPr>
            <p:cNvSpPr txBox="1"/>
            <p:nvPr/>
          </p:nvSpPr>
          <p:spPr>
            <a:xfrm>
              <a:off x="6223000" y="1841500"/>
              <a:ext cx="2730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3800" b="1">
                  <a:solidFill>
                    <a:srgbClr val="FFFFFF"/>
                  </a:solidFill>
                </a:rPr>
                <a:t>UART</a:t>
              </a:r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4FDBF9E1-4D39-4433-B222-DE9DD0969334}"/>
                </a:ext>
              </a:extLst>
            </p:cNvPr>
            <p:cNvSpPr txBox="1"/>
            <p:nvPr/>
          </p:nvSpPr>
          <p:spPr>
            <a:xfrm>
              <a:off x="6324600" y="2413000"/>
              <a:ext cx="2527300" cy="317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>
                  <a:solidFill>
                    <a:srgbClr val="FFFFFF"/>
                  </a:solidFill>
                </a:rPr>
                <a:t>Universal Async Receiver/TX</a:t>
              </a:r>
            </a:p>
          </p:txBody>
        </p:sp>
        <p:sp>
          <p:nvSpPr>
            <p:cNvPr id="30" name="CaixaDeTexto 29">
              <a:extLst>
                <a:ext uri="{FF2B5EF4-FFF2-40B4-BE49-F238E27FC236}">
                  <a16:creationId xmlns:a16="http://schemas.microsoft.com/office/drawing/2014/main" id="{ABEB4152-9E89-4C23-92F0-9FC7478B542B}"/>
                </a:ext>
              </a:extLst>
            </p:cNvPr>
            <p:cNvSpPr txBox="1"/>
            <p:nvPr/>
          </p:nvSpPr>
          <p:spPr>
            <a:xfrm>
              <a:off x="6413500" y="3048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Fios</a:t>
              </a:r>
            </a:p>
          </p:txBody>
        </p: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id="{E3E11637-DD5C-4A14-897B-C75B82170172}"/>
                </a:ext>
              </a:extLst>
            </p:cNvPr>
            <p:cNvSpPr txBox="1"/>
            <p:nvPr/>
          </p:nvSpPr>
          <p:spPr>
            <a:xfrm>
              <a:off x="6413500" y="3327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2 fios</a:t>
              </a:r>
            </a:p>
          </p:txBody>
        </p:sp>
        <p:sp>
          <p:nvSpPr>
            <p:cNvPr id="32" name="CaixaDeTexto 31">
              <a:extLst>
                <a:ext uri="{FF2B5EF4-FFF2-40B4-BE49-F238E27FC236}">
                  <a16:creationId xmlns:a16="http://schemas.microsoft.com/office/drawing/2014/main" id="{5ED71700-57B0-4E35-9548-465C57B5E016}"/>
                </a:ext>
              </a:extLst>
            </p:cNvPr>
            <p:cNvSpPr txBox="1"/>
            <p:nvPr/>
          </p:nvSpPr>
          <p:spPr>
            <a:xfrm>
              <a:off x="6413500" y="3810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Velocidade</a:t>
              </a:r>
            </a:p>
          </p:txBody>
        </p:sp>
        <p:sp>
          <p:nvSpPr>
            <p:cNvPr id="33" name="CaixaDeTexto 32">
              <a:extLst>
                <a:ext uri="{FF2B5EF4-FFF2-40B4-BE49-F238E27FC236}">
                  <a16:creationId xmlns:a16="http://schemas.microsoft.com/office/drawing/2014/main" id="{A5390861-601A-420B-8BFB-5310C5B3380B}"/>
                </a:ext>
              </a:extLst>
            </p:cNvPr>
            <p:cNvSpPr txBox="1"/>
            <p:nvPr/>
          </p:nvSpPr>
          <p:spPr>
            <a:xfrm>
              <a:off x="6413500" y="4089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9k6 – 5 Mbps</a:t>
              </a:r>
            </a:p>
          </p:txBody>
        </p:sp>
        <p:sp>
          <p:nvSpPr>
            <p:cNvPr id="34" name="Retângulo 33">
              <a:extLst>
                <a:ext uri="{FF2B5EF4-FFF2-40B4-BE49-F238E27FC236}">
                  <a16:creationId xmlns:a16="http://schemas.microsoft.com/office/drawing/2014/main" id="{91E3EB91-A5BE-4206-8640-E0A19A02087E}"/>
                </a:ext>
              </a:extLst>
            </p:cNvPr>
            <p:cNvSpPr/>
            <p:nvPr/>
          </p:nvSpPr>
          <p:spPr>
            <a:xfrm>
              <a:off x="6413500" y="4762500"/>
              <a:ext cx="2349500" cy="12700"/>
            </a:xfrm>
            <a:prstGeom prst="rect">
              <a:avLst/>
            </a:prstGeom>
            <a:solidFill>
              <a:srgbClr val="E2E8F0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87B6B216-0EA7-44BE-9CE1-0BC6877C1B50}"/>
                </a:ext>
              </a:extLst>
            </p:cNvPr>
            <p:cNvSpPr txBox="1"/>
            <p:nvPr/>
          </p:nvSpPr>
          <p:spPr>
            <a:xfrm>
              <a:off x="6413500" y="4953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FF6B6B"/>
                  </a:solidFill>
                </a:rPr>
                <a:t>USOS TÍPICOS</a:t>
              </a: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47A0C529-5CE6-4585-ADA7-CCE0CE76B52A}"/>
                </a:ext>
              </a:extLst>
            </p:cNvPr>
            <p:cNvSpPr txBox="1"/>
            <p:nvPr/>
          </p:nvSpPr>
          <p:spPr>
            <a:xfrm>
              <a:off x="6413500" y="5270500"/>
              <a:ext cx="234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700">
                  <a:solidFill>
                    <a:srgbClr val="2D3748"/>
                  </a:solidFill>
                </a:rPr>
                <a:t>Debug, GPS, GSM, Bluetooth HC-05</a:t>
              </a:r>
              <a:endParaRPr lang="pt-BR" sz="1700">
                <a:solidFill>
                  <a:srgbClr val="2D3748"/>
                </a:solidFill>
              </a:endParaRPr>
            </a:p>
          </p:txBody>
        </p:sp>
      </p:grpSp>
      <p:grpSp>
        <p:nvGrpSpPr>
          <p:cNvPr id="51" name="Agrupar 50">
            <a:extLst>
              <a:ext uri="{FF2B5EF4-FFF2-40B4-BE49-F238E27FC236}">
                <a16:creationId xmlns:a16="http://schemas.microsoft.com/office/drawing/2014/main" id="{B1751F54-E630-2C2F-97BA-2216E80B554E}"/>
              </a:ext>
            </a:extLst>
          </p:cNvPr>
          <p:cNvGrpSpPr/>
          <p:nvPr/>
        </p:nvGrpSpPr>
        <p:grpSpPr>
          <a:xfrm>
            <a:off x="9080500" y="1651000"/>
            <a:ext cx="2730500" cy="4699000"/>
            <a:chOff x="9080500" y="1651000"/>
            <a:chExt cx="2730500" cy="4699000"/>
          </a:xfrm>
        </p:grpSpPr>
        <p:sp>
          <p:nvSpPr>
            <p:cNvPr id="37" name="Retângulo: Cantos Arredondados 36">
              <a:extLst>
                <a:ext uri="{FF2B5EF4-FFF2-40B4-BE49-F238E27FC236}">
                  <a16:creationId xmlns:a16="http://schemas.microsoft.com/office/drawing/2014/main" id="{FED5509A-DC37-4479-876C-5A6C64F68403}"/>
                </a:ext>
              </a:extLst>
            </p:cNvPr>
            <p:cNvSpPr/>
            <p:nvPr/>
          </p:nvSpPr>
          <p:spPr>
            <a:xfrm>
              <a:off x="9080500" y="1651000"/>
              <a:ext cx="2730500" cy="4699000"/>
            </a:xfrm>
            <a:prstGeom prst="roundRect">
              <a:avLst/>
            </a:prstGeom>
            <a:solidFill>
              <a:srgbClr val="FFFFFF"/>
            </a:solidFill>
            <a:ln w="12700" cap="flat" cmpd="sng" algn="ctr">
              <a:solidFill>
                <a:srgbClr val="E2E8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38" name="Retângulo 37">
              <a:extLst>
                <a:ext uri="{FF2B5EF4-FFF2-40B4-BE49-F238E27FC236}">
                  <a16:creationId xmlns:a16="http://schemas.microsoft.com/office/drawing/2014/main" id="{1D5A97E8-8C37-49F5-8965-840738303A58}"/>
                </a:ext>
              </a:extLst>
            </p:cNvPr>
            <p:cNvSpPr/>
            <p:nvPr/>
          </p:nvSpPr>
          <p:spPr>
            <a:xfrm>
              <a:off x="9080500" y="1651000"/>
              <a:ext cx="2730500" cy="1143000"/>
            </a:xfrm>
            <a:prstGeom prst="rect">
              <a:avLst/>
            </a:prstGeom>
            <a:solidFill>
              <a:srgbClr val="FFD93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39" name="CaixaDeTexto 38">
              <a:extLst>
                <a:ext uri="{FF2B5EF4-FFF2-40B4-BE49-F238E27FC236}">
                  <a16:creationId xmlns:a16="http://schemas.microsoft.com/office/drawing/2014/main" id="{317D0110-BE51-47FC-9257-0F203BE84DEC}"/>
                </a:ext>
              </a:extLst>
            </p:cNvPr>
            <p:cNvSpPr txBox="1"/>
            <p:nvPr/>
          </p:nvSpPr>
          <p:spPr>
            <a:xfrm>
              <a:off x="9080500" y="1841500"/>
              <a:ext cx="2730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3800" b="1">
                  <a:solidFill>
                    <a:srgbClr val="FFFFFF"/>
                  </a:solidFill>
                </a:rPr>
                <a:t>I²S</a:t>
              </a:r>
            </a:p>
          </p:txBody>
        </p:sp>
        <p:sp>
          <p:nvSpPr>
            <p:cNvPr id="40" name="CaixaDeTexto 39">
              <a:extLst>
                <a:ext uri="{FF2B5EF4-FFF2-40B4-BE49-F238E27FC236}">
                  <a16:creationId xmlns:a16="http://schemas.microsoft.com/office/drawing/2014/main" id="{D88C7BB9-F91C-4EB1-85F8-11E4F899C801}"/>
                </a:ext>
              </a:extLst>
            </p:cNvPr>
            <p:cNvSpPr txBox="1"/>
            <p:nvPr/>
          </p:nvSpPr>
          <p:spPr>
            <a:xfrm>
              <a:off x="9182100" y="2413000"/>
              <a:ext cx="2527300" cy="317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>
                  <a:solidFill>
                    <a:srgbClr val="FFFFFF"/>
                  </a:solidFill>
                </a:rPr>
                <a:t>Inter-IC Sound</a:t>
              </a:r>
            </a:p>
          </p:txBody>
        </p:sp>
        <p:sp>
          <p:nvSpPr>
            <p:cNvPr id="41" name="CaixaDeTexto 40">
              <a:extLst>
                <a:ext uri="{FF2B5EF4-FFF2-40B4-BE49-F238E27FC236}">
                  <a16:creationId xmlns:a16="http://schemas.microsoft.com/office/drawing/2014/main" id="{5FC8BFC7-2FA7-425C-94CD-D53533F32151}"/>
                </a:ext>
              </a:extLst>
            </p:cNvPr>
            <p:cNvSpPr txBox="1"/>
            <p:nvPr/>
          </p:nvSpPr>
          <p:spPr>
            <a:xfrm>
              <a:off x="9271000" y="3048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Fios</a:t>
              </a:r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id="{B26A2FEF-F850-4582-8FDD-E6D90B1BAE2E}"/>
                </a:ext>
              </a:extLst>
            </p:cNvPr>
            <p:cNvSpPr txBox="1"/>
            <p:nvPr/>
          </p:nvSpPr>
          <p:spPr>
            <a:xfrm>
              <a:off x="9271000" y="3327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3 fios</a:t>
              </a:r>
            </a:p>
          </p:txBody>
        </p:sp>
        <p:sp>
          <p:nvSpPr>
            <p:cNvPr id="43" name="CaixaDeTexto 42">
              <a:extLst>
                <a:ext uri="{FF2B5EF4-FFF2-40B4-BE49-F238E27FC236}">
                  <a16:creationId xmlns:a16="http://schemas.microsoft.com/office/drawing/2014/main" id="{8291B1E4-9FD2-4062-849F-C87C80366432}"/>
                </a:ext>
              </a:extLst>
            </p:cNvPr>
            <p:cNvSpPr txBox="1"/>
            <p:nvPr/>
          </p:nvSpPr>
          <p:spPr>
            <a:xfrm>
              <a:off x="9271000" y="3810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718096"/>
                  </a:solidFill>
                </a:rPr>
                <a:t>Velocidade</a:t>
              </a:r>
            </a:p>
          </p:txBody>
        </p:sp>
        <p:sp>
          <p:nvSpPr>
            <p:cNvPr id="44" name="CaixaDeTexto 43">
              <a:extLst>
                <a:ext uri="{FF2B5EF4-FFF2-40B4-BE49-F238E27FC236}">
                  <a16:creationId xmlns:a16="http://schemas.microsoft.com/office/drawing/2014/main" id="{F3305433-1AF9-4DDF-A0BF-4A41A2F61B76}"/>
                </a:ext>
              </a:extLst>
            </p:cNvPr>
            <p:cNvSpPr txBox="1"/>
            <p:nvPr/>
          </p:nvSpPr>
          <p:spPr>
            <a:xfrm>
              <a:off x="9271000" y="4089400"/>
              <a:ext cx="23495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1A1A2E"/>
                  </a:solidFill>
                </a:rPr>
                <a:t>kHz × bits</a:t>
              </a:r>
            </a:p>
          </p:txBody>
        </p:sp>
        <p:sp>
          <p:nvSpPr>
            <p:cNvPr id="45" name="Retângulo 44">
              <a:extLst>
                <a:ext uri="{FF2B5EF4-FFF2-40B4-BE49-F238E27FC236}">
                  <a16:creationId xmlns:a16="http://schemas.microsoft.com/office/drawing/2014/main" id="{937F976B-0504-4634-A5D4-80E2B07AAF59}"/>
                </a:ext>
              </a:extLst>
            </p:cNvPr>
            <p:cNvSpPr/>
            <p:nvPr/>
          </p:nvSpPr>
          <p:spPr>
            <a:xfrm>
              <a:off x="9271000" y="4762500"/>
              <a:ext cx="2349500" cy="12700"/>
            </a:xfrm>
            <a:prstGeom prst="rect">
              <a:avLst/>
            </a:prstGeom>
            <a:solidFill>
              <a:srgbClr val="E2E8F0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46" name="CaixaDeTexto 45">
              <a:extLst>
                <a:ext uri="{FF2B5EF4-FFF2-40B4-BE49-F238E27FC236}">
                  <a16:creationId xmlns:a16="http://schemas.microsoft.com/office/drawing/2014/main" id="{A8BB0CAD-4E22-47A4-BF7C-A89E8787220F}"/>
                </a:ext>
              </a:extLst>
            </p:cNvPr>
            <p:cNvSpPr txBox="1"/>
            <p:nvPr/>
          </p:nvSpPr>
          <p:spPr>
            <a:xfrm>
              <a:off x="9271000" y="4953000"/>
              <a:ext cx="23495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 b="1">
                  <a:solidFill>
                    <a:srgbClr val="FFD93D"/>
                  </a:solidFill>
                </a:rPr>
                <a:t>USOS TÍPICOS</a:t>
              </a:r>
            </a:p>
          </p:txBody>
        </p:sp>
        <p:sp>
          <p:nvSpPr>
            <p:cNvPr id="47" name="CaixaDeTexto 46">
              <a:extLst>
                <a:ext uri="{FF2B5EF4-FFF2-40B4-BE49-F238E27FC236}">
                  <a16:creationId xmlns:a16="http://schemas.microsoft.com/office/drawing/2014/main" id="{CBEE1F8A-7C34-43FA-8067-93A967C321A6}"/>
                </a:ext>
              </a:extLst>
            </p:cNvPr>
            <p:cNvSpPr txBox="1"/>
            <p:nvPr/>
          </p:nvSpPr>
          <p:spPr>
            <a:xfrm>
              <a:off x="9271000" y="5270500"/>
              <a:ext cx="234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700">
                  <a:solidFill>
                    <a:srgbClr val="2D3748"/>
                  </a:solidFill>
                </a:rPr>
                <a:t>Áudio digital, MEMS, DAC/ADC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7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5EFEDA4-FE0F-4902-A510-A4C9BDAA817A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F55A41F-C8C8-4540-8A5E-591E3913FF0C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Arquitetura ESP32 + GPIO Matrix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E9D45A8-5219-47BE-BD9A-6F85558A7887}"/>
              </a:ext>
            </a:extLst>
          </p:cNvPr>
          <p:cNvSpPr/>
          <p:nvPr/>
        </p:nvSpPr>
        <p:spPr>
          <a:xfrm>
            <a:off x="4445000" y="2540000"/>
            <a:ext cx="3302000" cy="1778000"/>
          </a:xfrm>
          <a:prstGeom prst="roundRect">
            <a:avLst/>
          </a:prstGeom>
          <a:solidFill>
            <a:srgbClr val="1A1A2E"/>
          </a:solidFill>
          <a:ln w="381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47C4974-9721-49B3-97C6-5B92D51ECCDA}"/>
              </a:ext>
            </a:extLst>
          </p:cNvPr>
          <p:cNvSpPr txBox="1"/>
          <p:nvPr/>
        </p:nvSpPr>
        <p:spPr>
          <a:xfrm>
            <a:off x="4445000" y="2730500"/>
            <a:ext cx="3302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00D4AA"/>
                </a:solidFill>
              </a:rPr>
              <a:t>ESP32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DF5DA7C-6532-4C55-A274-AC9D61B39C28}"/>
              </a:ext>
            </a:extLst>
          </p:cNvPr>
          <p:cNvSpPr txBox="1"/>
          <p:nvPr/>
        </p:nvSpPr>
        <p:spPr>
          <a:xfrm>
            <a:off x="4445000" y="3302000"/>
            <a:ext cx="3302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FAFAFA"/>
                </a:solidFill>
              </a:rPr>
              <a:t>Xtensa LX6 dual-core • 240 MHz
GPIO Matrix flexível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E317DB8E-44D9-422A-8C19-CE71F26D0860}"/>
              </a:ext>
            </a:extLst>
          </p:cNvPr>
          <p:cNvSpPr/>
          <p:nvPr/>
        </p:nvSpPr>
        <p:spPr>
          <a:xfrm>
            <a:off x="762000" y="1651000"/>
            <a:ext cx="2032000" cy="889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00D4AA"/>
                </a:solidFill>
              </a:rPr>
              <a:t>2× I²C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87B3358-3492-48E2-9126-5D1CC9A21F30}"/>
              </a:ext>
            </a:extLst>
          </p:cNvPr>
          <p:cNvSpPr/>
          <p:nvPr/>
        </p:nvSpPr>
        <p:spPr>
          <a:xfrm>
            <a:off x="9398000" y="1651000"/>
            <a:ext cx="2032000" cy="889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4FC3F7"/>
                </a:solidFill>
              </a:rPr>
              <a:t>4× SPI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8C3995D8-0E22-4AF7-885B-44C032791524}"/>
              </a:ext>
            </a:extLst>
          </p:cNvPr>
          <p:cNvSpPr/>
          <p:nvPr/>
        </p:nvSpPr>
        <p:spPr>
          <a:xfrm>
            <a:off x="762000" y="4826000"/>
            <a:ext cx="2032000" cy="889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FF6B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FF6B6B"/>
                </a:solidFill>
              </a:rPr>
              <a:t>3× UART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7FFAC683-5527-4659-9996-D0FC7C19D305}"/>
              </a:ext>
            </a:extLst>
          </p:cNvPr>
          <p:cNvSpPr/>
          <p:nvPr/>
        </p:nvSpPr>
        <p:spPr>
          <a:xfrm>
            <a:off x="9398000" y="4826000"/>
            <a:ext cx="2032000" cy="889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FFD93D"/>
                </a:solidFill>
              </a:rPr>
              <a:t>1× I²S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A8242F5-55D5-4AC2-82F7-9388E97D31D7}"/>
              </a:ext>
            </a:extLst>
          </p:cNvPr>
          <p:cNvSpPr txBox="1"/>
          <p:nvPr/>
        </p:nvSpPr>
        <p:spPr>
          <a:xfrm>
            <a:off x="508000" y="5969000"/>
            <a:ext cx="11176000" cy="3693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pt-BR" i="1" dirty="0">
                <a:solidFill>
                  <a:srgbClr val="4A5568"/>
                </a:solidFill>
              </a:rPr>
              <a:t>Cada periférico pode ser remapeado para quase qualquer GPIO via GPIO Matrix — não há pinos fixos.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F63F926-A990-4036-8CD5-E4B5F444B546}"/>
              </a:ext>
            </a:extLst>
          </p:cNvPr>
          <p:cNvSpPr/>
          <p:nvPr/>
        </p:nvSpPr>
        <p:spPr>
          <a:xfrm rot="1896450">
            <a:off x="2650214" y="2584450"/>
            <a:ext cx="193857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E3D4CBB-C4E8-4EB1-8C34-57D149D4F058}"/>
              </a:ext>
            </a:extLst>
          </p:cNvPr>
          <p:cNvSpPr/>
          <p:nvPr/>
        </p:nvSpPr>
        <p:spPr>
          <a:xfrm rot="8903550">
            <a:off x="7603214" y="2584450"/>
            <a:ext cx="193857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E763A7AB-596C-4AC4-9480-DFEA10E00415}"/>
              </a:ext>
            </a:extLst>
          </p:cNvPr>
          <p:cNvSpPr/>
          <p:nvPr/>
        </p:nvSpPr>
        <p:spPr>
          <a:xfrm rot="-2562563">
            <a:off x="2496070" y="4489450"/>
            <a:ext cx="2246859" cy="38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BF8BBC0-BFFD-4956-9A20-099DEEC00267}"/>
              </a:ext>
            </a:extLst>
          </p:cNvPr>
          <p:cNvSpPr/>
          <p:nvPr/>
        </p:nvSpPr>
        <p:spPr>
          <a:xfrm rot="-8237437">
            <a:off x="7449070" y="4489450"/>
            <a:ext cx="2246859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0248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 13">
            <a:extLst>
              <a:ext uri="{FF2B5EF4-FFF2-40B4-BE49-F238E27FC236}">
                <a16:creationId xmlns:a16="http://schemas.microsoft.com/office/drawing/2014/main" id="{F9A39857-BB1A-4F95-B405-5D64CC6305EE}"/>
              </a:ext>
            </a:extLst>
          </p:cNvPr>
          <p:cNvSpPr/>
          <p:nvPr/>
        </p:nvSpPr>
        <p:spPr>
          <a:xfrm>
            <a:off x="0" y="0"/>
            <a:ext cx="3111500" cy="68580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ED3D55E6-7EAD-430E-B094-541960403FEE}"/>
              </a:ext>
            </a:extLst>
          </p:cNvPr>
          <p:cNvSpPr/>
          <p:nvPr/>
        </p:nvSpPr>
        <p:spPr>
          <a:xfrm>
            <a:off x="1803400" y="508000"/>
            <a:ext cx="2286000" cy="2286000"/>
          </a:xfrm>
          <a:prstGeom prst="ellipse">
            <a:avLst/>
          </a:prstGeom>
          <a:solidFill>
            <a:srgbClr val="7FE5D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6AEEDB0-65FE-4B6D-9F70-2660D6C8C05D}"/>
              </a:ext>
            </a:extLst>
          </p:cNvPr>
          <p:cNvSpPr/>
          <p:nvPr/>
        </p:nvSpPr>
        <p:spPr>
          <a:xfrm>
            <a:off x="0" y="4826000"/>
            <a:ext cx="2540000" cy="2540000"/>
          </a:xfrm>
          <a:prstGeom prst="ellipse">
            <a:avLst/>
          </a:prstGeom>
          <a:solidFill>
            <a:srgbClr val="FFEB8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03B60C8-6521-4C68-8447-486F245D25B0}"/>
              </a:ext>
            </a:extLst>
          </p:cNvPr>
          <p:cNvSpPr txBox="1"/>
          <p:nvPr/>
        </p:nvSpPr>
        <p:spPr>
          <a:xfrm>
            <a:off x="508000" y="2794000"/>
            <a:ext cx="2286000" cy="165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6262299-477E-49CA-8592-4C15B3530B09}"/>
              </a:ext>
            </a:extLst>
          </p:cNvPr>
          <p:cNvSpPr txBox="1"/>
          <p:nvPr/>
        </p:nvSpPr>
        <p:spPr>
          <a:xfrm>
            <a:off x="3619500" y="16510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00D4AA"/>
                </a:solidFill>
                <a:latin typeface="Inter"/>
              </a:rPr>
              <a:t>SEÇÃO  •  PROTOCOLO 1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3C4F1A6-0416-43DB-BA29-D4072935E409}"/>
              </a:ext>
            </a:extLst>
          </p:cNvPr>
          <p:cNvSpPr txBox="1"/>
          <p:nvPr/>
        </p:nvSpPr>
        <p:spPr>
          <a:xfrm>
            <a:off x="3619500" y="2222500"/>
            <a:ext cx="7874000" cy="190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5200" b="1">
                <a:solidFill>
                  <a:srgbClr val="1A1A2E"/>
                </a:solidFill>
                <a:latin typeface="Inter"/>
              </a:rPr>
              <a:t>I²C
Inter-Integrated Circuit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0DABF7E8-E739-4EC3-8C80-4B073DDB7F8D}"/>
              </a:ext>
            </a:extLst>
          </p:cNvPr>
          <p:cNvSpPr/>
          <p:nvPr/>
        </p:nvSpPr>
        <p:spPr>
          <a:xfrm>
            <a:off x="3619500" y="4445000"/>
            <a:ext cx="14605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2 fios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3DA3FD25-B1B2-4B33-BEA6-E2117C23543C}"/>
              </a:ext>
            </a:extLst>
          </p:cNvPr>
          <p:cNvSpPr/>
          <p:nvPr/>
        </p:nvSpPr>
        <p:spPr>
          <a:xfrm>
            <a:off x="5270500" y="4445000"/>
            <a:ext cx="1460500" cy="6350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Multi-slave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742CBEB0-904E-4818-A61E-2B668FF3A199}"/>
              </a:ext>
            </a:extLst>
          </p:cNvPr>
          <p:cNvSpPr/>
          <p:nvPr/>
        </p:nvSpPr>
        <p:spPr>
          <a:xfrm>
            <a:off x="6921500" y="4445000"/>
            <a:ext cx="1460500" cy="635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Endereçado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BE6056B3-C297-41EA-A076-2F169690E0AE}"/>
              </a:ext>
            </a:extLst>
          </p:cNvPr>
          <p:cNvSpPr/>
          <p:nvPr/>
        </p:nvSpPr>
        <p:spPr>
          <a:xfrm>
            <a:off x="8572500" y="4445000"/>
            <a:ext cx="1460500" cy="635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100k–3.4M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54706A0-E9D3-449C-A4A6-BBCC734E0F87}"/>
              </a:ext>
            </a:extLst>
          </p:cNvPr>
          <p:cNvSpPr txBox="1"/>
          <p:nvPr/>
        </p:nvSpPr>
        <p:spPr>
          <a:xfrm>
            <a:off x="3619500" y="5334000"/>
            <a:ext cx="736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2D3748"/>
                </a:solidFill>
                <a:latin typeface="Inter"/>
              </a:rPr>
              <a:t>Barramento serial síncrono • SDA + SCL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F0A882EB-5699-4DFB-B999-3E27F1A36078}"/>
              </a:ext>
            </a:extLst>
          </p:cNvPr>
          <p:cNvSpPr/>
          <p:nvPr/>
        </p:nvSpPr>
        <p:spPr>
          <a:xfrm>
            <a:off x="3619500" y="5969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96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E875C2B-CBDA-4223-8132-B55EA83955A3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DA4774C-9C27-48F8-A5FF-B34D2842DED0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Topologia do barramento I²C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21A9E91-1042-4FD9-A97F-0410B15AAFF2}"/>
              </a:ext>
            </a:extLst>
          </p:cNvPr>
          <p:cNvSpPr/>
          <p:nvPr/>
        </p:nvSpPr>
        <p:spPr>
          <a:xfrm>
            <a:off x="762000" y="2540000"/>
            <a:ext cx="1651000" cy="1270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</a:rPr>
              <a:t>ESP32
(Master)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1F4F65C-9C96-4159-B966-3691132C3D25}"/>
              </a:ext>
            </a:extLst>
          </p:cNvPr>
          <p:cNvSpPr txBox="1"/>
          <p:nvPr/>
        </p:nvSpPr>
        <p:spPr>
          <a:xfrm>
            <a:off x="2476500" y="24765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Consolas"/>
              </a:rPr>
              <a:t>SDA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ADAE5C2-92FE-4C91-AA20-95489F27C650}"/>
              </a:ext>
            </a:extLst>
          </p:cNvPr>
          <p:cNvSpPr txBox="1"/>
          <p:nvPr/>
        </p:nvSpPr>
        <p:spPr>
          <a:xfrm>
            <a:off x="2476500" y="29210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6B6B"/>
                </a:solidFill>
                <a:latin typeface="Consolas"/>
              </a:rPr>
              <a:t>SCL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8E99CB4-4F3C-461E-B18B-0F739B3CA6FD}"/>
              </a:ext>
            </a:extLst>
          </p:cNvPr>
          <p:cNvSpPr/>
          <p:nvPr/>
        </p:nvSpPr>
        <p:spPr>
          <a:xfrm>
            <a:off x="3048000" y="2730500"/>
            <a:ext cx="8382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2E20458-C71E-49CC-8169-510F9C5A3AF8}"/>
              </a:ext>
            </a:extLst>
          </p:cNvPr>
          <p:cNvSpPr/>
          <p:nvPr/>
        </p:nvSpPr>
        <p:spPr>
          <a:xfrm>
            <a:off x="3048000" y="3175000"/>
            <a:ext cx="8382000" cy="38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EFFC7E4-973A-459C-BDEC-0ED68901106A}"/>
              </a:ext>
            </a:extLst>
          </p:cNvPr>
          <p:cNvSpPr txBox="1"/>
          <p:nvPr/>
        </p:nvSpPr>
        <p:spPr>
          <a:xfrm>
            <a:off x="2794000" y="1333500"/>
            <a:ext cx="76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</a:rPr>
              <a:t>VCC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39DB26B-408B-41CD-8135-DCCEB736E293}"/>
              </a:ext>
            </a:extLst>
          </p:cNvPr>
          <p:cNvSpPr/>
          <p:nvPr/>
        </p:nvSpPr>
        <p:spPr>
          <a:xfrm>
            <a:off x="3048000" y="1651000"/>
            <a:ext cx="38100" cy="381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6D6FEF9-C843-4DDA-BA59-0A2734F4302F}"/>
              </a:ext>
            </a:extLst>
          </p:cNvPr>
          <p:cNvSpPr/>
          <p:nvPr/>
        </p:nvSpPr>
        <p:spPr>
          <a:xfrm>
            <a:off x="3429000" y="1651000"/>
            <a:ext cx="38100" cy="381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DA92B575-187B-41C4-8DBB-00750241E6DB}"/>
              </a:ext>
            </a:extLst>
          </p:cNvPr>
          <p:cNvSpPr/>
          <p:nvPr/>
        </p:nvSpPr>
        <p:spPr>
          <a:xfrm>
            <a:off x="2946400" y="2032000"/>
            <a:ext cx="254000" cy="444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A1A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100" b="1"/>
              <a:t>R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CBE389B2-022A-474F-B5A2-96F82A2CE9E7}"/>
              </a:ext>
            </a:extLst>
          </p:cNvPr>
          <p:cNvSpPr/>
          <p:nvPr/>
        </p:nvSpPr>
        <p:spPr>
          <a:xfrm>
            <a:off x="3327400" y="2032000"/>
            <a:ext cx="254000" cy="444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1A1A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100" b="1"/>
              <a:t>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5CC690E-517E-407F-9087-1E583EC99213}"/>
              </a:ext>
            </a:extLst>
          </p:cNvPr>
          <p:cNvSpPr txBox="1"/>
          <p:nvPr/>
        </p:nvSpPr>
        <p:spPr>
          <a:xfrm>
            <a:off x="3683000" y="2095500"/>
            <a:ext cx="76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718096"/>
                </a:solidFill>
              </a:rPr>
              <a:t>4.7 k</a:t>
            </a:r>
            <a:r>
              <a:rPr lang="el-GR" sz="1200">
                <a:solidFill>
                  <a:srgbClr val="718096"/>
                </a:solidFill>
              </a:rPr>
              <a:t>Ω</a:t>
            </a:r>
            <a:endParaRPr lang="pt-BR" sz="1200">
              <a:solidFill>
                <a:srgbClr val="718096"/>
              </a:solidFill>
            </a:endParaRP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11844C6D-2EA3-4399-8E96-D84A2D20079F}"/>
              </a:ext>
            </a:extLst>
          </p:cNvPr>
          <p:cNvSpPr/>
          <p:nvPr/>
        </p:nvSpPr>
        <p:spPr>
          <a:xfrm>
            <a:off x="2387600" y="2730500"/>
            <a:ext cx="6731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FC361CE-D07F-4C64-86D8-0BD0C08F5BAF}"/>
              </a:ext>
            </a:extLst>
          </p:cNvPr>
          <p:cNvSpPr/>
          <p:nvPr/>
        </p:nvSpPr>
        <p:spPr>
          <a:xfrm>
            <a:off x="2387600" y="3175000"/>
            <a:ext cx="6731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21709AC-3F1E-4146-874C-59AF912F62A5}"/>
              </a:ext>
            </a:extLst>
          </p:cNvPr>
          <p:cNvSpPr/>
          <p:nvPr/>
        </p:nvSpPr>
        <p:spPr>
          <a:xfrm>
            <a:off x="3060700" y="2476500"/>
            <a:ext cx="25400" cy="279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C10137DC-3AD4-4C2E-8A14-67E64FDE9236}"/>
              </a:ext>
            </a:extLst>
          </p:cNvPr>
          <p:cNvSpPr/>
          <p:nvPr/>
        </p:nvSpPr>
        <p:spPr>
          <a:xfrm>
            <a:off x="3441700" y="2476500"/>
            <a:ext cx="25400" cy="7239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1C9087CD-7B93-427F-A49B-F53F478BD9A5}"/>
              </a:ext>
            </a:extLst>
          </p:cNvPr>
          <p:cNvSpPr/>
          <p:nvPr/>
        </p:nvSpPr>
        <p:spPr>
          <a:xfrm>
            <a:off x="4572000" y="3810000"/>
            <a:ext cx="1651000" cy="1270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EF67B32-38B9-4ADD-BF5D-1E9952DA2FA3}"/>
              </a:ext>
            </a:extLst>
          </p:cNvPr>
          <p:cNvSpPr txBox="1"/>
          <p:nvPr/>
        </p:nvSpPr>
        <p:spPr>
          <a:xfrm>
            <a:off x="4572000" y="4000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</a:rPr>
              <a:t>MPU6050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6F8652E-DF66-4725-B3E6-9AFB862AD97F}"/>
              </a:ext>
            </a:extLst>
          </p:cNvPr>
          <p:cNvSpPr txBox="1"/>
          <p:nvPr/>
        </p:nvSpPr>
        <p:spPr>
          <a:xfrm>
            <a:off x="4572000" y="4381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4FC3F7"/>
                </a:solidFill>
                <a:latin typeface="Consolas"/>
              </a:rPr>
              <a:t>0x68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B1CB73F0-74D1-4A0A-80FB-2FDCFF1AF1A8}"/>
              </a:ext>
            </a:extLst>
          </p:cNvPr>
          <p:cNvSpPr txBox="1"/>
          <p:nvPr/>
        </p:nvSpPr>
        <p:spPr>
          <a:xfrm>
            <a:off x="4572000" y="46990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18096"/>
                </a:solidFill>
              </a:rPr>
              <a:t>Slave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488E4866-5C24-42E5-B40B-C59DFA7558ED}"/>
              </a:ext>
            </a:extLst>
          </p:cNvPr>
          <p:cNvSpPr/>
          <p:nvPr/>
        </p:nvSpPr>
        <p:spPr>
          <a:xfrm>
            <a:off x="5384800" y="2768600"/>
            <a:ext cx="25400" cy="1041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441DEAC5-B510-44B1-9F12-98DD65DE3176}"/>
              </a:ext>
            </a:extLst>
          </p:cNvPr>
          <p:cNvSpPr/>
          <p:nvPr/>
        </p:nvSpPr>
        <p:spPr>
          <a:xfrm>
            <a:off x="5575300" y="3213100"/>
            <a:ext cx="25400" cy="5969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AAB5DCBC-C8E9-4616-8B32-C7AD901CFEF0}"/>
              </a:ext>
            </a:extLst>
          </p:cNvPr>
          <p:cNvSpPr/>
          <p:nvPr/>
        </p:nvSpPr>
        <p:spPr>
          <a:xfrm>
            <a:off x="6858000" y="3810000"/>
            <a:ext cx="1651000" cy="1270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C59B25AB-6A7F-4BD7-8E14-5A3CED3409C2}"/>
              </a:ext>
            </a:extLst>
          </p:cNvPr>
          <p:cNvSpPr txBox="1"/>
          <p:nvPr/>
        </p:nvSpPr>
        <p:spPr>
          <a:xfrm>
            <a:off x="6858000" y="4000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</a:rPr>
              <a:t>BMP280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97CF507-0CBD-4539-B839-EF57473C8044}"/>
              </a:ext>
            </a:extLst>
          </p:cNvPr>
          <p:cNvSpPr txBox="1"/>
          <p:nvPr/>
        </p:nvSpPr>
        <p:spPr>
          <a:xfrm>
            <a:off x="6858000" y="4381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9F7AEA"/>
                </a:solidFill>
                <a:latin typeface="Consolas"/>
              </a:rPr>
              <a:t>0x76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E7E4AA03-1913-48F2-81B2-F00C388E35CF}"/>
              </a:ext>
            </a:extLst>
          </p:cNvPr>
          <p:cNvSpPr txBox="1"/>
          <p:nvPr/>
        </p:nvSpPr>
        <p:spPr>
          <a:xfrm>
            <a:off x="6858000" y="46990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18096"/>
                </a:solidFill>
              </a:rPr>
              <a:t>Slave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91FB5D5A-C4D2-4735-8167-E49172C4BB66}"/>
              </a:ext>
            </a:extLst>
          </p:cNvPr>
          <p:cNvSpPr/>
          <p:nvPr/>
        </p:nvSpPr>
        <p:spPr>
          <a:xfrm>
            <a:off x="7670800" y="2768600"/>
            <a:ext cx="25400" cy="1041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6DD105AC-052A-4F9C-8773-60DBE1389EFF}"/>
              </a:ext>
            </a:extLst>
          </p:cNvPr>
          <p:cNvSpPr/>
          <p:nvPr/>
        </p:nvSpPr>
        <p:spPr>
          <a:xfrm>
            <a:off x="7861300" y="3213100"/>
            <a:ext cx="25400" cy="5969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D9C2C116-E471-4331-8AAF-3850D571D038}"/>
              </a:ext>
            </a:extLst>
          </p:cNvPr>
          <p:cNvSpPr/>
          <p:nvPr/>
        </p:nvSpPr>
        <p:spPr>
          <a:xfrm>
            <a:off x="9144000" y="3810000"/>
            <a:ext cx="1651000" cy="1270000"/>
          </a:xfrm>
          <a:prstGeom prst="roundRect">
            <a:avLst/>
          </a:prstGeom>
          <a:solidFill>
            <a:srgbClr val="FFFFFF"/>
          </a:solidFill>
          <a:ln w="381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191DF605-7CEA-4DAC-A3D0-DA103E57F26B}"/>
              </a:ext>
            </a:extLst>
          </p:cNvPr>
          <p:cNvSpPr txBox="1"/>
          <p:nvPr/>
        </p:nvSpPr>
        <p:spPr>
          <a:xfrm>
            <a:off x="9144000" y="4000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</a:rPr>
              <a:t>OLED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F4EE755-F2CC-440E-BF65-3D87796E0DB1}"/>
              </a:ext>
            </a:extLst>
          </p:cNvPr>
          <p:cNvSpPr txBox="1"/>
          <p:nvPr/>
        </p:nvSpPr>
        <p:spPr>
          <a:xfrm>
            <a:off x="9144000" y="4381500"/>
            <a:ext cx="165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D93D"/>
                </a:solidFill>
                <a:latin typeface="Consolas"/>
              </a:rPr>
              <a:t>0x3C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62B22F0E-7559-48F1-80B3-F08926DDFAED}"/>
              </a:ext>
            </a:extLst>
          </p:cNvPr>
          <p:cNvSpPr txBox="1"/>
          <p:nvPr/>
        </p:nvSpPr>
        <p:spPr>
          <a:xfrm>
            <a:off x="9144000" y="46990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18096"/>
                </a:solidFill>
              </a:rPr>
              <a:t>Slave</a:t>
            </a:r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665809DC-3E31-4AD6-B679-58A396338005}"/>
              </a:ext>
            </a:extLst>
          </p:cNvPr>
          <p:cNvSpPr/>
          <p:nvPr/>
        </p:nvSpPr>
        <p:spPr>
          <a:xfrm>
            <a:off x="9956800" y="2768600"/>
            <a:ext cx="25400" cy="1041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3B117D91-645E-4A63-B598-BFED071FCA43}"/>
              </a:ext>
            </a:extLst>
          </p:cNvPr>
          <p:cNvSpPr/>
          <p:nvPr/>
        </p:nvSpPr>
        <p:spPr>
          <a:xfrm>
            <a:off x="10147300" y="3213100"/>
            <a:ext cx="25400" cy="5969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247D77CA-C993-4C3D-B9C6-185902090556}"/>
              </a:ext>
            </a:extLst>
          </p:cNvPr>
          <p:cNvSpPr txBox="1"/>
          <p:nvPr/>
        </p:nvSpPr>
        <p:spPr>
          <a:xfrm>
            <a:off x="508000" y="5969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i="1">
                <a:solidFill>
                  <a:srgbClr val="4A5568"/>
                </a:solidFill>
              </a:rPr>
              <a:t>Cada slave tem um endereço único de 7 bits — o master escolhe com quem falar usando esse endereço.</a:t>
            </a:r>
          </a:p>
        </p:txBody>
      </p:sp>
    </p:spTree>
    <p:extLst>
      <p:ext uri="{BB962C8B-B14F-4D97-AF65-F5344CB8AC3E}">
        <p14:creationId xmlns:p14="http://schemas.microsoft.com/office/powerpoint/2010/main" val="3998809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5E5313C-B1DD-491E-9585-E7E9992F4DE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FE884CD-3DD3-4AAC-BEFC-5EAAF22116B0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Open-drain + resistores de pull-up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08089F5-8C3C-4A9B-96B2-DFE0036B2F9A}"/>
              </a:ext>
            </a:extLst>
          </p:cNvPr>
          <p:cNvSpPr/>
          <p:nvPr/>
        </p:nvSpPr>
        <p:spPr>
          <a:xfrm>
            <a:off x="508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0C728C4-2D6A-4CFF-9380-3BECA0439C8D}"/>
              </a:ext>
            </a:extLst>
          </p:cNvPr>
          <p:cNvSpPr txBox="1"/>
          <p:nvPr/>
        </p:nvSpPr>
        <p:spPr>
          <a:xfrm>
            <a:off x="762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00D4AA"/>
                </a:solidFill>
              </a:rPr>
              <a:t>Por que pull-ups?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53C48D5-7E45-445F-982A-8729CB926906}"/>
              </a:ext>
            </a:extLst>
          </p:cNvPr>
          <p:cNvSpPr txBox="1"/>
          <p:nvPr/>
        </p:nvSpPr>
        <p:spPr>
          <a:xfrm>
            <a:off x="762000" y="2222500"/>
            <a:ext cx="1524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Consolas"/>
              </a:rPr>
              <a:t>VCC (3.3 V)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1F0AE08-9596-43FB-BF16-7F202A33FECA}"/>
              </a:ext>
            </a:extLst>
          </p:cNvPr>
          <p:cNvSpPr/>
          <p:nvPr/>
        </p:nvSpPr>
        <p:spPr>
          <a:xfrm>
            <a:off x="2540000" y="2540000"/>
            <a:ext cx="25400" cy="3175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F1ADD32-3ABF-45D5-9D59-D97FD6999D3A}"/>
              </a:ext>
            </a:extLst>
          </p:cNvPr>
          <p:cNvSpPr/>
          <p:nvPr/>
        </p:nvSpPr>
        <p:spPr>
          <a:xfrm>
            <a:off x="2387600" y="2857500"/>
            <a:ext cx="317500" cy="635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1A1A2E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/>
              <a:t>R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731C2E6A-103E-42E7-9277-819F2E959345}"/>
              </a:ext>
            </a:extLst>
          </p:cNvPr>
          <p:cNvSpPr txBox="1"/>
          <p:nvPr/>
        </p:nvSpPr>
        <p:spPr>
          <a:xfrm>
            <a:off x="2794000" y="2984500"/>
            <a:ext cx="101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718096"/>
                </a:solidFill>
              </a:rPr>
              <a:t>4.7 k</a:t>
            </a:r>
            <a:r>
              <a:rPr lang="el-GR" sz="1400">
                <a:solidFill>
                  <a:srgbClr val="718096"/>
                </a:solidFill>
              </a:rPr>
              <a:t>Ω</a:t>
            </a:r>
            <a:endParaRPr lang="pt-BR" sz="1400">
              <a:solidFill>
                <a:srgbClr val="718096"/>
              </a:solidFill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C23A8FD-353E-4ECD-B574-E5DA48B59103}"/>
              </a:ext>
            </a:extLst>
          </p:cNvPr>
          <p:cNvSpPr/>
          <p:nvPr/>
        </p:nvSpPr>
        <p:spPr>
          <a:xfrm>
            <a:off x="2540000" y="3492500"/>
            <a:ext cx="25400" cy="3175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CDD771B9-292D-483D-970E-D22F5CF8D276}"/>
              </a:ext>
            </a:extLst>
          </p:cNvPr>
          <p:cNvSpPr/>
          <p:nvPr/>
        </p:nvSpPr>
        <p:spPr>
          <a:xfrm>
            <a:off x="1016000" y="3810000"/>
            <a:ext cx="4826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E02DF10-5168-4E76-98EE-898C952BD33A}"/>
              </a:ext>
            </a:extLst>
          </p:cNvPr>
          <p:cNvSpPr txBox="1"/>
          <p:nvPr/>
        </p:nvSpPr>
        <p:spPr>
          <a:xfrm>
            <a:off x="1016000" y="3911600"/>
            <a:ext cx="177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00D4AA"/>
                </a:solidFill>
              </a:rPr>
              <a:t>SDA (ou SCL)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853D3B30-2C46-4DA3-B1C3-8FFB2FCE70ED}"/>
              </a:ext>
            </a:extLst>
          </p:cNvPr>
          <p:cNvSpPr/>
          <p:nvPr/>
        </p:nvSpPr>
        <p:spPr>
          <a:xfrm>
            <a:off x="3556000" y="3848100"/>
            <a:ext cx="25400" cy="381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7A5BD1A6-B444-4347-976A-056E220B6425}"/>
              </a:ext>
            </a:extLst>
          </p:cNvPr>
          <p:cNvSpPr/>
          <p:nvPr/>
        </p:nvSpPr>
        <p:spPr>
          <a:xfrm>
            <a:off x="3238500" y="4229100"/>
            <a:ext cx="698500" cy="762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00D4AA"/>
                </a:solidFill>
              </a:rPr>
              <a:t>Dev 1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8CC897E-8795-499E-9CCB-D160BEAE94E4}"/>
              </a:ext>
            </a:extLst>
          </p:cNvPr>
          <p:cNvSpPr/>
          <p:nvPr/>
        </p:nvSpPr>
        <p:spPr>
          <a:xfrm>
            <a:off x="3556000" y="4991100"/>
            <a:ext cx="25400" cy="254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2EF757F1-C373-4888-8C7D-7F4972D12E39}"/>
              </a:ext>
            </a:extLst>
          </p:cNvPr>
          <p:cNvSpPr/>
          <p:nvPr/>
        </p:nvSpPr>
        <p:spPr>
          <a:xfrm>
            <a:off x="3403600" y="5245100"/>
            <a:ext cx="317500" cy="381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87786DFF-5BD8-4895-9984-B31E886E83BF}"/>
              </a:ext>
            </a:extLst>
          </p:cNvPr>
          <p:cNvSpPr/>
          <p:nvPr/>
        </p:nvSpPr>
        <p:spPr>
          <a:xfrm>
            <a:off x="3454400" y="5321300"/>
            <a:ext cx="215900" cy="254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345723CF-1968-4FA5-B7B2-BB858D55DF3E}"/>
              </a:ext>
            </a:extLst>
          </p:cNvPr>
          <p:cNvSpPr/>
          <p:nvPr/>
        </p:nvSpPr>
        <p:spPr>
          <a:xfrm>
            <a:off x="3505200" y="5384800"/>
            <a:ext cx="114300" cy="254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5A75FBC-3BAE-4A7F-8BAE-58F5CB918002}"/>
              </a:ext>
            </a:extLst>
          </p:cNvPr>
          <p:cNvSpPr/>
          <p:nvPr/>
        </p:nvSpPr>
        <p:spPr>
          <a:xfrm>
            <a:off x="4953000" y="3848100"/>
            <a:ext cx="25400" cy="381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D2C7F54B-DE38-449E-8A42-A27C122D3D2C}"/>
              </a:ext>
            </a:extLst>
          </p:cNvPr>
          <p:cNvSpPr/>
          <p:nvPr/>
        </p:nvSpPr>
        <p:spPr>
          <a:xfrm>
            <a:off x="4635500" y="4229100"/>
            <a:ext cx="698500" cy="762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00D4AA"/>
                </a:solidFill>
              </a:rPr>
              <a:t>Dev 2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39ECD801-32AB-4135-8795-383112592DF5}"/>
              </a:ext>
            </a:extLst>
          </p:cNvPr>
          <p:cNvSpPr/>
          <p:nvPr/>
        </p:nvSpPr>
        <p:spPr>
          <a:xfrm>
            <a:off x="4953000" y="4991100"/>
            <a:ext cx="25400" cy="254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AC12F87-0E40-4534-8156-80D59137F1C0}"/>
              </a:ext>
            </a:extLst>
          </p:cNvPr>
          <p:cNvSpPr/>
          <p:nvPr/>
        </p:nvSpPr>
        <p:spPr>
          <a:xfrm>
            <a:off x="4800600" y="5245100"/>
            <a:ext cx="317500" cy="381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B416B46D-0CFE-40DA-9AD4-83AB9DB75915}"/>
              </a:ext>
            </a:extLst>
          </p:cNvPr>
          <p:cNvSpPr/>
          <p:nvPr/>
        </p:nvSpPr>
        <p:spPr>
          <a:xfrm>
            <a:off x="4851400" y="5321300"/>
            <a:ext cx="215900" cy="254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331E9E2E-7E40-4C32-A480-673AE2E3F1FF}"/>
              </a:ext>
            </a:extLst>
          </p:cNvPr>
          <p:cNvSpPr/>
          <p:nvPr/>
        </p:nvSpPr>
        <p:spPr>
          <a:xfrm>
            <a:off x="4902200" y="5384800"/>
            <a:ext cx="114300" cy="254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CE9C3361-2C1C-4A6F-933C-0EF906472F2D}"/>
              </a:ext>
            </a:extLst>
          </p:cNvPr>
          <p:cNvSpPr txBox="1"/>
          <p:nvPr/>
        </p:nvSpPr>
        <p:spPr>
          <a:xfrm>
            <a:off x="889000" y="5594350"/>
            <a:ext cx="4953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i="1" dirty="0">
                <a:solidFill>
                  <a:srgbClr val="2D3748"/>
                </a:solidFill>
              </a:rPr>
              <a:t>Dispositivos só puxam para GND. O </a:t>
            </a:r>
            <a:r>
              <a:rPr lang="pt-BR" sz="1600" i="1" dirty="0" err="1">
                <a:solidFill>
                  <a:srgbClr val="2D3748"/>
                </a:solidFill>
              </a:rPr>
              <a:t>pull-up</a:t>
            </a:r>
            <a:r>
              <a:rPr lang="pt-BR" sz="1600" i="1" dirty="0">
                <a:solidFill>
                  <a:srgbClr val="2D3748"/>
                </a:solidFill>
              </a:rPr>
              <a:t> gera o nível alto.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27D274A1-BC5E-42F5-8802-EF1A9F27EA16}"/>
              </a:ext>
            </a:extLst>
          </p:cNvPr>
          <p:cNvSpPr/>
          <p:nvPr/>
        </p:nvSpPr>
        <p:spPr>
          <a:xfrm>
            <a:off x="6223000" y="1397000"/>
            <a:ext cx="5461000" cy="495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1E1FF35-E56B-4AE6-99E6-6E7BCEEECB6A}"/>
              </a:ext>
            </a:extLst>
          </p:cNvPr>
          <p:cNvSpPr txBox="1"/>
          <p:nvPr/>
        </p:nvSpPr>
        <p:spPr>
          <a:xfrm>
            <a:off x="6477000" y="1651000"/>
            <a:ext cx="508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00D4AA"/>
                </a:solidFill>
              </a:rPr>
              <a:t>Qual valor de R usar?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5F65B6FC-6540-46AB-B309-F5F2DF17FA78}"/>
              </a:ext>
            </a:extLst>
          </p:cNvPr>
          <p:cNvSpPr/>
          <p:nvPr/>
        </p:nvSpPr>
        <p:spPr>
          <a:xfrm>
            <a:off x="6477000" y="2286000"/>
            <a:ext cx="4953000" cy="571500"/>
          </a:xfrm>
          <a:prstGeom prst="rect">
            <a:avLst/>
          </a:prstGeom>
          <a:solidFill>
            <a:srgbClr val="F7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E4006BE6-1A44-4B5E-B517-24D50C25DA9A}"/>
              </a:ext>
            </a:extLst>
          </p:cNvPr>
          <p:cNvSpPr txBox="1"/>
          <p:nvPr/>
        </p:nvSpPr>
        <p:spPr>
          <a:xfrm>
            <a:off x="6667500" y="2438400"/>
            <a:ext cx="304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</a:rPr>
              <a:t>100 kHz (Standard)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02CDCA15-7B27-4E2F-BCEC-88F25F729005}"/>
              </a:ext>
            </a:extLst>
          </p:cNvPr>
          <p:cNvSpPr txBox="1"/>
          <p:nvPr/>
        </p:nvSpPr>
        <p:spPr>
          <a:xfrm>
            <a:off x="9652000" y="24384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10 k</a:t>
            </a:r>
            <a:r>
              <a:rPr lang="el-GR" sz="1600" b="1">
                <a:solidFill>
                  <a:srgbClr val="00D4AA"/>
                </a:solidFill>
                <a:latin typeface="Consolas"/>
              </a:rPr>
              <a:t>Ω</a:t>
            </a:r>
            <a:endParaRPr lang="pt-BR" sz="1600" b="1">
              <a:solidFill>
                <a:srgbClr val="00D4AA"/>
              </a:solidFill>
              <a:latin typeface="Consolas"/>
            </a:endParaRP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53F357C1-7069-470B-95FB-A871E1C9DAE0}"/>
              </a:ext>
            </a:extLst>
          </p:cNvPr>
          <p:cNvSpPr/>
          <p:nvPr/>
        </p:nvSpPr>
        <p:spPr>
          <a:xfrm>
            <a:off x="6477000" y="2921000"/>
            <a:ext cx="4953000" cy="5715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EB460A8-878F-4C8A-B9C4-1BF9698A6D94}"/>
              </a:ext>
            </a:extLst>
          </p:cNvPr>
          <p:cNvSpPr txBox="1"/>
          <p:nvPr/>
        </p:nvSpPr>
        <p:spPr>
          <a:xfrm>
            <a:off x="6667500" y="3073400"/>
            <a:ext cx="304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</a:rPr>
              <a:t>400 kHz (Fast)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95BC40C3-FA31-41B6-BA11-89557D1AC876}"/>
              </a:ext>
            </a:extLst>
          </p:cNvPr>
          <p:cNvSpPr txBox="1"/>
          <p:nvPr/>
        </p:nvSpPr>
        <p:spPr>
          <a:xfrm>
            <a:off x="9652000" y="30734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4.7 k</a:t>
            </a:r>
            <a:r>
              <a:rPr lang="el-GR" sz="1600" b="1">
                <a:solidFill>
                  <a:srgbClr val="00D4AA"/>
                </a:solidFill>
                <a:latin typeface="Consolas"/>
              </a:rPr>
              <a:t>Ω</a:t>
            </a:r>
            <a:endParaRPr lang="pt-BR" sz="1600" b="1">
              <a:solidFill>
                <a:srgbClr val="00D4AA"/>
              </a:solidFill>
              <a:latin typeface="Consolas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7FCD120C-E605-4FD0-9B65-CA39E81E1C72}"/>
              </a:ext>
            </a:extLst>
          </p:cNvPr>
          <p:cNvSpPr/>
          <p:nvPr/>
        </p:nvSpPr>
        <p:spPr>
          <a:xfrm>
            <a:off x="6477000" y="3556000"/>
            <a:ext cx="4953000" cy="571500"/>
          </a:xfrm>
          <a:prstGeom prst="rect">
            <a:avLst/>
          </a:prstGeom>
          <a:solidFill>
            <a:srgbClr val="F7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5639C21B-58A4-4E4C-BDF9-C16D82D6DE6F}"/>
              </a:ext>
            </a:extLst>
          </p:cNvPr>
          <p:cNvSpPr txBox="1"/>
          <p:nvPr/>
        </p:nvSpPr>
        <p:spPr>
          <a:xfrm>
            <a:off x="6667500" y="3708400"/>
            <a:ext cx="304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</a:rPr>
              <a:t>1 MHz (Fast+)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DAC210D4-482C-42DF-A356-B5DA486F8988}"/>
              </a:ext>
            </a:extLst>
          </p:cNvPr>
          <p:cNvSpPr txBox="1"/>
          <p:nvPr/>
        </p:nvSpPr>
        <p:spPr>
          <a:xfrm>
            <a:off x="9652000" y="3708400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2.2 k</a:t>
            </a:r>
            <a:r>
              <a:rPr lang="el-GR" sz="1600" b="1">
                <a:solidFill>
                  <a:srgbClr val="00D4AA"/>
                </a:solidFill>
                <a:latin typeface="Consolas"/>
              </a:rPr>
              <a:t>Ω</a:t>
            </a:r>
            <a:endParaRPr lang="pt-BR" sz="1600" b="1">
              <a:solidFill>
                <a:srgbClr val="00D4AA"/>
              </a:solidFill>
              <a:latin typeface="Consolas"/>
            </a:endParaRPr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23400172-31BD-417B-90DE-88E6AC5B6947}"/>
              </a:ext>
            </a:extLst>
          </p:cNvPr>
          <p:cNvSpPr/>
          <p:nvPr/>
        </p:nvSpPr>
        <p:spPr>
          <a:xfrm>
            <a:off x="6477000" y="4191000"/>
            <a:ext cx="4953000" cy="5715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9148ED24-AD67-4303-AE51-A4A6B2BE3D72}"/>
              </a:ext>
            </a:extLst>
          </p:cNvPr>
          <p:cNvSpPr txBox="1"/>
          <p:nvPr/>
        </p:nvSpPr>
        <p:spPr>
          <a:xfrm>
            <a:off x="6667500" y="4343400"/>
            <a:ext cx="3048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</a:rPr>
              <a:t>3.4 MHz (Hi-speed)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C898B3AB-6CFF-4D56-9EA7-BE82F576BF89}"/>
              </a:ext>
            </a:extLst>
          </p:cNvPr>
          <p:cNvSpPr txBox="1"/>
          <p:nvPr/>
        </p:nvSpPr>
        <p:spPr>
          <a:xfrm>
            <a:off x="9652000" y="4237525"/>
            <a:ext cx="1651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 dirty="0">
                <a:solidFill>
                  <a:srgbClr val="00D4AA"/>
                </a:solidFill>
                <a:latin typeface="Consolas"/>
              </a:rPr>
              <a:t>1 k</a:t>
            </a:r>
            <a:r>
              <a:rPr lang="el-GR" sz="1600" b="1" dirty="0">
                <a:solidFill>
                  <a:srgbClr val="00D4AA"/>
                </a:solidFill>
                <a:latin typeface="Consolas"/>
              </a:rPr>
              <a:t>Ω + </a:t>
            </a:r>
            <a:r>
              <a:rPr lang="pt-BR" sz="1600" b="1" dirty="0">
                <a:solidFill>
                  <a:srgbClr val="00D4AA"/>
                </a:solidFill>
                <a:latin typeface="Consolas"/>
              </a:rPr>
              <a:t>driver ativo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98D289EA-A30F-4743-9392-CBC87FB6B95D}"/>
              </a:ext>
            </a:extLst>
          </p:cNvPr>
          <p:cNvSpPr txBox="1"/>
          <p:nvPr/>
        </p:nvSpPr>
        <p:spPr>
          <a:xfrm>
            <a:off x="6477000" y="5207000"/>
            <a:ext cx="4953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FF6B6B"/>
                </a:solidFill>
              </a:rPr>
              <a:t>⚠  Muitos módulos breakout já incluem pull-ups — verifique antes de adicionar mais!</a:t>
            </a:r>
          </a:p>
        </p:txBody>
      </p:sp>
    </p:spTree>
    <p:extLst>
      <p:ext uri="{BB962C8B-B14F-4D97-AF65-F5344CB8AC3E}">
        <p14:creationId xmlns:p14="http://schemas.microsoft.com/office/powerpoint/2010/main" val="2451668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38E30C0C-828C-4D89-982C-2AAD66B854F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6493B1A-A8ED-4EC5-8956-FD3D49E56FA4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Anatomia de um frame I²C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55B5331-BE78-416F-9A84-62D0C4017E87}"/>
              </a:ext>
            </a:extLst>
          </p:cNvPr>
          <p:cNvSpPr/>
          <p:nvPr/>
        </p:nvSpPr>
        <p:spPr>
          <a:xfrm>
            <a:off x="762000" y="2032000"/>
            <a:ext cx="635000" cy="1016000"/>
          </a:xfrm>
          <a:prstGeom prst="rect">
            <a:avLst/>
          </a:prstGeom>
          <a:solidFill>
            <a:srgbClr val="FF6B6B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B66778A-734C-4438-9A1C-2BF5A2939460}"/>
              </a:ext>
            </a:extLst>
          </p:cNvPr>
          <p:cNvSpPr txBox="1"/>
          <p:nvPr/>
        </p:nvSpPr>
        <p:spPr>
          <a:xfrm>
            <a:off x="762000" y="2159000"/>
            <a:ext cx="63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D8DFBD0-F1D6-4C6D-ABE2-98430FDB1DAB}"/>
              </a:ext>
            </a:extLst>
          </p:cNvPr>
          <p:cNvSpPr txBox="1"/>
          <p:nvPr/>
        </p:nvSpPr>
        <p:spPr>
          <a:xfrm>
            <a:off x="762000" y="26416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FD70E9C-1990-47B2-A342-32757995447F}"/>
              </a:ext>
            </a:extLst>
          </p:cNvPr>
          <p:cNvSpPr/>
          <p:nvPr/>
        </p:nvSpPr>
        <p:spPr>
          <a:xfrm>
            <a:off x="1397000" y="2032000"/>
            <a:ext cx="2286000" cy="1016000"/>
          </a:xfrm>
          <a:prstGeom prst="rect">
            <a:avLst/>
          </a:prstGeom>
          <a:solidFill>
            <a:srgbClr val="00D4A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39FDA2B-31C6-4D4E-A9C3-146B2E043AB0}"/>
              </a:ext>
            </a:extLst>
          </p:cNvPr>
          <p:cNvSpPr txBox="1"/>
          <p:nvPr/>
        </p:nvSpPr>
        <p:spPr>
          <a:xfrm>
            <a:off x="1397000" y="2159000"/>
            <a:ext cx="2286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ADDR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4A1E6B2-E4B6-4877-A316-821C7F9FD338}"/>
              </a:ext>
            </a:extLst>
          </p:cNvPr>
          <p:cNvSpPr txBox="1"/>
          <p:nvPr/>
        </p:nvSpPr>
        <p:spPr>
          <a:xfrm>
            <a:off x="1397000" y="26416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7 bits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E6472DB-E616-44B0-B726-738AEB42CCEF}"/>
              </a:ext>
            </a:extLst>
          </p:cNvPr>
          <p:cNvSpPr/>
          <p:nvPr/>
        </p:nvSpPr>
        <p:spPr>
          <a:xfrm>
            <a:off x="3683000" y="2032000"/>
            <a:ext cx="889000" cy="1016000"/>
          </a:xfrm>
          <a:prstGeom prst="rect">
            <a:avLst/>
          </a:prstGeom>
          <a:solidFill>
            <a:srgbClr val="FFD93D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4AF8749-3857-44AC-B456-B50A58C3E01B}"/>
              </a:ext>
            </a:extLst>
          </p:cNvPr>
          <p:cNvSpPr txBox="1"/>
          <p:nvPr/>
        </p:nvSpPr>
        <p:spPr>
          <a:xfrm>
            <a:off x="3683000" y="2159000"/>
            <a:ext cx="889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R/W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DD13F13-DC84-4BDB-9C79-673C0DE6FF06}"/>
              </a:ext>
            </a:extLst>
          </p:cNvPr>
          <p:cNvSpPr txBox="1"/>
          <p:nvPr/>
        </p:nvSpPr>
        <p:spPr>
          <a:xfrm>
            <a:off x="3683000" y="2641600"/>
            <a:ext cx="889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1 bit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13ED517-A800-4F28-90BC-2BD4C22A8D9E}"/>
              </a:ext>
            </a:extLst>
          </p:cNvPr>
          <p:cNvSpPr/>
          <p:nvPr/>
        </p:nvSpPr>
        <p:spPr>
          <a:xfrm>
            <a:off x="4572000" y="2032000"/>
            <a:ext cx="635000" cy="1016000"/>
          </a:xfrm>
          <a:prstGeom prst="rect">
            <a:avLst/>
          </a:prstGeom>
          <a:solidFill>
            <a:srgbClr val="9F7AE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1FEE4B7-09F2-4B90-9E23-4AD1A4B0CD15}"/>
              </a:ext>
            </a:extLst>
          </p:cNvPr>
          <p:cNvSpPr txBox="1"/>
          <p:nvPr/>
        </p:nvSpPr>
        <p:spPr>
          <a:xfrm>
            <a:off x="4572000" y="2159000"/>
            <a:ext cx="63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09EABA22-9C0A-40CC-A84D-C34D2D034A5C}"/>
              </a:ext>
            </a:extLst>
          </p:cNvPr>
          <p:cNvSpPr txBox="1"/>
          <p:nvPr/>
        </p:nvSpPr>
        <p:spPr>
          <a:xfrm>
            <a:off x="4572000" y="26416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ACK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FD5B3B2-D823-4F26-B580-9475AC7E87CA}"/>
              </a:ext>
            </a:extLst>
          </p:cNvPr>
          <p:cNvSpPr/>
          <p:nvPr/>
        </p:nvSpPr>
        <p:spPr>
          <a:xfrm>
            <a:off x="5207000" y="2032000"/>
            <a:ext cx="2540000" cy="1016000"/>
          </a:xfrm>
          <a:prstGeom prst="rect">
            <a:avLst/>
          </a:prstGeom>
          <a:solidFill>
            <a:srgbClr val="4FC3F7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40ACBB3-4E3A-4393-A801-5F740A7E8EF3}"/>
              </a:ext>
            </a:extLst>
          </p:cNvPr>
          <p:cNvSpPr txBox="1"/>
          <p:nvPr/>
        </p:nvSpPr>
        <p:spPr>
          <a:xfrm>
            <a:off x="5207000" y="21590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D4E0AB5-FAFE-4961-B278-40CE53FBE4EE}"/>
              </a:ext>
            </a:extLst>
          </p:cNvPr>
          <p:cNvSpPr txBox="1"/>
          <p:nvPr/>
        </p:nvSpPr>
        <p:spPr>
          <a:xfrm>
            <a:off x="5207000" y="2641600"/>
            <a:ext cx="254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8 bits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A7D290D6-F1D6-49F3-8D9D-D0E902E01045}"/>
              </a:ext>
            </a:extLst>
          </p:cNvPr>
          <p:cNvSpPr/>
          <p:nvPr/>
        </p:nvSpPr>
        <p:spPr>
          <a:xfrm>
            <a:off x="7747000" y="2032000"/>
            <a:ext cx="635000" cy="1016000"/>
          </a:xfrm>
          <a:prstGeom prst="rect">
            <a:avLst/>
          </a:prstGeom>
          <a:solidFill>
            <a:srgbClr val="9F7AE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A1D9C3C-3852-41FE-85EF-DEA5544C1563}"/>
              </a:ext>
            </a:extLst>
          </p:cNvPr>
          <p:cNvSpPr txBox="1"/>
          <p:nvPr/>
        </p:nvSpPr>
        <p:spPr>
          <a:xfrm>
            <a:off x="7747000" y="2159000"/>
            <a:ext cx="63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E66BAFC-1C04-4B50-B902-AB1C0532EDAD}"/>
              </a:ext>
            </a:extLst>
          </p:cNvPr>
          <p:cNvSpPr txBox="1"/>
          <p:nvPr/>
        </p:nvSpPr>
        <p:spPr>
          <a:xfrm>
            <a:off x="7747000" y="26416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ACK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322C95A-0792-4B16-BED9-C3E26CF055BB}"/>
              </a:ext>
            </a:extLst>
          </p:cNvPr>
          <p:cNvSpPr/>
          <p:nvPr/>
        </p:nvSpPr>
        <p:spPr>
          <a:xfrm>
            <a:off x="8382000" y="2032000"/>
            <a:ext cx="635000" cy="1016000"/>
          </a:xfrm>
          <a:prstGeom prst="rect">
            <a:avLst/>
          </a:prstGeom>
          <a:solidFill>
            <a:srgbClr val="FF6B6B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9FD9D3D-3D6F-49FF-B635-C375590B5763}"/>
              </a:ext>
            </a:extLst>
          </p:cNvPr>
          <p:cNvSpPr txBox="1"/>
          <p:nvPr/>
        </p:nvSpPr>
        <p:spPr>
          <a:xfrm>
            <a:off x="8382000" y="2159000"/>
            <a:ext cx="63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FFFFFF"/>
                </a:solidFill>
              </a:rPr>
              <a:t>P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9BD75DF7-04A0-445E-9C7B-D39F6845348E}"/>
              </a:ext>
            </a:extLst>
          </p:cNvPr>
          <p:cNvSpPr txBox="1"/>
          <p:nvPr/>
        </p:nvSpPr>
        <p:spPr>
          <a:xfrm>
            <a:off x="8382000" y="2641600"/>
            <a:ext cx="63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FFFFFF"/>
                </a:solidFill>
              </a:rPr>
              <a:t>Stop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159662F-9F04-4778-A122-57AC2E6F982B}"/>
              </a:ext>
            </a:extLst>
          </p:cNvPr>
          <p:cNvSpPr txBox="1"/>
          <p:nvPr/>
        </p:nvSpPr>
        <p:spPr>
          <a:xfrm>
            <a:off x="762000" y="31750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718096"/>
                </a:solidFill>
              </a:rPr>
              <a:t>─── tempo ───→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3D1BAC2C-FF99-4A9F-A024-02C4A5C77C02}"/>
              </a:ext>
            </a:extLst>
          </p:cNvPr>
          <p:cNvSpPr/>
          <p:nvPr/>
        </p:nvSpPr>
        <p:spPr>
          <a:xfrm>
            <a:off x="762000" y="3746500"/>
            <a:ext cx="5334000" cy="127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ABCC8606-39EA-4DB3-9E70-0A1B90261826}"/>
              </a:ext>
            </a:extLst>
          </p:cNvPr>
          <p:cNvSpPr/>
          <p:nvPr/>
        </p:nvSpPr>
        <p:spPr>
          <a:xfrm>
            <a:off x="762000" y="3746500"/>
            <a:ext cx="63500" cy="1270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DF110D4C-6EA1-4FD4-A18C-DB14C2E1FEE6}"/>
              </a:ext>
            </a:extLst>
          </p:cNvPr>
          <p:cNvSpPr txBox="1"/>
          <p:nvPr/>
        </p:nvSpPr>
        <p:spPr>
          <a:xfrm>
            <a:off x="1016000" y="3873500"/>
            <a:ext cx="482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FF6B6B"/>
                </a:solidFill>
              </a:rPr>
              <a:t>START / STOP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21FF1B5-56D5-4576-9E1F-C0D062AD7662}"/>
              </a:ext>
            </a:extLst>
          </p:cNvPr>
          <p:cNvSpPr txBox="1"/>
          <p:nvPr/>
        </p:nvSpPr>
        <p:spPr>
          <a:xfrm>
            <a:off x="1016000" y="4254500"/>
            <a:ext cx="4953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</a:rPr>
              <a:t>SDA desce com SCL alto → START.
SDA sobe com SCL alto → STOP.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A73A566D-0024-4D0C-B515-A0B7B32E9893}"/>
              </a:ext>
            </a:extLst>
          </p:cNvPr>
          <p:cNvSpPr/>
          <p:nvPr/>
        </p:nvSpPr>
        <p:spPr>
          <a:xfrm>
            <a:off x="6350000" y="3746500"/>
            <a:ext cx="5334000" cy="127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6D0E0FAB-60C5-4717-88A2-97C3491A78C0}"/>
              </a:ext>
            </a:extLst>
          </p:cNvPr>
          <p:cNvSpPr/>
          <p:nvPr/>
        </p:nvSpPr>
        <p:spPr>
          <a:xfrm>
            <a:off x="6350000" y="3746500"/>
            <a:ext cx="63500" cy="1270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099EA58-5C62-4031-A774-C204D69C432B}"/>
              </a:ext>
            </a:extLst>
          </p:cNvPr>
          <p:cNvSpPr txBox="1"/>
          <p:nvPr/>
        </p:nvSpPr>
        <p:spPr>
          <a:xfrm>
            <a:off x="6604000" y="3873500"/>
            <a:ext cx="482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00D4AA"/>
                </a:solidFill>
              </a:rPr>
              <a:t>ADDR + R/W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0021214-C303-4CB6-8269-5489A3DC5D2A}"/>
              </a:ext>
            </a:extLst>
          </p:cNvPr>
          <p:cNvSpPr txBox="1"/>
          <p:nvPr/>
        </p:nvSpPr>
        <p:spPr>
          <a:xfrm>
            <a:off x="6604000" y="4254500"/>
            <a:ext cx="4953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</a:rPr>
              <a:t>7 bits identificam o slave.
Último bit: 0=write, 1=read.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96E8084F-F75C-4B55-AF87-97C184E53A75}"/>
              </a:ext>
            </a:extLst>
          </p:cNvPr>
          <p:cNvSpPr/>
          <p:nvPr/>
        </p:nvSpPr>
        <p:spPr>
          <a:xfrm>
            <a:off x="762000" y="5143500"/>
            <a:ext cx="5334000" cy="127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2C77DC7D-5FC6-4441-836C-AF0CBDA561E0}"/>
              </a:ext>
            </a:extLst>
          </p:cNvPr>
          <p:cNvSpPr/>
          <p:nvPr/>
        </p:nvSpPr>
        <p:spPr>
          <a:xfrm>
            <a:off x="762000" y="5143500"/>
            <a:ext cx="635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433DCF31-9E5B-4192-B669-A9A531D4CCEC}"/>
              </a:ext>
            </a:extLst>
          </p:cNvPr>
          <p:cNvSpPr txBox="1"/>
          <p:nvPr/>
        </p:nvSpPr>
        <p:spPr>
          <a:xfrm>
            <a:off x="1016000" y="5270500"/>
            <a:ext cx="482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9F7AEA"/>
                </a:solidFill>
              </a:rPr>
              <a:t>ACK / NACK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766CA270-3625-47CF-BEB2-190FCED449AA}"/>
              </a:ext>
            </a:extLst>
          </p:cNvPr>
          <p:cNvSpPr txBox="1"/>
          <p:nvPr/>
        </p:nvSpPr>
        <p:spPr>
          <a:xfrm>
            <a:off x="1016000" y="5651500"/>
            <a:ext cx="4953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</a:rPr>
              <a:t>Slave puxa SDA para 0 = ACK.
SDA fica em 1 = NACK.</a:t>
            </a:r>
          </a:p>
        </p:txBody>
      </p:sp>
      <p:sp>
        <p:nvSpPr>
          <p:cNvPr id="38" name="Retângulo: Cantos Arredondados 37">
            <a:extLst>
              <a:ext uri="{FF2B5EF4-FFF2-40B4-BE49-F238E27FC236}">
                <a16:creationId xmlns:a16="http://schemas.microsoft.com/office/drawing/2014/main" id="{EE5BF0DF-BA50-47C9-84DC-F82E4A22BD3B}"/>
              </a:ext>
            </a:extLst>
          </p:cNvPr>
          <p:cNvSpPr/>
          <p:nvPr/>
        </p:nvSpPr>
        <p:spPr>
          <a:xfrm>
            <a:off x="6350000" y="5143500"/>
            <a:ext cx="5334000" cy="127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10A4C00B-4AE8-451F-B555-F330BE80E2F5}"/>
              </a:ext>
            </a:extLst>
          </p:cNvPr>
          <p:cNvSpPr/>
          <p:nvPr/>
        </p:nvSpPr>
        <p:spPr>
          <a:xfrm>
            <a:off x="6350000" y="5143500"/>
            <a:ext cx="63500" cy="1270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FD5EB654-9A2D-4D17-9B17-AC9C608D05CE}"/>
              </a:ext>
            </a:extLst>
          </p:cNvPr>
          <p:cNvSpPr txBox="1"/>
          <p:nvPr/>
        </p:nvSpPr>
        <p:spPr>
          <a:xfrm>
            <a:off x="6604000" y="5270500"/>
            <a:ext cx="482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</a:rPr>
              <a:t>DATA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6D2C9D5E-457C-44A8-B93D-4D250079896F}"/>
              </a:ext>
            </a:extLst>
          </p:cNvPr>
          <p:cNvSpPr txBox="1"/>
          <p:nvPr/>
        </p:nvSpPr>
        <p:spPr>
          <a:xfrm>
            <a:off x="6604000" y="5651500"/>
            <a:ext cx="4953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</a:rPr>
              <a:t>Bytes em sequência, MSB-first.
Cada byte é seguido de ACK.</a:t>
            </a:r>
          </a:p>
        </p:txBody>
      </p:sp>
    </p:spTree>
    <p:extLst>
      <p:ext uri="{BB962C8B-B14F-4D97-AF65-F5344CB8AC3E}">
        <p14:creationId xmlns:p14="http://schemas.microsoft.com/office/powerpoint/2010/main" val="3912511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 47">
            <a:extLst>
              <a:ext uri="{FF2B5EF4-FFF2-40B4-BE49-F238E27FC236}">
                <a16:creationId xmlns:a16="http://schemas.microsoft.com/office/drawing/2014/main" id="{9278B6B8-B85A-496E-B0AE-BF715B79657E}"/>
              </a:ext>
            </a:extLst>
          </p:cNvPr>
          <p:cNvSpPr/>
          <p:nvPr/>
        </p:nvSpPr>
        <p:spPr>
          <a:xfrm>
            <a:off x="8763000" y="2032000"/>
            <a:ext cx="635000" cy="2413000"/>
          </a:xfrm>
          <a:prstGeom prst="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D6B63138-A61D-4C83-8082-FD1E2ABAA5F7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21BD03D7-7F6D-44F3-BCA4-8DAD31745D1C}"/>
              </a:ext>
            </a:extLst>
          </p:cNvPr>
          <p:cNvSpPr txBox="1"/>
          <p:nvPr/>
        </p:nvSpPr>
        <p:spPr>
          <a:xfrm>
            <a:off x="508000" y="381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</a:rPr>
              <a:t>START, STOP e ACK no tempo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EBCC4900-387D-4C60-B3B3-ABCE85E4C662}"/>
              </a:ext>
            </a:extLst>
          </p:cNvPr>
          <p:cNvSpPr/>
          <p:nvPr/>
        </p:nvSpPr>
        <p:spPr>
          <a:xfrm>
            <a:off x="1270000" y="1651000"/>
            <a:ext cx="9652000" cy="31750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85FC72C-237D-4CCA-80AD-23CD1B6154D0}"/>
              </a:ext>
            </a:extLst>
          </p:cNvPr>
          <p:cNvSpPr txBox="1"/>
          <p:nvPr/>
        </p:nvSpPr>
        <p:spPr>
          <a:xfrm>
            <a:off x="508000" y="2032000"/>
            <a:ext cx="698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Consolas"/>
              </a:rPr>
              <a:t>SDA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C87234C-BDBF-4616-B1CD-705F9343EBCF}"/>
              </a:ext>
            </a:extLst>
          </p:cNvPr>
          <p:cNvSpPr txBox="1"/>
          <p:nvPr/>
        </p:nvSpPr>
        <p:spPr>
          <a:xfrm>
            <a:off x="508000" y="3556000"/>
            <a:ext cx="698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6B6B"/>
                </a:solidFill>
                <a:latin typeface="Consolas"/>
              </a:rPr>
              <a:t>SCL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631DA664-9EFA-4065-A9C1-45E2D275C037}"/>
              </a:ext>
            </a:extLst>
          </p:cNvPr>
          <p:cNvSpPr/>
          <p:nvPr/>
        </p:nvSpPr>
        <p:spPr>
          <a:xfrm>
            <a:off x="1333500" y="2159000"/>
            <a:ext cx="698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43DD5446-ED55-48ED-94C9-1D2C11EA4FAA}"/>
              </a:ext>
            </a:extLst>
          </p:cNvPr>
          <p:cNvSpPr/>
          <p:nvPr/>
        </p:nvSpPr>
        <p:spPr>
          <a:xfrm>
            <a:off x="20320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E7250F9A-7D6C-4337-824B-4CAEADB98045}"/>
              </a:ext>
            </a:extLst>
          </p:cNvPr>
          <p:cNvSpPr/>
          <p:nvPr/>
        </p:nvSpPr>
        <p:spPr>
          <a:xfrm>
            <a:off x="2057400" y="2794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CC94AD2A-7E8B-48B2-B502-3E77FA7DDA3C}"/>
              </a:ext>
            </a:extLst>
          </p:cNvPr>
          <p:cNvSpPr/>
          <p:nvPr/>
        </p:nvSpPr>
        <p:spPr>
          <a:xfrm>
            <a:off x="28829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57A4B946-644D-4E93-8C49-658E40750B59}"/>
              </a:ext>
            </a:extLst>
          </p:cNvPr>
          <p:cNvSpPr/>
          <p:nvPr/>
        </p:nvSpPr>
        <p:spPr>
          <a:xfrm>
            <a:off x="2895600" y="2159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1B5A953A-F0AF-4815-8AF5-D6564B644934}"/>
              </a:ext>
            </a:extLst>
          </p:cNvPr>
          <p:cNvSpPr/>
          <p:nvPr/>
        </p:nvSpPr>
        <p:spPr>
          <a:xfrm>
            <a:off x="37211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CB59AB31-1559-41C4-8385-F82163296D2B}"/>
              </a:ext>
            </a:extLst>
          </p:cNvPr>
          <p:cNvSpPr/>
          <p:nvPr/>
        </p:nvSpPr>
        <p:spPr>
          <a:xfrm>
            <a:off x="3733800" y="2794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9D149377-ACC4-4A8A-A899-AA6A42DD4798}"/>
              </a:ext>
            </a:extLst>
          </p:cNvPr>
          <p:cNvSpPr/>
          <p:nvPr/>
        </p:nvSpPr>
        <p:spPr>
          <a:xfrm>
            <a:off x="45593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B4826FFB-10D5-47E4-90C9-47EBFB12BB11}"/>
              </a:ext>
            </a:extLst>
          </p:cNvPr>
          <p:cNvSpPr/>
          <p:nvPr/>
        </p:nvSpPr>
        <p:spPr>
          <a:xfrm>
            <a:off x="4572000" y="2159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86D3032C-05F0-4896-B600-020D2332905E}"/>
              </a:ext>
            </a:extLst>
          </p:cNvPr>
          <p:cNvSpPr/>
          <p:nvPr/>
        </p:nvSpPr>
        <p:spPr>
          <a:xfrm>
            <a:off x="5410200" y="2159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2E85301C-808F-4E3D-98C3-DAD916D1D429}"/>
              </a:ext>
            </a:extLst>
          </p:cNvPr>
          <p:cNvSpPr/>
          <p:nvPr/>
        </p:nvSpPr>
        <p:spPr>
          <a:xfrm>
            <a:off x="62357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59B421F6-A59F-41C2-8F80-C98A71F2FD31}"/>
              </a:ext>
            </a:extLst>
          </p:cNvPr>
          <p:cNvSpPr/>
          <p:nvPr/>
        </p:nvSpPr>
        <p:spPr>
          <a:xfrm>
            <a:off x="6248400" y="2794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3D34FD8A-37F5-45DB-B92B-DB980B75E103}"/>
              </a:ext>
            </a:extLst>
          </p:cNvPr>
          <p:cNvSpPr/>
          <p:nvPr/>
        </p:nvSpPr>
        <p:spPr>
          <a:xfrm>
            <a:off x="70739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F8FAF96D-8164-426E-8D57-B94FD91382B8}"/>
              </a:ext>
            </a:extLst>
          </p:cNvPr>
          <p:cNvSpPr/>
          <p:nvPr/>
        </p:nvSpPr>
        <p:spPr>
          <a:xfrm>
            <a:off x="7086600" y="2159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5F45E878-B0E9-4FCD-B7AF-D914E6CA48B3}"/>
              </a:ext>
            </a:extLst>
          </p:cNvPr>
          <p:cNvSpPr/>
          <p:nvPr/>
        </p:nvSpPr>
        <p:spPr>
          <a:xfrm>
            <a:off x="79121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777A9DD6-B59E-4EBC-9979-D5B29B7E2CE6}"/>
              </a:ext>
            </a:extLst>
          </p:cNvPr>
          <p:cNvSpPr/>
          <p:nvPr/>
        </p:nvSpPr>
        <p:spPr>
          <a:xfrm>
            <a:off x="7924800" y="2794000"/>
            <a:ext cx="8382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7950ECF5-D7E1-4C67-84E2-7F605599A002}"/>
              </a:ext>
            </a:extLst>
          </p:cNvPr>
          <p:cNvSpPr/>
          <p:nvPr/>
        </p:nvSpPr>
        <p:spPr>
          <a:xfrm>
            <a:off x="8763000" y="2794000"/>
            <a:ext cx="635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07ED05E5-AE64-40CA-B534-416964D21A02}"/>
              </a:ext>
            </a:extLst>
          </p:cNvPr>
          <p:cNvSpPr/>
          <p:nvPr/>
        </p:nvSpPr>
        <p:spPr>
          <a:xfrm>
            <a:off x="9398000" y="2794000"/>
            <a:ext cx="635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8467DB41-F3FC-4893-B010-16B8DD719094}"/>
              </a:ext>
            </a:extLst>
          </p:cNvPr>
          <p:cNvSpPr/>
          <p:nvPr/>
        </p:nvSpPr>
        <p:spPr>
          <a:xfrm>
            <a:off x="10033000" y="21844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42B8F354-7AAF-47C6-B033-319248EDFC1D}"/>
              </a:ext>
            </a:extLst>
          </p:cNvPr>
          <p:cNvSpPr/>
          <p:nvPr/>
        </p:nvSpPr>
        <p:spPr>
          <a:xfrm>
            <a:off x="10058400" y="2159000"/>
            <a:ext cx="825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C8CB99B2-4FDA-490D-A9CF-B319B311CADF}"/>
              </a:ext>
            </a:extLst>
          </p:cNvPr>
          <p:cNvSpPr/>
          <p:nvPr/>
        </p:nvSpPr>
        <p:spPr>
          <a:xfrm>
            <a:off x="1333500" y="3683000"/>
            <a:ext cx="10795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26E3B300-5B56-4795-B987-5CAAF34F51FE}"/>
              </a:ext>
            </a:extLst>
          </p:cNvPr>
          <p:cNvSpPr/>
          <p:nvPr/>
        </p:nvSpPr>
        <p:spPr>
          <a:xfrm>
            <a:off x="2413000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8760223A-7584-4B49-A57F-538EAE6865F7}"/>
              </a:ext>
            </a:extLst>
          </p:cNvPr>
          <p:cNvSpPr/>
          <p:nvPr/>
        </p:nvSpPr>
        <p:spPr>
          <a:xfrm>
            <a:off x="2438400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0F235983-4947-44DD-828A-E35A9C3A4310}"/>
              </a:ext>
            </a:extLst>
          </p:cNvPr>
          <p:cNvSpPr/>
          <p:nvPr/>
        </p:nvSpPr>
        <p:spPr>
          <a:xfrm>
            <a:off x="2846211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BD4F6AAA-5648-4E85-A334-D9628F8FDA92}"/>
              </a:ext>
            </a:extLst>
          </p:cNvPr>
          <p:cNvSpPr/>
          <p:nvPr/>
        </p:nvSpPr>
        <p:spPr>
          <a:xfrm>
            <a:off x="2846211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1E56CDE5-2EF3-42BB-8CA5-2D0DD55996F6}"/>
              </a:ext>
            </a:extLst>
          </p:cNvPr>
          <p:cNvSpPr/>
          <p:nvPr/>
        </p:nvSpPr>
        <p:spPr>
          <a:xfrm>
            <a:off x="3241322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0663D386-CB82-4F0F-A446-4002FE2300E8}"/>
              </a:ext>
            </a:extLst>
          </p:cNvPr>
          <p:cNvSpPr/>
          <p:nvPr/>
        </p:nvSpPr>
        <p:spPr>
          <a:xfrm>
            <a:off x="3254022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E87DDB56-86AB-4A0A-AF75-84EBD2E31AEB}"/>
              </a:ext>
            </a:extLst>
          </p:cNvPr>
          <p:cNvSpPr/>
          <p:nvPr/>
        </p:nvSpPr>
        <p:spPr>
          <a:xfrm>
            <a:off x="3661833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02861F81-19AA-4571-A697-2A62E87ADB87}"/>
              </a:ext>
            </a:extLst>
          </p:cNvPr>
          <p:cNvSpPr/>
          <p:nvPr/>
        </p:nvSpPr>
        <p:spPr>
          <a:xfrm>
            <a:off x="3661833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A00ED2EB-2783-4D98-AFCA-85D280EC544F}"/>
              </a:ext>
            </a:extLst>
          </p:cNvPr>
          <p:cNvSpPr/>
          <p:nvPr/>
        </p:nvSpPr>
        <p:spPr>
          <a:xfrm>
            <a:off x="4056944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A5F9C142-94A9-4260-85E7-03E955782D5D}"/>
              </a:ext>
            </a:extLst>
          </p:cNvPr>
          <p:cNvSpPr/>
          <p:nvPr/>
        </p:nvSpPr>
        <p:spPr>
          <a:xfrm>
            <a:off x="4069644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1FE5A34B-2DEF-4172-9029-E9CB5766EB64}"/>
              </a:ext>
            </a:extLst>
          </p:cNvPr>
          <p:cNvSpPr/>
          <p:nvPr/>
        </p:nvSpPr>
        <p:spPr>
          <a:xfrm>
            <a:off x="4477455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E1BD4892-C680-4151-BF1F-946458AEF171}"/>
              </a:ext>
            </a:extLst>
          </p:cNvPr>
          <p:cNvSpPr/>
          <p:nvPr/>
        </p:nvSpPr>
        <p:spPr>
          <a:xfrm>
            <a:off x="4477455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D9142EAC-BC63-4D13-972E-BF7E303139A8}"/>
              </a:ext>
            </a:extLst>
          </p:cNvPr>
          <p:cNvSpPr/>
          <p:nvPr/>
        </p:nvSpPr>
        <p:spPr>
          <a:xfrm>
            <a:off x="4872566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E0379717-FE08-447A-8F93-0CDA2A01287B}"/>
              </a:ext>
            </a:extLst>
          </p:cNvPr>
          <p:cNvSpPr/>
          <p:nvPr/>
        </p:nvSpPr>
        <p:spPr>
          <a:xfrm>
            <a:off x="4885266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9E4E24A3-C8B0-4E1D-BD99-CED9ADCC4B4A}"/>
              </a:ext>
            </a:extLst>
          </p:cNvPr>
          <p:cNvSpPr/>
          <p:nvPr/>
        </p:nvSpPr>
        <p:spPr>
          <a:xfrm>
            <a:off x="5293077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2BDA84B1-1E02-4FA1-86D8-F38911276BED}"/>
              </a:ext>
            </a:extLst>
          </p:cNvPr>
          <p:cNvSpPr/>
          <p:nvPr/>
        </p:nvSpPr>
        <p:spPr>
          <a:xfrm>
            <a:off x="5293077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D9461B7A-3B71-46F7-83CE-B6409D6994C9}"/>
              </a:ext>
            </a:extLst>
          </p:cNvPr>
          <p:cNvSpPr/>
          <p:nvPr/>
        </p:nvSpPr>
        <p:spPr>
          <a:xfrm>
            <a:off x="5688188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4B8049EF-29AE-40C8-BC25-B8B25BE5C264}"/>
              </a:ext>
            </a:extLst>
          </p:cNvPr>
          <p:cNvSpPr/>
          <p:nvPr/>
        </p:nvSpPr>
        <p:spPr>
          <a:xfrm>
            <a:off x="5700888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B05EF815-B5D3-474A-87C8-C693FE11876F}"/>
              </a:ext>
            </a:extLst>
          </p:cNvPr>
          <p:cNvSpPr/>
          <p:nvPr/>
        </p:nvSpPr>
        <p:spPr>
          <a:xfrm>
            <a:off x="6108700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1D87BD32-459B-44A5-AB52-E6FD01A35369}"/>
              </a:ext>
            </a:extLst>
          </p:cNvPr>
          <p:cNvSpPr/>
          <p:nvPr/>
        </p:nvSpPr>
        <p:spPr>
          <a:xfrm>
            <a:off x="6108700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B2B6DF43-DC6F-4203-873E-3A066BDB1CFC}"/>
              </a:ext>
            </a:extLst>
          </p:cNvPr>
          <p:cNvSpPr/>
          <p:nvPr/>
        </p:nvSpPr>
        <p:spPr>
          <a:xfrm>
            <a:off x="6503811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B0A4FEC2-ED31-49BA-BD9D-F8A97D847354}"/>
              </a:ext>
            </a:extLst>
          </p:cNvPr>
          <p:cNvSpPr/>
          <p:nvPr/>
        </p:nvSpPr>
        <p:spPr>
          <a:xfrm>
            <a:off x="6516511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D2A635B0-B244-4E2E-95FD-D7EAE376B778}"/>
              </a:ext>
            </a:extLst>
          </p:cNvPr>
          <p:cNvSpPr/>
          <p:nvPr/>
        </p:nvSpPr>
        <p:spPr>
          <a:xfrm>
            <a:off x="6924322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90860C61-ECE6-480D-89EF-12F77110BC51}"/>
              </a:ext>
            </a:extLst>
          </p:cNvPr>
          <p:cNvSpPr/>
          <p:nvPr/>
        </p:nvSpPr>
        <p:spPr>
          <a:xfrm>
            <a:off x="6924322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ECA66845-5DAB-4576-ABA0-6AD19C592605}"/>
              </a:ext>
            </a:extLst>
          </p:cNvPr>
          <p:cNvSpPr/>
          <p:nvPr/>
        </p:nvSpPr>
        <p:spPr>
          <a:xfrm>
            <a:off x="7319433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F137B60E-8494-4B77-8BFB-276C3164AB90}"/>
              </a:ext>
            </a:extLst>
          </p:cNvPr>
          <p:cNvSpPr/>
          <p:nvPr/>
        </p:nvSpPr>
        <p:spPr>
          <a:xfrm>
            <a:off x="7332133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4914187D-A66E-4D88-85BB-74C83E438F9A}"/>
              </a:ext>
            </a:extLst>
          </p:cNvPr>
          <p:cNvSpPr/>
          <p:nvPr/>
        </p:nvSpPr>
        <p:spPr>
          <a:xfrm>
            <a:off x="7739944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E42D46AA-B411-415E-B12E-985FC7407A93}"/>
              </a:ext>
            </a:extLst>
          </p:cNvPr>
          <p:cNvSpPr/>
          <p:nvPr/>
        </p:nvSpPr>
        <p:spPr>
          <a:xfrm>
            <a:off x="7739944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A7C40285-B649-49A3-BEE5-3D4A86C222A7}"/>
              </a:ext>
            </a:extLst>
          </p:cNvPr>
          <p:cNvSpPr/>
          <p:nvPr/>
        </p:nvSpPr>
        <p:spPr>
          <a:xfrm>
            <a:off x="8135055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8C833F55-48C3-451E-9A46-C3CF10E2430B}"/>
              </a:ext>
            </a:extLst>
          </p:cNvPr>
          <p:cNvSpPr/>
          <p:nvPr/>
        </p:nvSpPr>
        <p:spPr>
          <a:xfrm>
            <a:off x="8147755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A2BD04DA-B5C8-497E-A25A-FD1FB0FC4C52}"/>
              </a:ext>
            </a:extLst>
          </p:cNvPr>
          <p:cNvSpPr/>
          <p:nvPr/>
        </p:nvSpPr>
        <p:spPr>
          <a:xfrm>
            <a:off x="8555566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B71BDE78-35DF-4CBE-82D8-A317DA344DD8}"/>
              </a:ext>
            </a:extLst>
          </p:cNvPr>
          <p:cNvSpPr/>
          <p:nvPr/>
        </p:nvSpPr>
        <p:spPr>
          <a:xfrm>
            <a:off x="8555566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AB626D2C-BAAD-408A-9615-D4FAA393D6F6}"/>
              </a:ext>
            </a:extLst>
          </p:cNvPr>
          <p:cNvSpPr/>
          <p:nvPr/>
        </p:nvSpPr>
        <p:spPr>
          <a:xfrm>
            <a:off x="8950677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:a16="http://schemas.microsoft.com/office/drawing/2014/main" id="{CF165E42-12BC-4B74-84A6-E163850D3F81}"/>
              </a:ext>
            </a:extLst>
          </p:cNvPr>
          <p:cNvSpPr/>
          <p:nvPr/>
        </p:nvSpPr>
        <p:spPr>
          <a:xfrm>
            <a:off x="8963377" y="4318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7" name="Retângulo 86">
            <a:extLst>
              <a:ext uri="{FF2B5EF4-FFF2-40B4-BE49-F238E27FC236}">
                <a16:creationId xmlns:a16="http://schemas.microsoft.com/office/drawing/2014/main" id="{A6AA71D1-6DF8-4B0F-A863-8356ADEC8367}"/>
              </a:ext>
            </a:extLst>
          </p:cNvPr>
          <p:cNvSpPr/>
          <p:nvPr/>
        </p:nvSpPr>
        <p:spPr>
          <a:xfrm>
            <a:off x="9371188" y="3708400"/>
            <a:ext cx="25400" cy="635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7E42207B-A6AB-4847-A8E8-30B25CB02E01}"/>
              </a:ext>
            </a:extLst>
          </p:cNvPr>
          <p:cNvSpPr/>
          <p:nvPr/>
        </p:nvSpPr>
        <p:spPr>
          <a:xfrm>
            <a:off x="9371188" y="3683000"/>
            <a:ext cx="407811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AA82CE3D-608D-4624-8877-BFB3CBC5BAD4}"/>
              </a:ext>
            </a:extLst>
          </p:cNvPr>
          <p:cNvSpPr/>
          <p:nvPr/>
        </p:nvSpPr>
        <p:spPr>
          <a:xfrm>
            <a:off x="9779000" y="3683000"/>
            <a:ext cx="10795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0" name="CaixaDeTexto 89">
            <a:extLst>
              <a:ext uri="{FF2B5EF4-FFF2-40B4-BE49-F238E27FC236}">
                <a16:creationId xmlns:a16="http://schemas.microsoft.com/office/drawing/2014/main" id="{FB93A0E3-63BA-4A98-A0A9-6296E32F3E59}"/>
              </a:ext>
            </a:extLst>
          </p:cNvPr>
          <p:cNvSpPr txBox="1"/>
          <p:nvPr/>
        </p:nvSpPr>
        <p:spPr>
          <a:xfrm>
            <a:off x="1651000" y="1371600"/>
            <a:ext cx="88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FF6B6B"/>
                </a:solidFill>
              </a:rPr>
              <a:t>▼ START</a:t>
            </a:r>
          </a:p>
        </p:txBody>
      </p:sp>
      <p:sp>
        <p:nvSpPr>
          <p:cNvPr id="91" name="CaixaDeTexto 90">
            <a:extLst>
              <a:ext uri="{FF2B5EF4-FFF2-40B4-BE49-F238E27FC236}">
                <a16:creationId xmlns:a16="http://schemas.microsoft.com/office/drawing/2014/main" id="{F94ED20A-A617-4969-AEE1-7FFEB8AB65E3}"/>
              </a:ext>
            </a:extLst>
          </p:cNvPr>
          <p:cNvSpPr txBox="1"/>
          <p:nvPr/>
        </p:nvSpPr>
        <p:spPr>
          <a:xfrm>
            <a:off x="9715500" y="1371600"/>
            <a:ext cx="88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FF6B6B"/>
                </a:solidFill>
              </a:rPr>
              <a:t>▼ STOP</a:t>
            </a:r>
          </a:p>
        </p:txBody>
      </p:sp>
      <p:sp>
        <p:nvSpPr>
          <p:cNvPr id="92" name="CaixaDeTexto 91">
            <a:extLst>
              <a:ext uri="{FF2B5EF4-FFF2-40B4-BE49-F238E27FC236}">
                <a16:creationId xmlns:a16="http://schemas.microsoft.com/office/drawing/2014/main" id="{F181CA90-9F0F-4B70-B212-F80052177F10}"/>
              </a:ext>
            </a:extLst>
          </p:cNvPr>
          <p:cNvSpPr txBox="1"/>
          <p:nvPr/>
        </p:nvSpPr>
        <p:spPr>
          <a:xfrm>
            <a:off x="8699500" y="4889500"/>
            <a:ext cx="88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9F7AEA"/>
                </a:solidFill>
              </a:rPr>
              <a:t>ACK</a:t>
            </a: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7FF3410E-D390-0B24-FDBE-DED5E2C95289}"/>
              </a:ext>
            </a:extLst>
          </p:cNvPr>
          <p:cNvGrpSpPr/>
          <p:nvPr/>
        </p:nvGrpSpPr>
        <p:grpSpPr>
          <a:xfrm>
            <a:off x="635000" y="5334000"/>
            <a:ext cx="3619500" cy="1206500"/>
            <a:chOff x="635000" y="5334000"/>
            <a:chExt cx="3619500" cy="1206500"/>
          </a:xfrm>
        </p:grpSpPr>
        <p:sp>
          <p:nvSpPr>
            <p:cNvPr id="93" name="Retângulo: Cantos Arredondados 92">
              <a:extLst>
                <a:ext uri="{FF2B5EF4-FFF2-40B4-BE49-F238E27FC236}">
                  <a16:creationId xmlns:a16="http://schemas.microsoft.com/office/drawing/2014/main" id="{CACC2FE4-7BE1-4435-8522-A403FF0FF76A}"/>
                </a:ext>
              </a:extLst>
            </p:cNvPr>
            <p:cNvSpPr/>
            <p:nvPr/>
          </p:nvSpPr>
          <p:spPr>
            <a:xfrm>
              <a:off x="635000" y="5334000"/>
              <a:ext cx="3619500" cy="1206500"/>
            </a:xfrm>
            <a:prstGeom prst="roundRect">
              <a:avLst/>
            </a:prstGeom>
            <a:solidFill>
              <a:srgbClr val="FFFFFF"/>
            </a:solidFill>
            <a:ln w="25400" cap="flat" cmpd="sng" algn="ctr">
              <a:solidFill>
                <a:srgbClr val="FF6B6B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4" name="CaixaDeTexto 93">
              <a:extLst>
                <a:ext uri="{FF2B5EF4-FFF2-40B4-BE49-F238E27FC236}">
                  <a16:creationId xmlns:a16="http://schemas.microsoft.com/office/drawing/2014/main" id="{4807E9A1-5527-472D-B3E1-0F10733F99BF}"/>
                </a:ext>
              </a:extLst>
            </p:cNvPr>
            <p:cNvSpPr txBox="1"/>
            <p:nvPr/>
          </p:nvSpPr>
          <p:spPr>
            <a:xfrm>
              <a:off x="825500" y="5435600"/>
              <a:ext cx="33020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FF6B6B"/>
                  </a:solidFill>
                </a:rPr>
                <a:t>START</a:t>
              </a:r>
            </a:p>
          </p:txBody>
        </p:sp>
        <p:sp>
          <p:nvSpPr>
            <p:cNvPr id="95" name="CaixaDeTexto 94">
              <a:extLst>
                <a:ext uri="{FF2B5EF4-FFF2-40B4-BE49-F238E27FC236}">
                  <a16:creationId xmlns:a16="http://schemas.microsoft.com/office/drawing/2014/main" id="{5889BA85-D30F-48EA-A447-BBD712571DC9}"/>
                </a:ext>
              </a:extLst>
            </p:cNvPr>
            <p:cNvSpPr txBox="1"/>
            <p:nvPr/>
          </p:nvSpPr>
          <p:spPr>
            <a:xfrm>
              <a:off x="825500" y="5816600"/>
              <a:ext cx="33020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500">
                  <a:solidFill>
                    <a:srgbClr val="2D3748"/>
                  </a:solidFill>
                  <a:latin typeface="Consolas"/>
                </a:rPr>
                <a:t>SDA cai H→L
com SCL = H</a:t>
              </a:r>
            </a:p>
          </p:txBody>
        </p:sp>
      </p:grpSp>
      <p:grpSp>
        <p:nvGrpSpPr>
          <p:cNvPr id="3" name="Agrupar 2">
            <a:extLst>
              <a:ext uri="{FF2B5EF4-FFF2-40B4-BE49-F238E27FC236}">
                <a16:creationId xmlns:a16="http://schemas.microsoft.com/office/drawing/2014/main" id="{3B83CC53-88EF-C613-4532-E68E94F6676C}"/>
              </a:ext>
            </a:extLst>
          </p:cNvPr>
          <p:cNvGrpSpPr/>
          <p:nvPr/>
        </p:nvGrpSpPr>
        <p:grpSpPr>
          <a:xfrm>
            <a:off x="4381500" y="5334000"/>
            <a:ext cx="3619500" cy="1206500"/>
            <a:chOff x="4381500" y="5334000"/>
            <a:chExt cx="3619500" cy="1206500"/>
          </a:xfrm>
        </p:grpSpPr>
        <p:sp>
          <p:nvSpPr>
            <p:cNvPr id="96" name="Retângulo: Cantos Arredondados 95">
              <a:extLst>
                <a:ext uri="{FF2B5EF4-FFF2-40B4-BE49-F238E27FC236}">
                  <a16:creationId xmlns:a16="http://schemas.microsoft.com/office/drawing/2014/main" id="{A4DD2347-761B-4A03-8F95-5D56EC1250EF}"/>
                </a:ext>
              </a:extLst>
            </p:cNvPr>
            <p:cNvSpPr/>
            <p:nvPr/>
          </p:nvSpPr>
          <p:spPr>
            <a:xfrm>
              <a:off x="4381500" y="5334000"/>
              <a:ext cx="3619500" cy="1206500"/>
            </a:xfrm>
            <a:prstGeom prst="roundRect">
              <a:avLst/>
            </a:prstGeom>
            <a:solidFill>
              <a:srgbClr val="FFFFFF"/>
            </a:solidFill>
            <a:ln w="25400" cap="flat" cmpd="sng" algn="ctr">
              <a:solidFill>
                <a:srgbClr val="FF6B6B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7" name="CaixaDeTexto 96">
              <a:extLst>
                <a:ext uri="{FF2B5EF4-FFF2-40B4-BE49-F238E27FC236}">
                  <a16:creationId xmlns:a16="http://schemas.microsoft.com/office/drawing/2014/main" id="{9D0B2EE2-8216-4554-88CA-B29F8146629E}"/>
                </a:ext>
              </a:extLst>
            </p:cNvPr>
            <p:cNvSpPr txBox="1"/>
            <p:nvPr/>
          </p:nvSpPr>
          <p:spPr>
            <a:xfrm>
              <a:off x="4572000" y="5435600"/>
              <a:ext cx="33020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FF6B6B"/>
                  </a:solidFill>
                </a:rPr>
                <a:t>STOP</a:t>
              </a:r>
            </a:p>
          </p:txBody>
        </p:sp>
        <p:sp>
          <p:nvSpPr>
            <p:cNvPr id="98" name="CaixaDeTexto 97">
              <a:extLst>
                <a:ext uri="{FF2B5EF4-FFF2-40B4-BE49-F238E27FC236}">
                  <a16:creationId xmlns:a16="http://schemas.microsoft.com/office/drawing/2014/main" id="{5237BC20-6061-4F5C-A16C-412D23D698A5}"/>
                </a:ext>
              </a:extLst>
            </p:cNvPr>
            <p:cNvSpPr txBox="1"/>
            <p:nvPr/>
          </p:nvSpPr>
          <p:spPr>
            <a:xfrm>
              <a:off x="4572000" y="5816600"/>
              <a:ext cx="33020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500">
                  <a:solidFill>
                    <a:srgbClr val="2D3748"/>
                  </a:solidFill>
                  <a:latin typeface="Consolas"/>
                </a:rPr>
                <a:t>SDA sobe L→H
com SCL = H</a:t>
              </a:r>
            </a:p>
          </p:txBody>
        </p: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8F4E953-C590-BE43-2B9C-09D19F937A97}"/>
              </a:ext>
            </a:extLst>
          </p:cNvPr>
          <p:cNvGrpSpPr/>
          <p:nvPr/>
        </p:nvGrpSpPr>
        <p:grpSpPr>
          <a:xfrm>
            <a:off x="8128000" y="5334000"/>
            <a:ext cx="3619500" cy="1206500"/>
            <a:chOff x="8128000" y="5334000"/>
            <a:chExt cx="3619500" cy="1206500"/>
          </a:xfrm>
        </p:grpSpPr>
        <p:sp>
          <p:nvSpPr>
            <p:cNvPr id="99" name="Retângulo: Cantos Arredondados 98">
              <a:extLst>
                <a:ext uri="{FF2B5EF4-FFF2-40B4-BE49-F238E27FC236}">
                  <a16:creationId xmlns:a16="http://schemas.microsoft.com/office/drawing/2014/main" id="{7ED539B9-6C6C-46E0-94F8-374460C3A906}"/>
                </a:ext>
              </a:extLst>
            </p:cNvPr>
            <p:cNvSpPr/>
            <p:nvPr/>
          </p:nvSpPr>
          <p:spPr>
            <a:xfrm>
              <a:off x="8128000" y="5334000"/>
              <a:ext cx="3619500" cy="1206500"/>
            </a:xfrm>
            <a:prstGeom prst="roundRect">
              <a:avLst/>
            </a:prstGeom>
            <a:solidFill>
              <a:srgbClr val="FFFFFF"/>
            </a:solidFill>
            <a:ln w="25400" cap="flat" cmpd="sng" algn="ctr">
              <a:solidFill>
                <a:srgbClr val="9F7AEA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00" name="CaixaDeTexto 99">
              <a:extLst>
                <a:ext uri="{FF2B5EF4-FFF2-40B4-BE49-F238E27FC236}">
                  <a16:creationId xmlns:a16="http://schemas.microsoft.com/office/drawing/2014/main" id="{9720AB58-AEFA-4371-85C6-3AB9CB86293F}"/>
                </a:ext>
              </a:extLst>
            </p:cNvPr>
            <p:cNvSpPr txBox="1"/>
            <p:nvPr/>
          </p:nvSpPr>
          <p:spPr>
            <a:xfrm>
              <a:off x="8318500" y="5435600"/>
              <a:ext cx="33020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2000" b="1">
                  <a:solidFill>
                    <a:srgbClr val="9F7AEA"/>
                  </a:solidFill>
                </a:rPr>
                <a:t>ACK</a:t>
              </a:r>
            </a:p>
          </p:txBody>
        </p:sp>
        <p:sp>
          <p:nvSpPr>
            <p:cNvPr id="101" name="CaixaDeTexto 100">
              <a:extLst>
                <a:ext uri="{FF2B5EF4-FFF2-40B4-BE49-F238E27FC236}">
                  <a16:creationId xmlns:a16="http://schemas.microsoft.com/office/drawing/2014/main" id="{730922BC-D504-42BB-812E-B536259B036A}"/>
                </a:ext>
              </a:extLst>
            </p:cNvPr>
            <p:cNvSpPr txBox="1"/>
            <p:nvPr/>
          </p:nvSpPr>
          <p:spPr>
            <a:xfrm>
              <a:off x="8318500" y="5816600"/>
              <a:ext cx="33020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it-IT" sz="1500">
                  <a:solidFill>
                    <a:srgbClr val="2D3748"/>
                  </a:solidFill>
                  <a:latin typeface="Consolas"/>
                </a:rPr>
                <a:t>Slave puxa SDA = 0
no 9º pulso SCL</a:t>
              </a:r>
              <a:endParaRPr lang="pt-BR" sz="1500">
                <a:solidFill>
                  <a:srgbClr val="2D3748"/>
                </a:solidFill>
                <a:latin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988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DFE72BE-489C-4CE8-85D4-B03D1D9EF2E6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1D979D0-0130-4275-A4BE-C6D3D41D0AC6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Endereçamento I²C (7 bits)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3894FF8-9D86-4E71-B15F-54B14C4CA3D5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Cada slave responde a um endereço único no barramento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4B64BE1-4C36-4E99-BD24-C2F1FD13CC8F}"/>
              </a:ext>
            </a:extLst>
          </p:cNvPr>
          <p:cNvSpPr/>
          <p:nvPr/>
        </p:nvSpPr>
        <p:spPr>
          <a:xfrm>
            <a:off x="1524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A6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EC9E61E-3580-401E-88F4-779C3B763987}"/>
              </a:ext>
            </a:extLst>
          </p:cNvPr>
          <p:cNvSpPr/>
          <p:nvPr/>
        </p:nvSpPr>
        <p:spPr>
          <a:xfrm>
            <a:off x="2667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A5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E7A0380-7712-4A8D-A198-A3D37A5A8E64}"/>
              </a:ext>
            </a:extLst>
          </p:cNvPr>
          <p:cNvSpPr/>
          <p:nvPr/>
        </p:nvSpPr>
        <p:spPr>
          <a:xfrm>
            <a:off x="3810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A4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EA921D3-5663-4578-9031-0DDCE78F7500}"/>
              </a:ext>
            </a:extLst>
          </p:cNvPr>
          <p:cNvSpPr/>
          <p:nvPr/>
        </p:nvSpPr>
        <p:spPr>
          <a:xfrm>
            <a:off x="4953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A3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76A0C97-E1D3-4321-878F-688B524DB02A}"/>
              </a:ext>
            </a:extLst>
          </p:cNvPr>
          <p:cNvSpPr/>
          <p:nvPr/>
        </p:nvSpPr>
        <p:spPr>
          <a:xfrm>
            <a:off x="6096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A2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409CB85-B4A5-4A0C-B5BB-2A763F11B41A}"/>
              </a:ext>
            </a:extLst>
          </p:cNvPr>
          <p:cNvSpPr/>
          <p:nvPr/>
        </p:nvSpPr>
        <p:spPr>
          <a:xfrm>
            <a:off x="7239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A1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30C190F2-B1BC-4EA9-A0DB-A3F6192AD953}"/>
              </a:ext>
            </a:extLst>
          </p:cNvPr>
          <p:cNvSpPr/>
          <p:nvPr/>
        </p:nvSpPr>
        <p:spPr>
          <a:xfrm>
            <a:off x="8382000" y="1778000"/>
            <a:ext cx="1092200" cy="1143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A0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E7666BA-F773-4070-A6FE-77EB856C646B}"/>
              </a:ext>
            </a:extLst>
          </p:cNvPr>
          <p:cNvSpPr/>
          <p:nvPr/>
        </p:nvSpPr>
        <p:spPr>
          <a:xfrm>
            <a:off x="9525000" y="1778000"/>
            <a:ext cx="1092200" cy="1143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R/W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FEE40B1-A39B-4B8A-938E-73ECAF7D484C}"/>
              </a:ext>
            </a:extLst>
          </p:cNvPr>
          <p:cNvSpPr txBox="1"/>
          <p:nvPr/>
        </p:nvSpPr>
        <p:spPr>
          <a:xfrm>
            <a:off x="1524000" y="3022600"/>
            <a:ext cx="79502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a-DK" sz="1600" b="1">
                <a:solidFill>
                  <a:srgbClr val="00D4AA"/>
                </a:solidFill>
                <a:latin typeface="Inter"/>
              </a:rPr>
              <a:t>← 7 bits de endereço (0x00–0x7F) →</a:t>
            </a:r>
            <a:endParaRPr lang="pt-BR" sz="1600" b="1">
              <a:solidFill>
                <a:srgbClr val="00D4AA"/>
              </a:solidFill>
              <a:latin typeface="Inter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61F0348-C2BD-4E3F-891D-C4C56F77B4F8}"/>
              </a:ext>
            </a:extLst>
          </p:cNvPr>
          <p:cNvSpPr txBox="1"/>
          <p:nvPr/>
        </p:nvSpPr>
        <p:spPr>
          <a:xfrm>
            <a:off x="9525000" y="3022600"/>
            <a:ext cx="10922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6B6B"/>
                </a:solidFill>
                <a:latin typeface="Inter"/>
              </a:rPr>
              <a:t>0=W  1=R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447A31A-9358-4FFD-A757-0A8107DDF5C1}"/>
              </a:ext>
            </a:extLst>
          </p:cNvPr>
          <p:cNvSpPr/>
          <p:nvPr/>
        </p:nvSpPr>
        <p:spPr>
          <a:xfrm>
            <a:off x="635000" y="3873500"/>
            <a:ext cx="10922000" cy="254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D27427E-11ED-4167-B68D-9EBA81E79386}"/>
              </a:ext>
            </a:extLst>
          </p:cNvPr>
          <p:cNvSpPr txBox="1"/>
          <p:nvPr/>
        </p:nvSpPr>
        <p:spPr>
          <a:xfrm>
            <a:off x="889000" y="4064000"/>
            <a:ext cx="508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Endereços reservados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24D59E2-79E2-4903-A132-2D014B1F38BE}"/>
              </a:ext>
            </a:extLst>
          </p:cNvPr>
          <p:cNvSpPr txBox="1"/>
          <p:nvPr/>
        </p:nvSpPr>
        <p:spPr>
          <a:xfrm>
            <a:off x="952500" y="45085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Consolas"/>
              </a:rPr>
              <a:t>0x00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2E26A33-119D-4847-A0CC-BF801BE12B47}"/>
              </a:ext>
            </a:extLst>
          </p:cNvPr>
          <p:cNvSpPr txBox="1"/>
          <p:nvPr/>
        </p:nvSpPr>
        <p:spPr>
          <a:xfrm>
            <a:off x="3175000" y="45085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General call / Reserved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B2E7DBA-96AF-4F94-8107-AC30A41E7DA7}"/>
              </a:ext>
            </a:extLst>
          </p:cNvPr>
          <p:cNvSpPr txBox="1"/>
          <p:nvPr/>
        </p:nvSpPr>
        <p:spPr>
          <a:xfrm>
            <a:off x="952500" y="49530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Consolas"/>
              </a:rPr>
              <a:t>0x01–0x07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89A3C2A-166C-4C9B-8319-A462AA0A9A3A}"/>
              </a:ext>
            </a:extLst>
          </p:cNvPr>
          <p:cNvSpPr txBox="1"/>
          <p:nvPr/>
        </p:nvSpPr>
        <p:spPr>
          <a:xfrm>
            <a:off x="3175000" y="49530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Reservado (HS-mode, 10-bit)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4437D3B1-1658-4346-A9C4-06D4C11CD0F9}"/>
              </a:ext>
            </a:extLst>
          </p:cNvPr>
          <p:cNvSpPr txBox="1"/>
          <p:nvPr/>
        </p:nvSpPr>
        <p:spPr>
          <a:xfrm>
            <a:off x="952500" y="53975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Consolas"/>
              </a:rPr>
              <a:t>0x08–0x77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FE824C0-B3F0-4E24-B6F0-62D0F39ACE4B}"/>
              </a:ext>
            </a:extLst>
          </p:cNvPr>
          <p:cNvSpPr txBox="1"/>
          <p:nvPr/>
        </p:nvSpPr>
        <p:spPr>
          <a:xfrm>
            <a:off x="3175000" y="53975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Disponível p/ slaves (112 endereços)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AF902F9-A4C2-43B2-880A-764A68B339A3}"/>
              </a:ext>
            </a:extLst>
          </p:cNvPr>
          <p:cNvSpPr txBox="1"/>
          <p:nvPr/>
        </p:nvSpPr>
        <p:spPr>
          <a:xfrm>
            <a:off x="952500" y="58420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Consolas"/>
              </a:rPr>
              <a:t>0x78–0x7F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AE167AD0-C666-43DA-B60E-B3E599E8A043}"/>
              </a:ext>
            </a:extLst>
          </p:cNvPr>
          <p:cNvSpPr txBox="1"/>
          <p:nvPr/>
        </p:nvSpPr>
        <p:spPr>
          <a:xfrm>
            <a:off x="3175000" y="58420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Reservado (10-bit, future)</a:t>
            </a:r>
          </a:p>
        </p:txBody>
      </p:sp>
    </p:spTree>
    <p:extLst>
      <p:ext uri="{BB962C8B-B14F-4D97-AF65-F5344CB8AC3E}">
        <p14:creationId xmlns:p14="http://schemas.microsoft.com/office/powerpoint/2010/main" val="2247736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0E0AE7E-3515-4EAF-9239-1F85A916246F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A11F5AB-88A2-40B7-9376-E70694CFDE62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Clock stretching &amp; Arbitragem</a:t>
            </a:r>
          </a:p>
        </p:txBody>
      </p:sp>
      <p:sp>
        <p:nvSpPr>
          <p:cNvPr id="4" name="Retângulo: Cantos Arredondados 3" descr="Border: right">
            <a:extLst>
              <a:ext uri="{FF2B5EF4-FFF2-40B4-BE49-F238E27FC236}">
                <a16:creationId xmlns:a16="http://schemas.microsoft.com/office/drawing/2014/main" id="{822AD420-F2FC-4C89-9620-E1592D268B8F}"/>
              </a:ext>
            </a:extLst>
          </p:cNvPr>
          <p:cNvSpPr/>
          <p:nvPr/>
        </p:nvSpPr>
        <p:spPr>
          <a:xfrm>
            <a:off x="635000" y="1397000"/>
            <a:ext cx="53340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FBCA358-5DFD-4D5E-B500-0CF2456DA909}"/>
              </a:ext>
            </a:extLst>
          </p:cNvPr>
          <p:cNvSpPr/>
          <p:nvPr/>
        </p:nvSpPr>
        <p:spPr>
          <a:xfrm>
            <a:off x="635000" y="1397000"/>
            <a:ext cx="76200" cy="4826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3CBDD1C-86E1-41E2-A40E-AAA2636A1BE9}"/>
              </a:ext>
            </a:extLst>
          </p:cNvPr>
          <p:cNvSpPr txBox="1"/>
          <p:nvPr/>
        </p:nvSpPr>
        <p:spPr>
          <a:xfrm>
            <a:off x="952500" y="16256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Inter"/>
              </a:rPr>
              <a:t>COMPORTAMENTO DO SLAVE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DCB1581-DABA-45C6-BF69-557B0900A660}"/>
              </a:ext>
            </a:extLst>
          </p:cNvPr>
          <p:cNvSpPr txBox="1"/>
          <p:nvPr/>
        </p:nvSpPr>
        <p:spPr>
          <a:xfrm>
            <a:off x="952500" y="1930400"/>
            <a:ext cx="4826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1A1A2E"/>
                </a:solidFill>
                <a:latin typeface="Inter"/>
              </a:rPr>
              <a:t>Clock Stretching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BF96589-C9B8-4D2E-A66B-2F102669E276}"/>
              </a:ext>
            </a:extLst>
          </p:cNvPr>
          <p:cNvSpPr txBox="1"/>
          <p:nvPr/>
        </p:nvSpPr>
        <p:spPr>
          <a:xfrm>
            <a:off x="952500" y="2476500"/>
            <a:ext cx="4826000" cy="355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Quando o slave precisa de mais tempo para processar, ele 
segura SCL em LOW.
O master detecta SCL baixo e ESPERA antes de enviar o 
próximo clock.
• Usado por sensores lentos
• Suportado pelo HW do ESP32
• Pode causar timeouts se sensor travar</a:t>
            </a:r>
          </a:p>
        </p:txBody>
      </p:sp>
      <p:sp>
        <p:nvSpPr>
          <p:cNvPr id="9" name="Retângulo: Cantos Arredondados 8" descr="Border: right">
            <a:extLst>
              <a:ext uri="{FF2B5EF4-FFF2-40B4-BE49-F238E27FC236}">
                <a16:creationId xmlns:a16="http://schemas.microsoft.com/office/drawing/2014/main" id="{68169F31-43C6-44A8-995E-A0306AF59A8C}"/>
              </a:ext>
            </a:extLst>
          </p:cNvPr>
          <p:cNvSpPr/>
          <p:nvPr/>
        </p:nvSpPr>
        <p:spPr>
          <a:xfrm>
            <a:off x="6223000" y="1397000"/>
            <a:ext cx="53340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0627501-1F03-4BDE-9459-EF0FAE784DAE}"/>
              </a:ext>
            </a:extLst>
          </p:cNvPr>
          <p:cNvSpPr/>
          <p:nvPr/>
        </p:nvSpPr>
        <p:spPr>
          <a:xfrm>
            <a:off x="6223000" y="1397000"/>
            <a:ext cx="76200" cy="48260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F0DAE47-D999-43EE-BA46-6D6151BCE755}"/>
              </a:ext>
            </a:extLst>
          </p:cNvPr>
          <p:cNvSpPr txBox="1"/>
          <p:nvPr/>
        </p:nvSpPr>
        <p:spPr>
          <a:xfrm>
            <a:off x="6540500" y="16256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6B6B"/>
                </a:solidFill>
                <a:latin typeface="Inter"/>
              </a:rPr>
              <a:t>COMPORTAMENTO DO MASTER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DE0DAE9-C260-4E63-A473-1FEC644A2915}"/>
              </a:ext>
            </a:extLst>
          </p:cNvPr>
          <p:cNvSpPr txBox="1"/>
          <p:nvPr/>
        </p:nvSpPr>
        <p:spPr>
          <a:xfrm>
            <a:off x="6540500" y="1930400"/>
            <a:ext cx="4826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1A1A2E"/>
                </a:solidFill>
                <a:latin typeface="Inter"/>
              </a:rPr>
              <a:t>Arbitragem (Multi-master)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05C78DC-5EFB-4CA8-99CE-BF7D83EDE097}"/>
              </a:ext>
            </a:extLst>
          </p:cNvPr>
          <p:cNvSpPr txBox="1"/>
          <p:nvPr/>
        </p:nvSpPr>
        <p:spPr>
          <a:xfrm>
            <a:off x="6540500" y="2476500"/>
            <a:ext cx="4826000" cy="355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2D3748"/>
                </a:solidFill>
                <a:latin typeface="Inter"/>
              </a:rPr>
              <a:t>Se dois masters tentam transmitir ao mesmo tempo:
• Cada um escreve em SDA e LÊ de volta
• Quem vê 0 quando escreveu 1 → PERDE
• O perdedor cede o barramento
• O vencedor continua sem perceber
Raro em projetos embarcados — quase sempre 1 master.</a:t>
            </a:r>
          </a:p>
        </p:txBody>
      </p:sp>
    </p:spTree>
    <p:extLst>
      <p:ext uri="{BB962C8B-B14F-4D97-AF65-F5344CB8AC3E}">
        <p14:creationId xmlns:p14="http://schemas.microsoft.com/office/powerpoint/2010/main" val="3375211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94888C9-0A96-4C3A-9887-F64F8EE1FA47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6FF6F1D-566D-4534-81E6-28F4131D11F1}"/>
              </a:ext>
            </a:extLst>
          </p:cNvPr>
          <p:cNvSpPr txBox="1"/>
          <p:nvPr/>
        </p:nvSpPr>
        <p:spPr>
          <a:xfrm>
            <a:off x="508000" y="279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Inter"/>
              </a:rPr>
              <a:t>HANDS-ON · I²C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8822172-9155-4FED-BFCC-98BD1F4BB793}"/>
              </a:ext>
            </a:extLst>
          </p:cNvPr>
          <p:cNvSpPr txBox="1"/>
          <p:nvPr/>
        </p:nvSpPr>
        <p:spPr>
          <a:xfrm>
            <a:off x="508000" y="5588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I²C Scanner — descobrindo dispositivos</a:t>
            </a:r>
          </a:p>
        </p:txBody>
      </p:sp>
      <p:grpSp>
        <p:nvGrpSpPr>
          <p:cNvPr id="25" name="Agrupar 24" descr="{Arduino}">
            <a:extLst>
              <a:ext uri="{FF2B5EF4-FFF2-40B4-BE49-F238E27FC236}">
                <a16:creationId xmlns:a16="http://schemas.microsoft.com/office/drawing/2014/main" id="{3025D68B-9EC8-BC59-685B-F21F8539F706}"/>
              </a:ext>
            </a:extLst>
          </p:cNvPr>
          <p:cNvGrpSpPr/>
          <p:nvPr/>
        </p:nvGrpSpPr>
        <p:grpSpPr>
          <a:xfrm>
            <a:off x="508000" y="1397000"/>
            <a:ext cx="6858000" cy="5207000"/>
            <a:chOff x="508000" y="1397000"/>
            <a:chExt cx="6858000" cy="5207000"/>
          </a:xfrm>
        </p:grpSpPr>
        <p:sp>
          <p:nvSpPr>
            <p:cNvPr id="5" name="Retângulo: Cantos Arredondados 4" descr="sem bordas superiores">
              <a:extLst>
                <a:ext uri="{FF2B5EF4-FFF2-40B4-BE49-F238E27FC236}">
                  <a16:creationId xmlns:a16="http://schemas.microsoft.com/office/drawing/2014/main" id="{B08AA1D8-E493-42F6-B613-CE7A34CBECD6}"/>
                </a:ext>
              </a:extLst>
            </p:cNvPr>
            <p:cNvSpPr/>
            <p:nvPr/>
          </p:nvSpPr>
          <p:spPr>
            <a:xfrm>
              <a:off x="508000" y="1397000"/>
              <a:ext cx="6858000" cy="5207000"/>
            </a:xfrm>
            <a:prstGeom prst="roundRect">
              <a:avLst/>
            </a:prstGeom>
            <a:solidFill>
              <a:srgbClr val="1E293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6589B17D-8A1A-44D7-A2A0-93DE097078E2}"/>
                </a:ext>
              </a:extLst>
            </p:cNvPr>
            <p:cNvSpPr/>
            <p:nvPr/>
          </p:nvSpPr>
          <p:spPr>
            <a:xfrm>
              <a:off x="508000" y="1397000"/>
              <a:ext cx="6858000" cy="406400"/>
            </a:xfrm>
            <a:prstGeom prst="rect">
              <a:avLst/>
            </a:prstGeom>
            <a:solidFill>
              <a:srgbClr val="0F172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E92C9EF-091F-4E57-8D5C-A598179D2ED0}"/>
                </a:ext>
              </a:extLst>
            </p:cNvPr>
            <p:cNvSpPr txBox="1"/>
            <p:nvPr/>
          </p:nvSpPr>
          <p:spPr>
            <a:xfrm>
              <a:off x="736600" y="1460500"/>
              <a:ext cx="38100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>
                  <a:solidFill>
                    <a:srgbClr val="94A3B8"/>
                  </a:solidFill>
                  <a:latin typeface="Consolas"/>
                </a:rPr>
                <a:t>scanner.ino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1A6A12E-A656-4D0B-87C9-D729A4CF06FD}"/>
                </a:ext>
              </a:extLst>
            </p:cNvPr>
            <p:cNvSpPr/>
            <p:nvPr/>
          </p:nvSpPr>
          <p:spPr>
            <a:xfrm>
              <a:off x="6604000" y="1536700"/>
              <a:ext cx="127000" cy="127000"/>
            </a:xfrm>
            <a:prstGeom prst="ellipse">
              <a:avLst/>
            </a:prstGeom>
            <a:solidFill>
              <a:srgbClr val="EF4444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CC40C732-0B61-4B77-B976-5C2671F08271}"/>
                </a:ext>
              </a:extLst>
            </p:cNvPr>
            <p:cNvSpPr/>
            <p:nvPr/>
          </p:nvSpPr>
          <p:spPr>
            <a:xfrm>
              <a:off x="6807200" y="1536700"/>
              <a:ext cx="127000" cy="127000"/>
            </a:xfrm>
            <a:prstGeom prst="ellipse">
              <a:avLst/>
            </a:prstGeom>
            <a:solidFill>
              <a:srgbClr val="F59E0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D628179A-2B61-40ED-B0D3-DB0271687F65}"/>
                </a:ext>
              </a:extLst>
            </p:cNvPr>
            <p:cNvSpPr/>
            <p:nvPr/>
          </p:nvSpPr>
          <p:spPr>
            <a:xfrm>
              <a:off x="7010400" y="1536700"/>
              <a:ext cx="127000" cy="127000"/>
            </a:xfrm>
            <a:prstGeom prst="ellipse">
              <a:avLst/>
            </a:prstGeom>
            <a:solidFill>
              <a:srgbClr val="10B981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1" name="CaixaDeTexto 10" descr="Border: inferiores">
              <a:extLst>
                <a:ext uri="{FF2B5EF4-FFF2-40B4-BE49-F238E27FC236}">
                  <a16:creationId xmlns:a16="http://schemas.microsoft.com/office/drawing/2014/main" id="{5304CB98-BB02-4266-9FDC-0320D183E0AA}"/>
                </a:ext>
              </a:extLst>
            </p:cNvPr>
            <p:cNvSpPr txBox="1"/>
            <p:nvPr/>
          </p:nvSpPr>
          <p:spPr>
            <a:xfrm>
              <a:off x="736600" y="1930400"/>
              <a:ext cx="6400800" cy="457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noAutofit/>
            </a:bodyPr>
            <a:lstStyle/>
            <a:p>
              <a:pPr algn="l"/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#include &lt;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Wire.h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&gt;
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void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 setup() {
  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Serial.begin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(115200);
  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Wire.begin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(21, 22);   // SDA, SCL
  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Serial.println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("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Scanning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…");
  for (byte a = 1; a &lt; 127; a++) {
    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Wire.beginTransmission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(a);
    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if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 (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Wire.endTransmission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() == 0) {
      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Serial.printf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("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Found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: 0x%02X\n", a);
    }
  }
}
</a:t>
              </a:r>
              <a:r>
                <a:rPr lang="pt-BR" sz="1600" dirty="0" err="1">
                  <a:solidFill>
                    <a:srgbClr val="E2E8F0"/>
                  </a:solidFill>
                  <a:latin typeface="Consolas"/>
                </a:rPr>
                <a:t>void</a:t>
              </a:r>
              <a:r>
                <a:rPr lang="pt-BR" sz="1600" dirty="0">
                  <a:solidFill>
                    <a:srgbClr val="E2E8F0"/>
                  </a:solidFill>
                  <a:latin typeface="Consolas"/>
                </a:rPr>
                <a:t> loop() {}</a:t>
              </a:r>
            </a:p>
          </p:txBody>
        </p:sp>
      </p:grpSp>
      <p:sp>
        <p:nvSpPr>
          <p:cNvPr id="12" name="Retângulo: Cantos Arredondados 11" descr="sem bordas superiores">
            <a:extLst>
              <a:ext uri="{FF2B5EF4-FFF2-40B4-BE49-F238E27FC236}">
                <a16:creationId xmlns:a16="http://schemas.microsoft.com/office/drawing/2014/main" id="{2ECDC793-7BD2-4833-9ECE-524CAFF99F6A}"/>
              </a:ext>
            </a:extLst>
          </p:cNvPr>
          <p:cNvSpPr/>
          <p:nvPr/>
        </p:nvSpPr>
        <p:spPr>
          <a:xfrm>
            <a:off x="7620000" y="1397000"/>
            <a:ext cx="4064000" cy="3048000"/>
          </a:xfrm>
          <a:prstGeom prst="round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24954560-4972-40B0-B2FB-0585914FC84D}"/>
              </a:ext>
            </a:extLst>
          </p:cNvPr>
          <p:cNvSpPr/>
          <p:nvPr/>
        </p:nvSpPr>
        <p:spPr>
          <a:xfrm>
            <a:off x="7620000" y="1397000"/>
            <a:ext cx="4064000" cy="4064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B23BA30-F765-4B98-AAB4-BC1B2FDD5AB8}"/>
              </a:ext>
            </a:extLst>
          </p:cNvPr>
          <p:cNvSpPr txBox="1"/>
          <p:nvPr/>
        </p:nvSpPr>
        <p:spPr>
          <a:xfrm>
            <a:off x="7848600" y="14605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  <a:latin typeface="Consolas"/>
              </a:rPr>
              <a:t>Serial Monitor</a:t>
            </a:r>
          </a:p>
        </p:txBody>
      </p:sp>
      <p:sp>
        <p:nvSpPr>
          <p:cNvPr id="15" name="CaixaDeTexto 14" descr="Border: inferiores">
            <a:extLst>
              <a:ext uri="{FF2B5EF4-FFF2-40B4-BE49-F238E27FC236}">
                <a16:creationId xmlns:a16="http://schemas.microsoft.com/office/drawing/2014/main" id="{7F11E300-BC1E-470C-8839-0A2C83205BAD}"/>
              </a:ext>
            </a:extLst>
          </p:cNvPr>
          <p:cNvSpPr txBox="1"/>
          <p:nvPr/>
        </p:nvSpPr>
        <p:spPr>
          <a:xfrm>
            <a:off x="7848600" y="1930400"/>
            <a:ext cx="3606800" cy="2413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10B981"/>
                </a:solidFill>
                <a:latin typeface="Consolas"/>
              </a:rPr>
              <a:t>Scanning…
Found: 0x3C
Found: 0x68
Found: 0x76
Done. 3 devices.</a:t>
            </a:r>
            <a:endParaRPr lang="pt-BR" sz="1700" b="1">
              <a:solidFill>
                <a:srgbClr val="10B981"/>
              </a:solidFill>
              <a:latin typeface="Consolas"/>
            </a:endParaRP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F4E6929C-86C9-4CDA-9179-072236888EC7}"/>
              </a:ext>
            </a:extLst>
          </p:cNvPr>
          <p:cNvSpPr/>
          <p:nvPr/>
        </p:nvSpPr>
        <p:spPr>
          <a:xfrm>
            <a:off x="7620000" y="4635500"/>
            <a:ext cx="4064000" cy="1968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5445B82-E5F9-497B-9A45-3C7DAB99FF2C}"/>
              </a:ext>
            </a:extLst>
          </p:cNvPr>
          <p:cNvSpPr txBox="1"/>
          <p:nvPr/>
        </p:nvSpPr>
        <p:spPr>
          <a:xfrm>
            <a:off x="7810500" y="4762500"/>
            <a:ext cx="368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Inter"/>
              </a:rPr>
              <a:t>Endereços encontrados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1D2B89D-71F5-4BA8-B1DE-40EE1E463D7C}"/>
              </a:ext>
            </a:extLst>
          </p:cNvPr>
          <p:cNvSpPr/>
          <p:nvPr/>
        </p:nvSpPr>
        <p:spPr>
          <a:xfrm>
            <a:off x="7810500" y="5092700"/>
            <a:ext cx="1016000" cy="3556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0x3C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E9BC863-BB67-44DA-9749-EB6349764367}"/>
              </a:ext>
            </a:extLst>
          </p:cNvPr>
          <p:cNvSpPr txBox="1"/>
          <p:nvPr/>
        </p:nvSpPr>
        <p:spPr>
          <a:xfrm>
            <a:off x="8953500" y="51181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1A1A2E"/>
                </a:solidFill>
                <a:latin typeface="Inter"/>
              </a:rPr>
              <a:t>OLED SSD1306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200188E8-1A35-49C3-9751-F4F7F4099915}"/>
              </a:ext>
            </a:extLst>
          </p:cNvPr>
          <p:cNvSpPr/>
          <p:nvPr/>
        </p:nvSpPr>
        <p:spPr>
          <a:xfrm>
            <a:off x="7810500" y="5575300"/>
            <a:ext cx="1016000" cy="3556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0x68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C504FF66-C71D-4EEF-8E44-746260AE0783}"/>
              </a:ext>
            </a:extLst>
          </p:cNvPr>
          <p:cNvSpPr txBox="1"/>
          <p:nvPr/>
        </p:nvSpPr>
        <p:spPr>
          <a:xfrm>
            <a:off x="8953500" y="56007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1A1A2E"/>
                </a:solidFill>
                <a:latin typeface="Inter"/>
              </a:rPr>
              <a:t>MPU6050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2AC38DEE-FD63-40D5-BC9E-CE80903A11E3}"/>
              </a:ext>
            </a:extLst>
          </p:cNvPr>
          <p:cNvSpPr/>
          <p:nvPr/>
        </p:nvSpPr>
        <p:spPr>
          <a:xfrm>
            <a:off x="7810500" y="6057900"/>
            <a:ext cx="1016000" cy="3556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0x76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DA69040-C61A-4280-B959-96E1FC5A09BE}"/>
              </a:ext>
            </a:extLst>
          </p:cNvPr>
          <p:cNvSpPr txBox="1"/>
          <p:nvPr/>
        </p:nvSpPr>
        <p:spPr>
          <a:xfrm>
            <a:off x="8953500" y="60833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1A1A2E"/>
                </a:solidFill>
                <a:latin typeface="Inter"/>
              </a:rPr>
              <a:t>BMP280</a:t>
            </a:r>
          </a:p>
        </p:txBody>
      </p:sp>
    </p:spTree>
    <p:extLst>
      <p:ext uri="{BB962C8B-B14F-4D97-AF65-F5344CB8AC3E}">
        <p14:creationId xmlns:p14="http://schemas.microsoft.com/office/powerpoint/2010/main" val="2736118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3ECEB8D1-643D-4D63-813D-BF601E51489A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410AB03-5702-4232-A76A-835948EAD9AA}"/>
              </a:ext>
            </a:extLst>
          </p:cNvPr>
          <p:cNvSpPr txBox="1"/>
          <p:nvPr/>
        </p:nvSpPr>
        <p:spPr>
          <a:xfrm>
            <a:off x="508000" y="279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Inter"/>
              </a:rPr>
              <a:t>HANDS-ON · I²C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6A4A64B-9857-4652-8F7F-F72465800185}"/>
              </a:ext>
            </a:extLst>
          </p:cNvPr>
          <p:cNvSpPr txBox="1"/>
          <p:nvPr/>
        </p:nvSpPr>
        <p:spPr>
          <a:xfrm>
            <a:off x="508000" y="5588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800" b="1">
                <a:solidFill>
                  <a:srgbClr val="1A1A2E"/>
                </a:solidFill>
                <a:latin typeface="Inter"/>
              </a:rPr>
              <a:t>Lendo o MPU6050 (acelerômetro + giroscópio)</a:t>
            </a:r>
          </a:p>
        </p:txBody>
      </p:sp>
      <p:grpSp>
        <p:nvGrpSpPr>
          <p:cNvPr id="32" name="Agrupar 31" descr="{Arduino}">
            <a:extLst>
              <a:ext uri="{FF2B5EF4-FFF2-40B4-BE49-F238E27FC236}">
                <a16:creationId xmlns:a16="http://schemas.microsoft.com/office/drawing/2014/main" id="{E9267D2B-BF92-DDF0-78E5-7F6E90B158D1}"/>
              </a:ext>
            </a:extLst>
          </p:cNvPr>
          <p:cNvGrpSpPr/>
          <p:nvPr/>
        </p:nvGrpSpPr>
        <p:grpSpPr>
          <a:xfrm>
            <a:off x="508000" y="1397000"/>
            <a:ext cx="6858000" cy="5207000"/>
            <a:chOff x="508000" y="1397000"/>
            <a:chExt cx="6858000" cy="5207000"/>
          </a:xfrm>
        </p:grpSpPr>
        <p:sp>
          <p:nvSpPr>
            <p:cNvPr id="5" name="Retângulo: Cantos Arredondados 4" descr="Border: inferiores">
              <a:extLst>
                <a:ext uri="{FF2B5EF4-FFF2-40B4-BE49-F238E27FC236}">
                  <a16:creationId xmlns:a16="http://schemas.microsoft.com/office/drawing/2014/main" id="{37D22DCE-AE36-4D6F-896C-ED65CF99F6DF}"/>
                </a:ext>
              </a:extLst>
            </p:cNvPr>
            <p:cNvSpPr/>
            <p:nvPr/>
          </p:nvSpPr>
          <p:spPr>
            <a:xfrm>
              <a:off x="508000" y="1397000"/>
              <a:ext cx="6858000" cy="5207000"/>
            </a:xfrm>
            <a:prstGeom prst="roundRect">
              <a:avLst/>
            </a:prstGeom>
            <a:solidFill>
              <a:srgbClr val="1E293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F20AF3F4-7459-475D-B489-9A60C3CB2769}"/>
                </a:ext>
              </a:extLst>
            </p:cNvPr>
            <p:cNvSpPr/>
            <p:nvPr/>
          </p:nvSpPr>
          <p:spPr>
            <a:xfrm>
              <a:off x="508000" y="1397000"/>
              <a:ext cx="6858000" cy="406400"/>
            </a:xfrm>
            <a:prstGeom prst="rect">
              <a:avLst/>
            </a:prstGeom>
            <a:solidFill>
              <a:srgbClr val="0F172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74A67704-1090-4D4F-87FF-9C8E2514D24D}"/>
                </a:ext>
              </a:extLst>
            </p:cNvPr>
            <p:cNvSpPr txBox="1"/>
            <p:nvPr/>
          </p:nvSpPr>
          <p:spPr>
            <a:xfrm>
              <a:off x="736600" y="1460500"/>
              <a:ext cx="38100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>
                  <a:solidFill>
                    <a:srgbClr val="94A3B8"/>
                  </a:solidFill>
                  <a:latin typeface="Consolas"/>
                </a:rPr>
                <a:t>mpu6050.ino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AFF2D1C0-9239-460B-81BC-D4B18CF96DA2}"/>
                </a:ext>
              </a:extLst>
            </p:cNvPr>
            <p:cNvSpPr/>
            <p:nvPr/>
          </p:nvSpPr>
          <p:spPr>
            <a:xfrm>
              <a:off x="6604000" y="1536700"/>
              <a:ext cx="127000" cy="127000"/>
            </a:xfrm>
            <a:prstGeom prst="ellipse">
              <a:avLst/>
            </a:prstGeom>
            <a:solidFill>
              <a:srgbClr val="EF4444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3422227D-D914-412A-88F4-7718A348CA64}"/>
                </a:ext>
              </a:extLst>
            </p:cNvPr>
            <p:cNvSpPr/>
            <p:nvPr/>
          </p:nvSpPr>
          <p:spPr>
            <a:xfrm>
              <a:off x="6807200" y="1536700"/>
              <a:ext cx="127000" cy="127000"/>
            </a:xfrm>
            <a:prstGeom prst="ellipse">
              <a:avLst/>
            </a:prstGeom>
            <a:solidFill>
              <a:srgbClr val="F59E0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C82EF589-4733-4D48-A218-D716E26ABD24}"/>
                </a:ext>
              </a:extLst>
            </p:cNvPr>
            <p:cNvSpPr/>
            <p:nvPr/>
          </p:nvSpPr>
          <p:spPr>
            <a:xfrm>
              <a:off x="7010400" y="1536700"/>
              <a:ext cx="127000" cy="127000"/>
            </a:xfrm>
            <a:prstGeom prst="ellipse">
              <a:avLst/>
            </a:prstGeom>
            <a:solidFill>
              <a:srgbClr val="10B981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51376AA-9EF3-4CCC-B9FE-9D6D74DD0D98}"/>
                </a:ext>
              </a:extLst>
            </p:cNvPr>
            <p:cNvSpPr txBox="1"/>
            <p:nvPr/>
          </p:nvSpPr>
          <p:spPr>
            <a:xfrm>
              <a:off x="736600" y="1930400"/>
              <a:ext cx="6400800" cy="457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noAutofit/>
            </a:bodyPr>
            <a:lstStyle/>
            <a:p>
              <a:pPr algn="l"/>
              <a:r>
                <a:rPr lang="pt-BR" sz="1300">
                  <a:solidFill>
                    <a:srgbClr val="E2E8F0"/>
                  </a:solidFill>
                  <a:latin typeface="Consolas"/>
                </a:rPr>
                <a:t>#include &lt;Wire.h&gt;
const byte MPU = 0x68;
void setup() {
  Wire.begin(21, 22);
  Serial.begin(115200);
  // Acorda o sensor (registrador PWR_MGMT_1)
  Wire.beginTransmission(MPU);
  Wire.write(0x6B);
  Wire.write(0x00);
  Wire.endTransmission();
}
void loop() {
  Wire.beginTransmission(MPU);
  Wire.write(0x3B);       // ACCEL_XOUT_H
  Wire.endTransmission(false);
  Wire.requestFrom(MPU, 6);
  int16_t ax = Wire.read()&lt;&lt;8 | Wire.read();
  int16_t ay = Wire.read()&lt;&lt;8 | Wire.read();
  int16_t az = Wire.read()&lt;&lt;8 | Wire.read();
  Serial.printf("X=%d Y=%d Z=%d\n", ax, ay, az);
  delay(100);
}</a:t>
              </a:r>
            </a:p>
          </p:txBody>
        </p:sp>
      </p:grp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1FE8749-A069-47FF-88FC-10B70E861AD1}"/>
              </a:ext>
            </a:extLst>
          </p:cNvPr>
          <p:cNvSpPr txBox="1"/>
          <p:nvPr/>
        </p:nvSpPr>
        <p:spPr>
          <a:xfrm>
            <a:off x="7620000" y="1397000"/>
            <a:ext cx="4064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Sequência da leitura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C60822C2-EE04-469D-BD84-E3DCBEE750A1}"/>
              </a:ext>
            </a:extLst>
          </p:cNvPr>
          <p:cNvSpPr/>
          <p:nvPr/>
        </p:nvSpPr>
        <p:spPr>
          <a:xfrm>
            <a:off x="7620000" y="1905000"/>
            <a:ext cx="4064000" cy="63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CD41274A-BC76-42A4-973B-DC36498BDA8C}"/>
              </a:ext>
            </a:extLst>
          </p:cNvPr>
          <p:cNvSpPr/>
          <p:nvPr/>
        </p:nvSpPr>
        <p:spPr>
          <a:xfrm>
            <a:off x="7772400" y="2044700"/>
            <a:ext cx="355600" cy="355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3569B2B-72DA-48D9-8B96-9628CE8F2C17}"/>
              </a:ext>
            </a:extLst>
          </p:cNvPr>
          <p:cNvSpPr txBox="1"/>
          <p:nvPr/>
        </p:nvSpPr>
        <p:spPr>
          <a:xfrm>
            <a:off x="8255000" y="20828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START + ADDR W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25854DFC-0247-434A-A779-7EB558A3636A}"/>
              </a:ext>
            </a:extLst>
          </p:cNvPr>
          <p:cNvSpPr/>
          <p:nvPr/>
        </p:nvSpPr>
        <p:spPr>
          <a:xfrm>
            <a:off x="9626600" y="2565400"/>
            <a:ext cx="50800" cy="228600"/>
          </a:xfrm>
          <a:prstGeom prst="rect">
            <a:avLst/>
          </a:prstGeom>
          <a:solidFill>
            <a:srgbClr val="CBD5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AA6ABBE7-E5C7-4D79-A502-68DAF1A034D5}"/>
              </a:ext>
            </a:extLst>
          </p:cNvPr>
          <p:cNvSpPr/>
          <p:nvPr/>
        </p:nvSpPr>
        <p:spPr>
          <a:xfrm>
            <a:off x="7620000" y="2857500"/>
            <a:ext cx="4064000" cy="63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05D23EE6-3031-48E0-AD4E-2A93153586BA}"/>
              </a:ext>
            </a:extLst>
          </p:cNvPr>
          <p:cNvSpPr/>
          <p:nvPr/>
        </p:nvSpPr>
        <p:spPr>
          <a:xfrm>
            <a:off x="7772400" y="2997200"/>
            <a:ext cx="355600" cy="355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405364C-0CA0-4040-B617-7213F721CC2B}"/>
              </a:ext>
            </a:extLst>
          </p:cNvPr>
          <p:cNvSpPr txBox="1"/>
          <p:nvPr/>
        </p:nvSpPr>
        <p:spPr>
          <a:xfrm>
            <a:off x="8255000" y="30353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REG = 0x3B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A202070C-CA08-480B-8879-B6B823ABFFC8}"/>
              </a:ext>
            </a:extLst>
          </p:cNvPr>
          <p:cNvSpPr/>
          <p:nvPr/>
        </p:nvSpPr>
        <p:spPr>
          <a:xfrm>
            <a:off x="9626600" y="3517900"/>
            <a:ext cx="50800" cy="228600"/>
          </a:xfrm>
          <a:prstGeom prst="rect">
            <a:avLst/>
          </a:prstGeom>
          <a:solidFill>
            <a:srgbClr val="CBD5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0F9E3F91-E1F7-473F-8678-5BE7134CE680}"/>
              </a:ext>
            </a:extLst>
          </p:cNvPr>
          <p:cNvSpPr/>
          <p:nvPr/>
        </p:nvSpPr>
        <p:spPr>
          <a:xfrm>
            <a:off x="7620000" y="3810000"/>
            <a:ext cx="4064000" cy="63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8BB7EADD-6CDA-443C-B93E-3EB06A57B794}"/>
              </a:ext>
            </a:extLst>
          </p:cNvPr>
          <p:cNvSpPr/>
          <p:nvPr/>
        </p:nvSpPr>
        <p:spPr>
          <a:xfrm>
            <a:off x="7772400" y="3949700"/>
            <a:ext cx="355600" cy="355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D1FC1E2-98F3-4D14-8BBC-9DA496F60F46}"/>
              </a:ext>
            </a:extLst>
          </p:cNvPr>
          <p:cNvSpPr txBox="1"/>
          <p:nvPr/>
        </p:nvSpPr>
        <p:spPr>
          <a:xfrm>
            <a:off x="8255000" y="39878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RESTART + ADDR R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8B519E91-E2DA-4647-8250-CDC516AE0087}"/>
              </a:ext>
            </a:extLst>
          </p:cNvPr>
          <p:cNvSpPr/>
          <p:nvPr/>
        </p:nvSpPr>
        <p:spPr>
          <a:xfrm>
            <a:off x="9626600" y="4470400"/>
            <a:ext cx="50800" cy="228600"/>
          </a:xfrm>
          <a:prstGeom prst="rect">
            <a:avLst/>
          </a:prstGeom>
          <a:solidFill>
            <a:srgbClr val="CBD5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ABF16D17-40E1-4216-A954-53B4ECC40AAF}"/>
              </a:ext>
            </a:extLst>
          </p:cNvPr>
          <p:cNvSpPr/>
          <p:nvPr/>
        </p:nvSpPr>
        <p:spPr>
          <a:xfrm>
            <a:off x="7620000" y="4762500"/>
            <a:ext cx="4064000" cy="63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6B4C5475-57BD-432C-BA6E-9597003D7EE8}"/>
              </a:ext>
            </a:extLst>
          </p:cNvPr>
          <p:cNvSpPr/>
          <p:nvPr/>
        </p:nvSpPr>
        <p:spPr>
          <a:xfrm>
            <a:off x="7772400" y="4902200"/>
            <a:ext cx="355600" cy="355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B13DCFFE-9876-46C0-A12F-EB656FDD31B6}"/>
              </a:ext>
            </a:extLst>
          </p:cNvPr>
          <p:cNvSpPr txBox="1"/>
          <p:nvPr/>
        </p:nvSpPr>
        <p:spPr>
          <a:xfrm>
            <a:off x="8255000" y="49403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Read 6 bytes + NACK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67E9EF45-7C7D-468E-9E70-76DE5A464519}"/>
              </a:ext>
            </a:extLst>
          </p:cNvPr>
          <p:cNvSpPr/>
          <p:nvPr/>
        </p:nvSpPr>
        <p:spPr>
          <a:xfrm>
            <a:off x="9626600" y="5422900"/>
            <a:ext cx="50800" cy="228600"/>
          </a:xfrm>
          <a:prstGeom prst="rect">
            <a:avLst/>
          </a:prstGeom>
          <a:solidFill>
            <a:srgbClr val="CBD5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584ACB5E-F095-4CEF-921A-2B157F9FD180}"/>
              </a:ext>
            </a:extLst>
          </p:cNvPr>
          <p:cNvSpPr/>
          <p:nvPr/>
        </p:nvSpPr>
        <p:spPr>
          <a:xfrm>
            <a:off x="7620000" y="5715000"/>
            <a:ext cx="4064000" cy="63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6B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BDBD2038-B0E3-4C07-8892-3BE425A868C0}"/>
              </a:ext>
            </a:extLst>
          </p:cNvPr>
          <p:cNvSpPr/>
          <p:nvPr/>
        </p:nvSpPr>
        <p:spPr>
          <a:xfrm>
            <a:off x="7772400" y="5854700"/>
            <a:ext cx="355600" cy="355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11ACA87E-0458-4B19-BE5E-900600D29D21}"/>
              </a:ext>
            </a:extLst>
          </p:cNvPr>
          <p:cNvSpPr txBox="1"/>
          <p:nvPr/>
        </p:nvSpPr>
        <p:spPr>
          <a:xfrm>
            <a:off x="8255000" y="58928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STOP</a:t>
            </a:r>
          </a:p>
        </p:txBody>
      </p:sp>
    </p:spTree>
    <p:extLst>
      <p:ext uri="{BB962C8B-B14F-4D97-AF65-F5344CB8AC3E}">
        <p14:creationId xmlns:p14="http://schemas.microsoft.com/office/powerpoint/2010/main" val="2714013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BB4A2EF-9DAB-4C7D-81D2-2C29A23A177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CCF857F-9714-414C-A655-008FC138E66E}"/>
              </a:ext>
            </a:extLst>
          </p:cNvPr>
          <p:cNvSpPr txBox="1"/>
          <p:nvPr/>
        </p:nvSpPr>
        <p:spPr>
          <a:xfrm>
            <a:off x="508000" y="279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Inter"/>
              </a:rPr>
              <a:t>HANDS-ON · I²C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7C0C86C-EDC8-4F3F-A9E8-34E0BD51A287}"/>
              </a:ext>
            </a:extLst>
          </p:cNvPr>
          <p:cNvSpPr txBox="1"/>
          <p:nvPr/>
        </p:nvSpPr>
        <p:spPr>
          <a:xfrm>
            <a:off x="508000" y="5588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800" b="1">
                <a:solidFill>
                  <a:srgbClr val="1A1A2E"/>
                </a:solidFill>
                <a:latin typeface="Inter"/>
              </a:rPr>
              <a:t>OLED SSD1306 — escrevendo no display</a:t>
            </a:r>
          </a:p>
        </p:txBody>
      </p:sp>
      <p:grpSp>
        <p:nvGrpSpPr>
          <p:cNvPr id="26" name="Agrupar 25" descr="{Arduino}">
            <a:extLst>
              <a:ext uri="{FF2B5EF4-FFF2-40B4-BE49-F238E27FC236}">
                <a16:creationId xmlns:a16="http://schemas.microsoft.com/office/drawing/2014/main" id="{B0322FE5-F708-F7E4-3ECB-3B9A29FEC378}"/>
              </a:ext>
            </a:extLst>
          </p:cNvPr>
          <p:cNvGrpSpPr/>
          <p:nvPr/>
        </p:nvGrpSpPr>
        <p:grpSpPr>
          <a:xfrm>
            <a:off x="508000" y="1397000"/>
            <a:ext cx="6858000" cy="5207000"/>
            <a:chOff x="508000" y="1397000"/>
            <a:chExt cx="6858000" cy="5207000"/>
          </a:xfrm>
        </p:grpSpPr>
        <p:sp>
          <p:nvSpPr>
            <p:cNvPr id="5" name="Retângulo: Cantos Arredondados 4" descr="Border: inferiores">
              <a:extLst>
                <a:ext uri="{FF2B5EF4-FFF2-40B4-BE49-F238E27FC236}">
                  <a16:creationId xmlns:a16="http://schemas.microsoft.com/office/drawing/2014/main" id="{BE4EBE59-D7F9-401A-9786-42F6011FDB0D}"/>
                </a:ext>
              </a:extLst>
            </p:cNvPr>
            <p:cNvSpPr/>
            <p:nvPr/>
          </p:nvSpPr>
          <p:spPr>
            <a:xfrm>
              <a:off x="508000" y="1397000"/>
              <a:ext cx="6858000" cy="5207000"/>
            </a:xfrm>
            <a:prstGeom prst="roundRect">
              <a:avLst/>
            </a:prstGeom>
            <a:solidFill>
              <a:srgbClr val="1E293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E5613FC8-064D-4B71-BF0D-1781707AF911}"/>
                </a:ext>
              </a:extLst>
            </p:cNvPr>
            <p:cNvSpPr/>
            <p:nvPr/>
          </p:nvSpPr>
          <p:spPr>
            <a:xfrm>
              <a:off x="508000" y="1397000"/>
              <a:ext cx="6858000" cy="406400"/>
            </a:xfrm>
            <a:prstGeom prst="rect">
              <a:avLst/>
            </a:prstGeom>
            <a:solidFill>
              <a:srgbClr val="0F172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5C2B412D-903E-4A32-939E-C14675E84F38}"/>
                </a:ext>
              </a:extLst>
            </p:cNvPr>
            <p:cNvSpPr txBox="1"/>
            <p:nvPr/>
          </p:nvSpPr>
          <p:spPr>
            <a:xfrm>
              <a:off x="736600" y="1460500"/>
              <a:ext cx="38100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400">
                  <a:solidFill>
                    <a:srgbClr val="94A3B8"/>
                  </a:solidFill>
                  <a:latin typeface="Consolas"/>
                </a:rPr>
                <a:t>oled.ino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3D6757F4-063F-4F5D-A7E9-6DBB4C62E80B}"/>
                </a:ext>
              </a:extLst>
            </p:cNvPr>
            <p:cNvSpPr/>
            <p:nvPr/>
          </p:nvSpPr>
          <p:spPr>
            <a:xfrm>
              <a:off x="6604000" y="1536700"/>
              <a:ext cx="127000" cy="127000"/>
            </a:xfrm>
            <a:prstGeom prst="ellipse">
              <a:avLst/>
            </a:prstGeom>
            <a:solidFill>
              <a:srgbClr val="EF4444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08C74833-85CA-45C6-92DA-2D72AFE59A57}"/>
                </a:ext>
              </a:extLst>
            </p:cNvPr>
            <p:cNvSpPr/>
            <p:nvPr/>
          </p:nvSpPr>
          <p:spPr>
            <a:xfrm>
              <a:off x="6807200" y="1536700"/>
              <a:ext cx="127000" cy="127000"/>
            </a:xfrm>
            <a:prstGeom prst="ellipse">
              <a:avLst/>
            </a:prstGeom>
            <a:solidFill>
              <a:srgbClr val="F59E0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D87FED88-6BD5-45A8-ACA1-CD467C7820F6}"/>
                </a:ext>
              </a:extLst>
            </p:cNvPr>
            <p:cNvSpPr/>
            <p:nvPr/>
          </p:nvSpPr>
          <p:spPr>
            <a:xfrm>
              <a:off x="7010400" y="1536700"/>
              <a:ext cx="127000" cy="127000"/>
            </a:xfrm>
            <a:prstGeom prst="ellipse">
              <a:avLst/>
            </a:prstGeom>
            <a:solidFill>
              <a:srgbClr val="10B981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667E4C5-47FF-4896-B64F-E75028DC34BD}"/>
                </a:ext>
              </a:extLst>
            </p:cNvPr>
            <p:cNvSpPr txBox="1"/>
            <p:nvPr/>
          </p:nvSpPr>
          <p:spPr>
            <a:xfrm>
              <a:off x="736600" y="1930400"/>
              <a:ext cx="6400800" cy="4572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noAutofit/>
            </a:bodyPr>
            <a:lstStyle/>
            <a:p>
              <a:pPr algn="l"/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#include &lt;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Wire.h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&gt;
#include &lt;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Adafruit_GFX.h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&gt;
#include &lt;Adafruit_SSD1306.h&gt;
Adafruit_SSD1306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(128, 64, &amp;Wire);
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void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 setup() {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Wire.begin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(21, 22);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oled.begin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(SSD1306_SWITCHCAPVCC, 0x3C);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oled.clearDisplay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oled.setTextSize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(2);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oled.setTextColor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(SSD1306_WHITE);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oled.setCursor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(0, 0);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oled.println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("ESP32");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oled.println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("Workshop");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oled.display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();
}
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void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 loop() {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oled.fillRect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(0, 48, 128, 16, BLACK);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oled.setCursor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(0, 48);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oled.printf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("t=%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lus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",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millis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() / 1000);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oled.display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();
  delay(1000);
}</a:t>
              </a:r>
            </a:p>
          </p:txBody>
        </p:sp>
      </p:grp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38D7C405-3945-4296-8CE5-A2B557CB5C96}"/>
              </a:ext>
            </a:extLst>
          </p:cNvPr>
          <p:cNvSpPr/>
          <p:nvPr/>
        </p:nvSpPr>
        <p:spPr>
          <a:xfrm>
            <a:off x="7874000" y="1651000"/>
            <a:ext cx="3556000" cy="2286000"/>
          </a:xfrm>
          <a:prstGeom prst="roundRect">
            <a:avLst/>
          </a:prstGeom>
          <a:solidFill>
            <a:srgbClr val="1A1A2E"/>
          </a:solidFill>
          <a:ln w="38100" cap="flat" cmpd="sng" algn="ctr">
            <a:solidFill>
              <a:srgbClr val="4755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2B8DD216-EE4F-4DBF-8EA7-E32221C122B1}"/>
              </a:ext>
            </a:extLst>
          </p:cNvPr>
          <p:cNvSpPr/>
          <p:nvPr/>
        </p:nvSpPr>
        <p:spPr>
          <a:xfrm>
            <a:off x="8128000" y="1968500"/>
            <a:ext cx="3048000" cy="1651000"/>
          </a:xfrm>
          <a:prstGeom prst="rect">
            <a:avLst/>
          </a:prstGeom>
          <a:solidFill>
            <a:srgbClr val="0000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460380B-CF04-4605-A5A0-8FDA2E9FA3A8}"/>
              </a:ext>
            </a:extLst>
          </p:cNvPr>
          <p:cNvSpPr txBox="1"/>
          <p:nvPr/>
        </p:nvSpPr>
        <p:spPr>
          <a:xfrm>
            <a:off x="8255000" y="2095500"/>
            <a:ext cx="2794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FFFFFF"/>
                </a:solidFill>
                <a:latin typeface="Consolas"/>
              </a:rPr>
              <a:t>ESP32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34EBF41-16C9-4CEB-9D62-FAD1A118218A}"/>
              </a:ext>
            </a:extLst>
          </p:cNvPr>
          <p:cNvSpPr txBox="1"/>
          <p:nvPr/>
        </p:nvSpPr>
        <p:spPr>
          <a:xfrm>
            <a:off x="8255000" y="2565400"/>
            <a:ext cx="2794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FFFFFF"/>
                </a:solidFill>
                <a:latin typeface="Consolas"/>
              </a:rPr>
              <a:t>Workshop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E526E0E-92F4-44CA-966B-A45C2F42F753}"/>
              </a:ext>
            </a:extLst>
          </p:cNvPr>
          <p:cNvSpPr txBox="1"/>
          <p:nvPr/>
        </p:nvSpPr>
        <p:spPr>
          <a:xfrm>
            <a:off x="8255000" y="3136900"/>
            <a:ext cx="279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FD93D"/>
                </a:solidFill>
                <a:latin typeface="Consolas"/>
              </a:rPr>
              <a:t>t=42s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A29DD25-F472-4B83-9564-A809179CF3D5}"/>
              </a:ext>
            </a:extLst>
          </p:cNvPr>
          <p:cNvSpPr/>
          <p:nvPr/>
        </p:nvSpPr>
        <p:spPr>
          <a:xfrm>
            <a:off x="7620000" y="4318000"/>
            <a:ext cx="40640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024AF5A-40BA-4ECA-82FE-8AC301024020}"/>
              </a:ext>
            </a:extLst>
          </p:cNvPr>
          <p:cNvSpPr txBox="1"/>
          <p:nvPr/>
        </p:nvSpPr>
        <p:spPr>
          <a:xfrm>
            <a:off x="7810500" y="4470400"/>
            <a:ext cx="3683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Bibliotecas necessárias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D44BFAA1-E224-4298-A491-459123B02C44}"/>
              </a:ext>
            </a:extLst>
          </p:cNvPr>
          <p:cNvSpPr/>
          <p:nvPr/>
        </p:nvSpPr>
        <p:spPr>
          <a:xfrm>
            <a:off x="7874000" y="49403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4C9B0CE1-90E5-48CB-AB96-A9A54C62F719}"/>
              </a:ext>
            </a:extLst>
          </p:cNvPr>
          <p:cNvSpPr txBox="1"/>
          <p:nvPr/>
        </p:nvSpPr>
        <p:spPr>
          <a:xfrm>
            <a:off x="8128000" y="4851400"/>
            <a:ext cx="3429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Consolas"/>
              </a:rPr>
              <a:t>Adafruit_GFX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00F56FCC-726F-4BE0-86C9-BE22FD0FB58C}"/>
              </a:ext>
            </a:extLst>
          </p:cNvPr>
          <p:cNvSpPr/>
          <p:nvPr/>
        </p:nvSpPr>
        <p:spPr>
          <a:xfrm>
            <a:off x="7874000" y="53213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ED86D77-5645-44E6-841B-EE9A5F12D9B1}"/>
              </a:ext>
            </a:extLst>
          </p:cNvPr>
          <p:cNvSpPr txBox="1"/>
          <p:nvPr/>
        </p:nvSpPr>
        <p:spPr>
          <a:xfrm>
            <a:off x="8128000" y="5232400"/>
            <a:ext cx="3429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Consolas"/>
              </a:rPr>
              <a:t>Adafruit_SSD1306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C4B27612-B74D-4B54-A317-6617D49F6BB1}"/>
              </a:ext>
            </a:extLst>
          </p:cNvPr>
          <p:cNvSpPr/>
          <p:nvPr/>
        </p:nvSpPr>
        <p:spPr>
          <a:xfrm>
            <a:off x="7874000" y="57023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D465CF3-2C2D-4EA4-B630-DDB789E645C4}"/>
              </a:ext>
            </a:extLst>
          </p:cNvPr>
          <p:cNvSpPr txBox="1"/>
          <p:nvPr/>
        </p:nvSpPr>
        <p:spPr>
          <a:xfrm>
            <a:off x="8128000" y="5613400"/>
            <a:ext cx="3429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Consolas"/>
              </a:rPr>
              <a:t>Wire (built-in)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C4A7DA03-3488-4560-BDEC-6B3375552977}"/>
              </a:ext>
            </a:extLst>
          </p:cNvPr>
          <p:cNvSpPr txBox="1"/>
          <p:nvPr/>
        </p:nvSpPr>
        <p:spPr>
          <a:xfrm>
            <a:off x="7810500" y="6032500"/>
            <a:ext cx="3746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i="1">
                <a:solidFill>
                  <a:srgbClr val="4A5568"/>
                </a:solidFill>
                <a:latin typeface="Inter"/>
              </a:rPr>
              <a:t>💡 Endereço 0x3C: módulos comuns. Versões SH1106 usam 0x3D.</a:t>
            </a:r>
          </a:p>
        </p:txBody>
      </p:sp>
    </p:spTree>
    <p:extLst>
      <p:ext uri="{BB962C8B-B14F-4D97-AF65-F5344CB8AC3E}">
        <p14:creationId xmlns:p14="http://schemas.microsoft.com/office/powerpoint/2010/main" val="527048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69CB2D8-DE3F-4095-A41E-F081E9240B66}"/>
              </a:ext>
            </a:extLst>
          </p:cNvPr>
          <p:cNvSpPr/>
          <p:nvPr/>
        </p:nvSpPr>
        <p:spPr>
          <a:xfrm>
            <a:off x="0" y="0"/>
            <a:ext cx="3111500" cy="685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78D49214-081E-45F5-A4BB-F148BEDF8C3E}"/>
              </a:ext>
            </a:extLst>
          </p:cNvPr>
          <p:cNvSpPr/>
          <p:nvPr/>
        </p:nvSpPr>
        <p:spPr>
          <a:xfrm>
            <a:off x="-762000" y="-1016000"/>
            <a:ext cx="3048000" cy="3048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C4A85690-193C-4627-B77E-1207DFDAD00F}"/>
              </a:ext>
            </a:extLst>
          </p:cNvPr>
          <p:cNvSpPr/>
          <p:nvPr/>
        </p:nvSpPr>
        <p:spPr>
          <a:xfrm>
            <a:off x="1651000" y="5207000"/>
            <a:ext cx="2286000" cy="2286000"/>
          </a:xfrm>
          <a:prstGeom prst="ellipse">
            <a:avLst/>
          </a:prstGeom>
          <a:solidFill>
            <a:srgbClr val="FFEB8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8267180-20F6-4AF0-BE3D-CBEBBA5B5D8D}"/>
              </a:ext>
            </a:extLst>
          </p:cNvPr>
          <p:cNvSpPr txBox="1"/>
          <p:nvPr/>
        </p:nvSpPr>
        <p:spPr>
          <a:xfrm>
            <a:off x="254000" y="2540000"/>
            <a:ext cx="27940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1F9A481-D2DD-4194-9CDB-F322AC5FAC5F}"/>
              </a:ext>
            </a:extLst>
          </p:cNvPr>
          <p:cNvSpPr txBox="1"/>
          <p:nvPr/>
        </p:nvSpPr>
        <p:spPr>
          <a:xfrm>
            <a:off x="3683000" y="1651000"/>
            <a:ext cx="762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MÓDULO 02 · ALTA VELOCIDADE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39D1300-D87B-4249-80FD-733D5AF569E6}"/>
              </a:ext>
            </a:extLst>
          </p:cNvPr>
          <p:cNvSpPr txBox="1"/>
          <p:nvPr/>
        </p:nvSpPr>
        <p:spPr>
          <a:xfrm>
            <a:off x="3683000" y="2095500"/>
            <a:ext cx="7620000" cy="1143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9600" b="1">
                <a:solidFill>
                  <a:srgbClr val="1A1A2E"/>
                </a:solidFill>
                <a:latin typeface="Inter"/>
              </a:rPr>
              <a:t>SPI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B3FEDBE-4A71-4846-ADBD-0D3E42517FA2}"/>
              </a:ext>
            </a:extLst>
          </p:cNvPr>
          <p:cNvSpPr txBox="1"/>
          <p:nvPr/>
        </p:nvSpPr>
        <p:spPr>
          <a:xfrm>
            <a:off x="3683000" y="3403600"/>
            <a:ext cx="762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>
                <a:solidFill>
                  <a:srgbClr val="4A5568"/>
                </a:solidFill>
                <a:latin typeface="Inter"/>
              </a:rPr>
              <a:t>Serial Peripheral Interface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B53D11D-C06E-4A96-9B95-5917E0E9CDCD}"/>
              </a:ext>
            </a:extLst>
          </p:cNvPr>
          <p:cNvSpPr/>
          <p:nvPr/>
        </p:nvSpPr>
        <p:spPr>
          <a:xfrm>
            <a:off x="3683000" y="4064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A6DEC302-153B-422E-A110-B3B883F83005}"/>
              </a:ext>
            </a:extLst>
          </p:cNvPr>
          <p:cNvSpPr/>
          <p:nvPr/>
        </p:nvSpPr>
        <p:spPr>
          <a:xfrm>
            <a:off x="3683000" y="4445000"/>
            <a:ext cx="1460500" cy="6350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MOSI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4A9FFE2-B849-4A14-B1DA-BC80097C2A46}"/>
              </a:ext>
            </a:extLst>
          </p:cNvPr>
          <p:cNvSpPr/>
          <p:nvPr/>
        </p:nvSpPr>
        <p:spPr>
          <a:xfrm>
            <a:off x="5334000" y="4445000"/>
            <a:ext cx="1460500" cy="635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MISO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352B083-0296-484D-9B16-14729B6440A5}"/>
              </a:ext>
            </a:extLst>
          </p:cNvPr>
          <p:cNvSpPr/>
          <p:nvPr/>
        </p:nvSpPr>
        <p:spPr>
          <a:xfrm>
            <a:off x="6985000" y="4445000"/>
            <a:ext cx="14605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SCLK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316FCED1-C3F8-4B4A-AEED-95896B299246}"/>
              </a:ext>
            </a:extLst>
          </p:cNvPr>
          <p:cNvSpPr/>
          <p:nvPr/>
        </p:nvSpPr>
        <p:spPr>
          <a:xfrm>
            <a:off x="8636000" y="4445000"/>
            <a:ext cx="1460500" cy="635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CS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A0D47AF-B4D4-43E3-98A6-AC7E591722AC}"/>
              </a:ext>
            </a:extLst>
          </p:cNvPr>
          <p:cNvSpPr txBox="1"/>
          <p:nvPr/>
        </p:nvSpPr>
        <p:spPr>
          <a:xfrm>
            <a:off x="3683000" y="5397500"/>
            <a:ext cx="787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Até 80 MHz · full-duplex · 4 fios · sem endereçamento</a:t>
            </a:r>
          </a:p>
        </p:txBody>
      </p:sp>
    </p:spTree>
    <p:extLst>
      <p:ext uri="{BB962C8B-B14F-4D97-AF65-F5344CB8AC3E}">
        <p14:creationId xmlns:p14="http://schemas.microsoft.com/office/powerpoint/2010/main" val="2613152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F7B2E76-1FD2-444E-93DF-685A6488E76C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9B16EF5-726B-4724-A04E-FE920E1C24F5}"/>
              </a:ext>
            </a:extLst>
          </p:cNvPr>
          <p:cNvSpPr txBox="1"/>
          <p:nvPr/>
        </p:nvSpPr>
        <p:spPr>
          <a:xfrm>
            <a:off x="508000" y="317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Topologia SPI — 1 mestre, N escravos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A0F6286-3FB5-44E6-93C9-06E66AAE06CB}"/>
              </a:ext>
            </a:extLst>
          </p:cNvPr>
          <p:cNvSpPr txBox="1"/>
          <p:nvPr/>
        </p:nvSpPr>
        <p:spPr>
          <a:xfrm>
            <a:off x="508000" y="8890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Cada escravo recebe seu próprio CS — o mestre escolhe quem fala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A751F75D-262A-4F85-A2F9-6057C55C055C}"/>
              </a:ext>
            </a:extLst>
          </p:cNvPr>
          <p:cNvSpPr/>
          <p:nvPr/>
        </p:nvSpPr>
        <p:spPr>
          <a:xfrm>
            <a:off x="889000" y="2159000"/>
            <a:ext cx="2540000" cy="2921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0ADE9AA-1562-46AE-B070-7A6BCA033842}"/>
              </a:ext>
            </a:extLst>
          </p:cNvPr>
          <p:cNvSpPr txBox="1"/>
          <p:nvPr/>
        </p:nvSpPr>
        <p:spPr>
          <a:xfrm>
            <a:off x="889000" y="2413000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ESP32
Master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B301E84-BE16-4545-A5AD-B0DE130014EB}"/>
              </a:ext>
            </a:extLst>
          </p:cNvPr>
          <p:cNvSpPr txBox="1"/>
          <p:nvPr/>
        </p:nvSpPr>
        <p:spPr>
          <a:xfrm>
            <a:off x="1016000" y="31750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MOSI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7BA37849-792A-43B9-BE19-6A685A9EA333}"/>
              </a:ext>
            </a:extLst>
          </p:cNvPr>
          <p:cNvSpPr/>
          <p:nvPr/>
        </p:nvSpPr>
        <p:spPr>
          <a:xfrm>
            <a:off x="3403600" y="32766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6289DC0-DD70-4A7F-894A-FEADE1441D3C}"/>
              </a:ext>
            </a:extLst>
          </p:cNvPr>
          <p:cNvSpPr txBox="1"/>
          <p:nvPr/>
        </p:nvSpPr>
        <p:spPr>
          <a:xfrm>
            <a:off x="1016000" y="35560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MISO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1452852-B774-40A3-8698-9EC20E3E0C04}"/>
              </a:ext>
            </a:extLst>
          </p:cNvPr>
          <p:cNvSpPr/>
          <p:nvPr/>
        </p:nvSpPr>
        <p:spPr>
          <a:xfrm>
            <a:off x="3403600" y="36576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E228CA5-B3E4-4AB6-A142-3DE83261F96C}"/>
              </a:ext>
            </a:extLst>
          </p:cNvPr>
          <p:cNvSpPr txBox="1"/>
          <p:nvPr/>
        </p:nvSpPr>
        <p:spPr>
          <a:xfrm>
            <a:off x="1016000" y="39370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SCLK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7CECEBA2-31B3-4DD3-B6E9-3CED21E8900B}"/>
              </a:ext>
            </a:extLst>
          </p:cNvPr>
          <p:cNvSpPr/>
          <p:nvPr/>
        </p:nvSpPr>
        <p:spPr>
          <a:xfrm>
            <a:off x="3403600" y="40386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4FAFC6E-4976-434E-87AF-1CA3E2B1D50F}"/>
              </a:ext>
            </a:extLst>
          </p:cNvPr>
          <p:cNvSpPr txBox="1"/>
          <p:nvPr/>
        </p:nvSpPr>
        <p:spPr>
          <a:xfrm>
            <a:off x="1016000" y="43180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CS1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C76A4FC7-E36D-466D-844B-076E0B683803}"/>
              </a:ext>
            </a:extLst>
          </p:cNvPr>
          <p:cNvSpPr/>
          <p:nvPr/>
        </p:nvSpPr>
        <p:spPr>
          <a:xfrm>
            <a:off x="3403600" y="4419600"/>
            <a:ext cx="101600" cy="1016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76A5489-D4AF-46A5-9512-C60ED68AFE93}"/>
              </a:ext>
            </a:extLst>
          </p:cNvPr>
          <p:cNvSpPr txBox="1"/>
          <p:nvPr/>
        </p:nvSpPr>
        <p:spPr>
          <a:xfrm>
            <a:off x="1016000" y="4699000"/>
            <a:ext cx="228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CS2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8C937410-F9A1-4724-8C3B-E47F2382B234}"/>
              </a:ext>
            </a:extLst>
          </p:cNvPr>
          <p:cNvSpPr/>
          <p:nvPr/>
        </p:nvSpPr>
        <p:spPr>
          <a:xfrm>
            <a:off x="3403600" y="4800600"/>
            <a:ext cx="101600" cy="1016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A0B2A5E6-DE63-42DA-B4F8-9E4F38DB77DC}"/>
              </a:ext>
            </a:extLst>
          </p:cNvPr>
          <p:cNvSpPr/>
          <p:nvPr/>
        </p:nvSpPr>
        <p:spPr>
          <a:xfrm>
            <a:off x="8890000" y="2159000"/>
            <a:ext cx="2540000" cy="1651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2976099-A974-4A30-8060-00A0DD85FB55}"/>
              </a:ext>
            </a:extLst>
          </p:cNvPr>
          <p:cNvSpPr txBox="1"/>
          <p:nvPr/>
        </p:nvSpPr>
        <p:spPr>
          <a:xfrm>
            <a:off x="8890000" y="2476500"/>
            <a:ext cx="2540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Slave 1
SD Card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5479AA1-3F5F-454A-99B3-0E61FDCCA1FE}"/>
              </a:ext>
            </a:extLst>
          </p:cNvPr>
          <p:cNvSpPr/>
          <p:nvPr/>
        </p:nvSpPr>
        <p:spPr>
          <a:xfrm>
            <a:off x="8890000" y="4191000"/>
            <a:ext cx="2540000" cy="16510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0EA7DAC8-50ED-4464-BEAE-4109A224A63B}"/>
              </a:ext>
            </a:extLst>
          </p:cNvPr>
          <p:cNvSpPr txBox="1"/>
          <p:nvPr/>
        </p:nvSpPr>
        <p:spPr>
          <a:xfrm>
            <a:off x="8890000" y="4508500"/>
            <a:ext cx="2540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Slave 2
TFT Display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0AD181D2-D4A4-4A83-8598-614C6012DED4}"/>
              </a:ext>
            </a:extLst>
          </p:cNvPr>
          <p:cNvSpPr/>
          <p:nvPr/>
        </p:nvSpPr>
        <p:spPr>
          <a:xfrm>
            <a:off x="3505200" y="3314700"/>
            <a:ext cx="23368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77FE30B9-2E15-4FA4-9841-0CEF83DDB689}"/>
              </a:ext>
            </a:extLst>
          </p:cNvPr>
          <p:cNvSpPr/>
          <p:nvPr/>
        </p:nvSpPr>
        <p:spPr>
          <a:xfrm>
            <a:off x="5842000" y="3314700"/>
            <a:ext cx="38100" cy="508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F902CE0A-05FB-4672-85A6-61B2D0CEE167}"/>
              </a:ext>
            </a:extLst>
          </p:cNvPr>
          <p:cNvSpPr/>
          <p:nvPr/>
        </p:nvSpPr>
        <p:spPr>
          <a:xfrm>
            <a:off x="5842000" y="2984500"/>
            <a:ext cx="30480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F234C7E1-FDDB-4AA9-9D30-A27E6FDC38CE}"/>
              </a:ext>
            </a:extLst>
          </p:cNvPr>
          <p:cNvSpPr/>
          <p:nvPr/>
        </p:nvSpPr>
        <p:spPr>
          <a:xfrm>
            <a:off x="5842000" y="5016500"/>
            <a:ext cx="30480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738E0E21-2C74-468E-B80B-F7D8D122F672}"/>
              </a:ext>
            </a:extLst>
          </p:cNvPr>
          <p:cNvSpPr/>
          <p:nvPr/>
        </p:nvSpPr>
        <p:spPr>
          <a:xfrm>
            <a:off x="3505200" y="3695700"/>
            <a:ext cx="22733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7822860E-FB14-43FB-8984-D2EEE08FA488}"/>
              </a:ext>
            </a:extLst>
          </p:cNvPr>
          <p:cNvSpPr/>
          <p:nvPr/>
        </p:nvSpPr>
        <p:spPr>
          <a:xfrm>
            <a:off x="5778500" y="3175000"/>
            <a:ext cx="38100" cy="20955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BA301D1F-B742-4008-8A2E-31E729E507B0}"/>
              </a:ext>
            </a:extLst>
          </p:cNvPr>
          <p:cNvSpPr/>
          <p:nvPr/>
        </p:nvSpPr>
        <p:spPr>
          <a:xfrm>
            <a:off x="5778500" y="3175000"/>
            <a:ext cx="31115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2B7E1180-7600-48ED-A151-43BA26FBA87B}"/>
              </a:ext>
            </a:extLst>
          </p:cNvPr>
          <p:cNvSpPr/>
          <p:nvPr/>
        </p:nvSpPr>
        <p:spPr>
          <a:xfrm>
            <a:off x="5778500" y="5207000"/>
            <a:ext cx="31115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AFFB5D66-F54E-4276-9787-A3CA19D63217}"/>
              </a:ext>
            </a:extLst>
          </p:cNvPr>
          <p:cNvSpPr/>
          <p:nvPr/>
        </p:nvSpPr>
        <p:spPr>
          <a:xfrm>
            <a:off x="3505200" y="4076700"/>
            <a:ext cx="24003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06B60DDC-BE46-4A01-BB34-8F116F6FA4DF}"/>
              </a:ext>
            </a:extLst>
          </p:cNvPr>
          <p:cNvSpPr/>
          <p:nvPr/>
        </p:nvSpPr>
        <p:spPr>
          <a:xfrm>
            <a:off x="5905500" y="2794000"/>
            <a:ext cx="38100" cy="2540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01B8546D-57E2-4B3A-9162-30BBC5B5B75E}"/>
              </a:ext>
            </a:extLst>
          </p:cNvPr>
          <p:cNvSpPr/>
          <p:nvPr/>
        </p:nvSpPr>
        <p:spPr>
          <a:xfrm>
            <a:off x="5905500" y="2794000"/>
            <a:ext cx="29845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55713664-17BB-48C7-B04F-2ABBCFFA6018}"/>
              </a:ext>
            </a:extLst>
          </p:cNvPr>
          <p:cNvSpPr/>
          <p:nvPr/>
        </p:nvSpPr>
        <p:spPr>
          <a:xfrm>
            <a:off x="5905500" y="5397500"/>
            <a:ext cx="29845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18C3C5A5-0FFE-49C5-82E1-1B5B4CDF26EE}"/>
              </a:ext>
            </a:extLst>
          </p:cNvPr>
          <p:cNvSpPr/>
          <p:nvPr/>
        </p:nvSpPr>
        <p:spPr>
          <a:xfrm>
            <a:off x="3505200" y="4457700"/>
            <a:ext cx="33528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C80A62B0-0CA1-4CFC-AA5F-172D7668CEBE}"/>
              </a:ext>
            </a:extLst>
          </p:cNvPr>
          <p:cNvSpPr/>
          <p:nvPr/>
        </p:nvSpPr>
        <p:spPr>
          <a:xfrm>
            <a:off x="6858000" y="2603500"/>
            <a:ext cx="38100" cy="18542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EB549E6A-8215-453E-BE1D-D08D14FF5397}"/>
              </a:ext>
            </a:extLst>
          </p:cNvPr>
          <p:cNvSpPr/>
          <p:nvPr/>
        </p:nvSpPr>
        <p:spPr>
          <a:xfrm>
            <a:off x="6858000" y="2603500"/>
            <a:ext cx="20320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EA868EBE-EFF8-4162-AF82-9543E6BA0F0C}"/>
              </a:ext>
            </a:extLst>
          </p:cNvPr>
          <p:cNvSpPr/>
          <p:nvPr/>
        </p:nvSpPr>
        <p:spPr>
          <a:xfrm>
            <a:off x="3505200" y="4838700"/>
            <a:ext cx="33528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3DD8EFF7-BD8F-4305-B37A-0C2FF365DF83}"/>
              </a:ext>
            </a:extLst>
          </p:cNvPr>
          <p:cNvSpPr/>
          <p:nvPr/>
        </p:nvSpPr>
        <p:spPr>
          <a:xfrm>
            <a:off x="6858000" y="4838700"/>
            <a:ext cx="38100" cy="7493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DAFC23F0-7E34-401B-9F0D-A9981DC73416}"/>
              </a:ext>
            </a:extLst>
          </p:cNvPr>
          <p:cNvSpPr/>
          <p:nvPr/>
        </p:nvSpPr>
        <p:spPr>
          <a:xfrm>
            <a:off x="6858000" y="5588000"/>
            <a:ext cx="20320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16AC6FF1-D07F-42A8-817F-4D698B7160BF}"/>
              </a:ext>
            </a:extLst>
          </p:cNvPr>
          <p:cNvSpPr txBox="1"/>
          <p:nvPr/>
        </p:nvSpPr>
        <p:spPr>
          <a:xfrm>
            <a:off x="508000" y="5842000"/>
            <a:ext cx="101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Legenda:</a:t>
            </a:r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9A94D7E0-3B4F-469E-A310-81881E877FFA}"/>
              </a:ext>
            </a:extLst>
          </p:cNvPr>
          <p:cNvSpPr/>
          <p:nvPr/>
        </p:nvSpPr>
        <p:spPr>
          <a:xfrm>
            <a:off x="1143000" y="5969000"/>
            <a:ext cx="254000" cy="508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03E472BF-7105-499F-8067-9D5D604AE130}"/>
              </a:ext>
            </a:extLst>
          </p:cNvPr>
          <p:cNvSpPr txBox="1"/>
          <p:nvPr/>
        </p:nvSpPr>
        <p:spPr>
          <a:xfrm>
            <a:off x="1498600" y="5842000"/>
            <a:ext cx="127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Consolas"/>
              </a:rPr>
              <a:t>MOSI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F61CBE51-B211-443C-8CDD-03D6C05750C3}"/>
              </a:ext>
            </a:extLst>
          </p:cNvPr>
          <p:cNvSpPr/>
          <p:nvPr/>
        </p:nvSpPr>
        <p:spPr>
          <a:xfrm>
            <a:off x="3175000" y="5969000"/>
            <a:ext cx="254000" cy="508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FC247F79-B8E8-4C3B-BAF2-2A3F38D1DA13}"/>
              </a:ext>
            </a:extLst>
          </p:cNvPr>
          <p:cNvSpPr txBox="1"/>
          <p:nvPr/>
        </p:nvSpPr>
        <p:spPr>
          <a:xfrm>
            <a:off x="3530600" y="5842000"/>
            <a:ext cx="127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Consolas"/>
              </a:rPr>
              <a:t>MISO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7F641E70-587E-4CEF-AFEE-09068D930349}"/>
              </a:ext>
            </a:extLst>
          </p:cNvPr>
          <p:cNvSpPr/>
          <p:nvPr/>
        </p:nvSpPr>
        <p:spPr>
          <a:xfrm>
            <a:off x="5207000" y="5969000"/>
            <a:ext cx="254000" cy="508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93B1149A-33C0-4EB2-BCD8-9063AE795E98}"/>
              </a:ext>
            </a:extLst>
          </p:cNvPr>
          <p:cNvSpPr txBox="1"/>
          <p:nvPr/>
        </p:nvSpPr>
        <p:spPr>
          <a:xfrm>
            <a:off x="5562600" y="5842000"/>
            <a:ext cx="127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Consolas"/>
              </a:rPr>
              <a:t>SCLK</a:t>
            </a: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B6A16804-2B20-4AA4-A28A-4D28EE5F2CED}"/>
              </a:ext>
            </a:extLst>
          </p:cNvPr>
          <p:cNvSpPr/>
          <p:nvPr/>
        </p:nvSpPr>
        <p:spPr>
          <a:xfrm>
            <a:off x="7239000" y="5969000"/>
            <a:ext cx="254000" cy="508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A15951FD-36B4-4797-B56A-3C2A79350C0B}"/>
              </a:ext>
            </a:extLst>
          </p:cNvPr>
          <p:cNvSpPr txBox="1"/>
          <p:nvPr/>
        </p:nvSpPr>
        <p:spPr>
          <a:xfrm>
            <a:off x="7594600" y="5842000"/>
            <a:ext cx="127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Consolas"/>
              </a:rPr>
              <a:t>CS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49177D06-CF18-4BC5-82B3-DBD4D661B722}"/>
              </a:ext>
            </a:extLst>
          </p:cNvPr>
          <p:cNvSpPr txBox="1"/>
          <p:nvPr/>
        </p:nvSpPr>
        <p:spPr>
          <a:xfrm>
            <a:off x="508000" y="63500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i="1">
                <a:solidFill>
                  <a:srgbClr val="4A5568"/>
                </a:solidFill>
                <a:latin typeface="Inter"/>
              </a:rPr>
              <a:t>Para N slaves: 3 fios compartilhados + N pinos CS  →  precisa 3+N GPIOs</a:t>
            </a:r>
          </a:p>
        </p:txBody>
      </p:sp>
    </p:spTree>
    <p:extLst>
      <p:ext uri="{BB962C8B-B14F-4D97-AF65-F5344CB8AC3E}">
        <p14:creationId xmlns:p14="http://schemas.microsoft.com/office/powerpoint/2010/main" val="788042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717418E-1E81-4DF2-8FCC-4B4BA2896312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D9AC356-0317-45B5-BFE9-09DDAF7511DD}"/>
              </a:ext>
            </a:extLst>
          </p:cNvPr>
          <p:cNvSpPr txBox="1"/>
          <p:nvPr/>
        </p:nvSpPr>
        <p:spPr>
          <a:xfrm>
            <a:off x="508000" y="317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Frame SPI — sinais no tempo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918CB93-B808-4211-9ED6-0BB3ECD2BCAD}"/>
              </a:ext>
            </a:extLst>
          </p:cNvPr>
          <p:cNvSpPr txBox="1"/>
          <p:nvPr/>
        </p:nvSpPr>
        <p:spPr>
          <a:xfrm>
            <a:off x="508000" y="8890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CS abaixa → SCLK pulsa → MOSI envia bits → MISO retorna bits → CS sobe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7A9B2AD-1639-491D-909E-460397654A9D}"/>
              </a:ext>
            </a:extLst>
          </p:cNvPr>
          <p:cNvSpPr/>
          <p:nvPr/>
        </p:nvSpPr>
        <p:spPr>
          <a:xfrm>
            <a:off x="1397000" y="1524000"/>
            <a:ext cx="10160000" cy="44450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26774F1-0CA9-4E81-8DEE-32E5FFDC9A61}"/>
              </a:ext>
            </a:extLst>
          </p:cNvPr>
          <p:cNvSpPr txBox="1"/>
          <p:nvPr/>
        </p:nvSpPr>
        <p:spPr>
          <a:xfrm>
            <a:off x="508000" y="2006600"/>
            <a:ext cx="88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FFD93D"/>
                </a:solidFill>
                <a:latin typeface="Consolas"/>
              </a:rPr>
              <a:t>CS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D4D09BB-6C3E-426E-A3A7-F85E8D4D681E}"/>
              </a:ext>
            </a:extLst>
          </p:cNvPr>
          <p:cNvSpPr txBox="1"/>
          <p:nvPr/>
        </p:nvSpPr>
        <p:spPr>
          <a:xfrm>
            <a:off x="508000" y="2959100"/>
            <a:ext cx="88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SCLK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5906344-442F-41AD-A543-B80DC115E9A3}"/>
              </a:ext>
            </a:extLst>
          </p:cNvPr>
          <p:cNvSpPr txBox="1"/>
          <p:nvPr/>
        </p:nvSpPr>
        <p:spPr>
          <a:xfrm>
            <a:off x="508000" y="3911600"/>
            <a:ext cx="88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7671FA9-27C1-4C69-9B3F-5DF9AD2CD0A0}"/>
              </a:ext>
            </a:extLst>
          </p:cNvPr>
          <p:cNvSpPr txBox="1"/>
          <p:nvPr/>
        </p:nvSpPr>
        <p:spPr>
          <a:xfrm>
            <a:off x="508000" y="4864100"/>
            <a:ext cx="88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9F7AEA"/>
                </a:solidFill>
                <a:latin typeface="Consolas"/>
              </a:rPr>
              <a:t>MISO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F8561FA-995C-437F-A69E-FC630B975855}"/>
              </a:ext>
            </a:extLst>
          </p:cNvPr>
          <p:cNvSpPr/>
          <p:nvPr/>
        </p:nvSpPr>
        <p:spPr>
          <a:xfrm>
            <a:off x="1651000" y="1841500"/>
            <a:ext cx="6350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B567C62-61F0-4495-BD30-4F1356BEF910}"/>
              </a:ext>
            </a:extLst>
          </p:cNvPr>
          <p:cNvSpPr/>
          <p:nvPr/>
        </p:nvSpPr>
        <p:spPr>
          <a:xfrm>
            <a:off x="2286000" y="1866900"/>
            <a:ext cx="38100" cy="381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9FBE356-0A51-4598-9263-0256F3A74029}"/>
              </a:ext>
            </a:extLst>
          </p:cNvPr>
          <p:cNvSpPr/>
          <p:nvPr/>
        </p:nvSpPr>
        <p:spPr>
          <a:xfrm>
            <a:off x="2286000" y="2222500"/>
            <a:ext cx="83820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759079E-0BC9-4659-A7B3-585B637BA748}"/>
              </a:ext>
            </a:extLst>
          </p:cNvPr>
          <p:cNvSpPr/>
          <p:nvPr/>
        </p:nvSpPr>
        <p:spPr>
          <a:xfrm>
            <a:off x="10668000" y="1866900"/>
            <a:ext cx="38100" cy="381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D1A5759-1C86-44D6-9500-801DB4B7DA80}"/>
              </a:ext>
            </a:extLst>
          </p:cNvPr>
          <p:cNvSpPr/>
          <p:nvPr/>
        </p:nvSpPr>
        <p:spPr>
          <a:xfrm>
            <a:off x="10668000" y="1841500"/>
            <a:ext cx="635000" cy="381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5870ABA9-7F4A-41C4-8FDF-0D0D3F2FA1EC}"/>
              </a:ext>
            </a:extLst>
          </p:cNvPr>
          <p:cNvSpPr/>
          <p:nvPr/>
        </p:nvSpPr>
        <p:spPr>
          <a:xfrm>
            <a:off x="1651000" y="2794000"/>
            <a:ext cx="889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99ADEE88-CEE9-4905-9B9E-0B1B3788903F}"/>
              </a:ext>
            </a:extLst>
          </p:cNvPr>
          <p:cNvSpPr/>
          <p:nvPr/>
        </p:nvSpPr>
        <p:spPr>
          <a:xfrm>
            <a:off x="1651000" y="3175000"/>
            <a:ext cx="889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F576A88-B443-4BF2-9F12-24281E5B6B83}"/>
              </a:ext>
            </a:extLst>
          </p:cNvPr>
          <p:cNvSpPr/>
          <p:nvPr/>
        </p:nvSpPr>
        <p:spPr>
          <a:xfrm>
            <a:off x="254000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CD349741-30D5-45D5-A20D-2F0DD20D0CDC}"/>
              </a:ext>
            </a:extLst>
          </p:cNvPr>
          <p:cNvSpPr/>
          <p:nvPr/>
        </p:nvSpPr>
        <p:spPr>
          <a:xfrm>
            <a:off x="254000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380B328-4BA9-43AC-B4A3-36DA3809EEC7}"/>
              </a:ext>
            </a:extLst>
          </p:cNvPr>
          <p:cNvSpPr/>
          <p:nvPr/>
        </p:nvSpPr>
        <p:spPr>
          <a:xfrm>
            <a:off x="303212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D2271694-BE59-46DC-BDAF-C9377F7E4FF7}"/>
              </a:ext>
            </a:extLst>
          </p:cNvPr>
          <p:cNvSpPr/>
          <p:nvPr/>
        </p:nvSpPr>
        <p:spPr>
          <a:xfrm>
            <a:off x="303212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785A2F9A-F049-4360-8D14-11178D9C3F7A}"/>
              </a:ext>
            </a:extLst>
          </p:cNvPr>
          <p:cNvSpPr/>
          <p:nvPr/>
        </p:nvSpPr>
        <p:spPr>
          <a:xfrm>
            <a:off x="352425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14CEBEC5-4C1B-4AA0-B6B9-964F3A7CAC7E}"/>
              </a:ext>
            </a:extLst>
          </p:cNvPr>
          <p:cNvSpPr/>
          <p:nvPr/>
        </p:nvSpPr>
        <p:spPr>
          <a:xfrm>
            <a:off x="352425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83465AE9-0F14-4672-95F2-A678CD510F21}"/>
              </a:ext>
            </a:extLst>
          </p:cNvPr>
          <p:cNvSpPr/>
          <p:nvPr/>
        </p:nvSpPr>
        <p:spPr>
          <a:xfrm>
            <a:off x="401637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35E6A554-0038-424A-B814-708F328717F1}"/>
              </a:ext>
            </a:extLst>
          </p:cNvPr>
          <p:cNvSpPr/>
          <p:nvPr/>
        </p:nvSpPr>
        <p:spPr>
          <a:xfrm>
            <a:off x="401637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92A86ACA-DF72-473A-94D3-E7C8A3447248}"/>
              </a:ext>
            </a:extLst>
          </p:cNvPr>
          <p:cNvSpPr/>
          <p:nvPr/>
        </p:nvSpPr>
        <p:spPr>
          <a:xfrm>
            <a:off x="450850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A657C7EF-AD8F-42EE-9F4A-84D498A22945}"/>
              </a:ext>
            </a:extLst>
          </p:cNvPr>
          <p:cNvSpPr/>
          <p:nvPr/>
        </p:nvSpPr>
        <p:spPr>
          <a:xfrm>
            <a:off x="450850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66932F6F-5A5A-44A9-BDB9-B8D7F924BD63}"/>
              </a:ext>
            </a:extLst>
          </p:cNvPr>
          <p:cNvSpPr/>
          <p:nvPr/>
        </p:nvSpPr>
        <p:spPr>
          <a:xfrm>
            <a:off x="500062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34685C6A-34A9-4D68-9298-D8D500D6E6A8}"/>
              </a:ext>
            </a:extLst>
          </p:cNvPr>
          <p:cNvSpPr/>
          <p:nvPr/>
        </p:nvSpPr>
        <p:spPr>
          <a:xfrm>
            <a:off x="500062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04194B07-DF72-4771-969C-F70BB65B34C4}"/>
              </a:ext>
            </a:extLst>
          </p:cNvPr>
          <p:cNvSpPr/>
          <p:nvPr/>
        </p:nvSpPr>
        <p:spPr>
          <a:xfrm>
            <a:off x="549275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93576CB4-0994-452D-BE55-FA030DC8A19A}"/>
              </a:ext>
            </a:extLst>
          </p:cNvPr>
          <p:cNvSpPr/>
          <p:nvPr/>
        </p:nvSpPr>
        <p:spPr>
          <a:xfrm>
            <a:off x="549275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0C1EE6ED-4C3D-4B37-A5F2-831CAA4A43AC}"/>
              </a:ext>
            </a:extLst>
          </p:cNvPr>
          <p:cNvSpPr/>
          <p:nvPr/>
        </p:nvSpPr>
        <p:spPr>
          <a:xfrm>
            <a:off x="598487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02AB3741-9136-4FEF-B52B-69DDE564AF60}"/>
              </a:ext>
            </a:extLst>
          </p:cNvPr>
          <p:cNvSpPr/>
          <p:nvPr/>
        </p:nvSpPr>
        <p:spPr>
          <a:xfrm>
            <a:off x="598487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E889A8BE-8914-4A93-9F8C-807E6DF5939A}"/>
              </a:ext>
            </a:extLst>
          </p:cNvPr>
          <p:cNvSpPr/>
          <p:nvPr/>
        </p:nvSpPr>
        <p:spPr>
          <a:xfrm>
            <a:off x="647700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4490CB41-6A41-4F47-BE53-63E7C8B40800}"/>
              </a:ext>
            </a:extLst>
          </p:cNvPr>
          <p:cNvSpPr/>
          <p:nvPr/>
        </p:nvSpPr>
        <p:spPr>
          <a:xfrm>
            <a:off x="647700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F2132BED-1F7A-421A-A94D-45BF30F2B5BA}"/>
              </a:ext>
            </a:extLst>
          </p:cNvPr>
          <p:cNvSpPr/>
          <p:nvPr/>
        </p:nvSpPr>
        <p:spPr>
          <a:xfrm>
            <a:off x="696912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54FC2CAC-8999-412B-A314-8873F77110D5}"/>
              </a:ext>
            </a:extLst>
          </p:cNvPr>
          <p:cNvSpPr/>
          <p:nvPr/>
        </p:nvSpPr>
        <p:spPr>
          <a:xfrm>
            <a:off x="696912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C087602A-199D-4767-BFB5-8DA50FA13830}"/>
              </a:ext>
            </a:extLst>
          </p:cNvPr>
          <p:cNvSpPr/>
          <p:nvPr/>
        </p:nvSpPr>
        <p:spPr>
          <a:xfrm>
            <a:off x="746125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ADD38821-5D64-4A2E-A76B-4745B4820B80}"/>
              </a:ext>
            </a:extLst>
          </p:cNvPr>
          <p:cNvSpPr/>
          <p:nvPr/>
        </p:nvSpPr>
        <p:spPr>
          <a:xfrm>
            <a:off x="746125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0B47F07F-7103-4F9C-884D-C5E9C03616A0}"/>
              </a:ext>
            </a:extLst>
          </p:cNvPr>
          <p:cNvSpPr/>
          <p:nvPr/>
        </p:nvSpPr>
        <p:spPr>
          <a:xfrm>
            <a:off x="795337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BBAD06E4-3278-4180-8078-0B2DE6FA2000}"/>
              </a:ext>
            </a:extLst>
          </p:cNvPr>
          <p:cNvSpPr/>
          <p:nvPr/>
        </p:nvSpPr>
        <p:spPr>
          <a:xfrm>
            <a:off x="795337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BC17A067-9D3E-497B-8200-FEBB07A1D4C1}"/>
              </a:ext>
            </a:extLst>
          </p:cNvPr>
          <p:cNvSpPr/>
          <p:nvPr/>
        </p:nvSpPr>
        <p:spPr>
          <a:xfrm>
            <a:off x="844550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BA29EED0-304C-47F8-8733-F2C1EA65D72D}"/>
              </a:ext>
            </a:extLst>
          </p:cNvPr>
          <p:cNvSpPr/>
          <p:nvPr/>
        </p:nvSpPr>
        <p:spPr>
          <a:xfrm>
            <a:off x="844550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F947419E-4ABB-4E66-8860-BEBE9800EA5B}"/>
              </a:ext>
            </a:extLst>
          </p:cNvPr>
          <p:cNvSpPr/>
          <p:nvPr/>
        </p:nvSpPr>
        <p:spPr>
          <a:xfrm>
            <a:off x="893762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7B1B3610-1809-4F03-8AAC-DE5CF1F949BA}"/>
              </a:ext>
            </a:extLst>
          </p:cNvPr>
          <p:cNvSpPr/>
          <p:nvPr/>
        </p:nvSpPr>
        <p:spPr>
          <a:xfrm>
            <a:off x="893762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1E4FC69B-11EB-468E-AC1B-8D307F8F727E}"/>
              </a:ext>
            </a:extLst>
          </p:cNvPr>
          <p:cNvSpPr/>
          <p:nvPr/>
        </p:nvSpPr>
        <p:spPr>
          <a:xfrm>
            <a:off x="9429750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9893091B-4111-48A6-90B3-688338FAD8A7}"/>
              </a:ext>
            </a:extLst>
          </p:cNvPr>
          <p:cNvSpPr/>
          <p:nvPr/>
        </p:nvSpPr>
        <p:spPr>
          <a:xfrm>
            <a:off x="9429750" y="2794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DF9E5796-328E-493C-B6BB-6AD9483E0626}"/>
              </a:ext>
            </a:extLst>
          </p:cNvPr>
          <p:cNvSpPr/>
          <p:nvPr/>
        </p:nvSpPr>
        <p:spPr>
          <a:xfrm>
            <a:off x="9921875" y="2819400"/>
            <a:ext cx="381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26D37F7A-89A5-42A8-AE9D-913665838702}"/>
              </a:ext>
            </a:extLst>
          </p:cNvPr>
          <p:cNvSpPr/>
          <p:nvPr/>
        </p:nvSpPr>
        <p:spPr>
          <a:xfrm>
            <a:off x="9921875" y="3175000"/>
            <a:ext cx="492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581140E2-7A56-4448-B2CB-6B158CC0A751}"/>
              </a:ext>
            </a:extLst>
          </p:cNvPr>
          <p:cNvSpPr/>
          <p:nvPr/>
        </p:nvSpPr>
        <p:spPr>
          <a:xfrm>
            <a:off x="10414000" y="3175000"/>
            <a:ext cx="889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5942BD38-2FE2-4AEA-8ACC-73B4F9D42D87}"/>
              </a:ext>
            </a:extLst>
          </p:cNvPr>
          <p:cNvSpPr/>
          <p:nvPr/>
        </p:nvSpPr>
        <p:spPr>
          <a:xfrm>
            <a:off x="1651000" y="3746500"/>
            <a:ext cx="7620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AF84372B-24CB-48DB-84A5-089B1EB765F4}"/>
              </a:ext>
            </a:extLst>
          </p:cNvPr>
          <p:cNvSpPr/>
          <p:nvPr/>
        </p:nvSpPr>
        <p:spPr>
          <a:xfrm>
            <a:off x="2540000" y="3746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19E29B29-13D5-499A-A02D-0E65586DE776}"/>
              </a:ext>
            </a:extLst>
          </p:cNvPr>
          <p:cNvSpPr/>
          <p:nvPr/>
        </p:nvSpPr>
        <p:spPr>
          <a:xfrm>
            <a:off x="3524250" y="3771900"/>
            <a:ext cx="381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1084D805-28E7-4FB1-96F3-AD9709DFA34A}"/>
              </a:ext>
            </a:extLst>
          </p:cNvPr>
          <p:cNvSpPr/>
          <p:nvPr/>
        </p:nvSpPr>
        <p:spPr>
          <a:xfrm>
            <a:off x="3524250" y="4127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DC0994CB-17FB-4098-8851-B0EAE4BC84A3}"/>
              </a:ext>
            </a:extLst>
          </p:cNvPr>
          <p:cNvSpPr/>
          <p:nvPr/>
        </p:nvSpPr>
        <p:spPr>
          <a:xfrm>
            <a:off x="4508500" y="3771900"/>
            <a:ext cx="381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26E542DF-DD9E-4307-B731-9347E000703D}"/>
              </a:ext>
            </a:extLst>
          </p:cNvPr>
          <p:cNvSpPr/>
          <p:nvPr/>
        </p:nvSpPr>
        <p:spPr>
          <a:xfrm>
            <a:off x="4508500" y="3746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59E20EE3-7602-4C2A-BFD8-F09860B0221A}"/>
              </a:ext>
            </a:extLst>
          </p:cNvPr>
          <p:cNvSpPr/>
          <p:nvPr/>
        </p:nvSpPr>
        <p:spPr>
          <a:xfrm>
            <a:off x="5492750" y="3771900"/>
            <a:ext cx="381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D599E6EB-7B6A-49E1-928B-9E5616FDCB7A}"/>
              </a:ext>
            </a:extLst>
          </p:cNvPr>
          <p:cNvSpPr/>
          <p:nvPr/>
        </p:nvSpPr>
        <p:spPr>
          <a:xfrm>
            <a:off x="5492750" y="4127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CFB47746-EFCB-4642-AF46-05699BA07906}"/>
              </a:ext>
            </a:extLst>
          </p:cNvPr>
          <p:cNvSpPr/>
          <p:nvPr/>
        </p:nvSpPr>
        <p:spPr>
          <a:xfrm>
            <a:off x="6477000" y="4127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FD4C31A1-EA1E-42DA-99E3-8E447CDD7818}"/>
              </a:ext>
            </a:extLst>
          </p:cNvPr>
          <p:cNvSpPr/>
          <p:nvPr/>
        </p:nvSpPr>
        <p:spPr>
          <a:xfrm>
            <a:off x="7461250" y="4127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C35315D1-B3CD-4256-B3A4-50584B6BC8CE}"/>
              </a:ext>
            </a:extLst>
          </p:cNvPr>
          <p:cNvSpPr/>
          <p:nvPr/>
        </p:nvSpPr>
        <p:spPr>
          <a:xfrm>
            <a:off x="8445500" y="3771900"/>
            <a:ext cx="381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76601BE1-480B-41A9-9B7E-D2F420F31131}"/>
              </a:ext>
            </a:extLst>
          </p:cNvPr>
          <p:cNvSpPr/>
          <p:nvPr/>
        </p:nvSpPr>
        <p:spPr>
          <a:xfrm>
            <a:off x="8445500" y="3746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E1E76CC7-4A9A-4737-B4C6-88C5FE0D0D96}"/>
              </a:ext>
            </a:extLst>
          </p:cNvPr>
          <p:cNvSpPr/>
          <p:nvPr/>
        </p:nvSpPr>
        <p:spPr>
          <a:xfrm>
            <a:off x="9429750" y="3746500"/>
            <a:ext cx="98425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6B67CCC3-3B70-48DF-A58A-FCA986817CED}"/>
              </a:ext>
            </a:extLst>
          </p:cNvPr>
          <p:cNvSpPr/>
          <p:nvPr/>
        </p:nvSpPr>
        <p:spPr>
          <a:xfrm>
            <a:off x="10414000" y="3746500"/>
            <a:ext cx="8890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619A6FAD-0668-4443-AF4B-57BC7D1268FB}"/>
              </a:ext>
            </a:extLst>
          </p:cNvPr>
          <p:cNvSpPr/>
          <p:nvPr/>
        </p:nvSpPr>
        <p:spPr>
          <a:xfrm>
            <a:off x="1651000" y="5080000"/>
            <a:ext cx="762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F546CA61-DBE3-4B7B-9B94-2E047F43CC1C}"/>
              </a:ext>
            </a:extLst>
          </p:cNvPr>
          <p:cNvSpPr/>
          <p:nvPr/>
        </p:nvSpPr>
        <p:spPr>
          <a:xfrm>
            <a:off x="2540000" y="5080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475EC0FE-C6C8-4B87-B62D-FF36EDD18A8A}"/>
              </a:ext>
            </a:extLst>
          </p:cNvPr>
          <p:cNvSpPr/>
          <p:nvPr/>
        </p:nvSpPr>
        <p:spPr>
          <a:xfrm>
            <a:off x="3524250" y="4724400"/>
            <a:ext cx="38100" cy="381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CA966015-C8EE-492D-92B6-301061FC4BA1}"/>
              </a:ext>
            </a:extLst>
          </p:cNvPr>
          <p:cNvSpPr/>
          <p:nvPr/>
        </p:nvSpPr>
        <p:spPr>
          <a:xfrm>
            <a:off x="3524250" y="4699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D37797A0-9C47-4AC0-AF9A-F521981FAD17}"/>
              </a:ext>
            </a:extLst>
          </p:cNvPr>
          <p:cNvSpPr/>
          <p:nvPr/>
        </p:nvSpPr>
        <p:spPr>
          <a:xfrm>
            <a:off x="4508500" y="4724400"/>
            <a:ext cx="38100" cy="381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FDF66513-1034-444F-9B91-D0F7C349CAE6}"/>
              </a:ext>
            </a:extLst>
          </p:cNvPr>
          <p:cNvSpPr/>
          <p:nvPr/>
        </p:nvSpPr>
        <p:spPr>
          <a:xfrm>
            <a:off x="4508500" y="5080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F8649E4C-C1D2-4439-922D-6AC7C846BA40}"/>
              </a:ext>
            </a:extLst>
          </p:cNvPr>
          <p:cNvSpPr/>
          <p:nvPr/>
        </p:nvSpPr>
        <p:spPr>
          <a:xfrm>
            <a:off x="5492750" y="4724400"/>
            <a:ext cx="38100" cy="381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FABDB258-D205-4CCF-A8A9-BD3FBBF7F228}"/>
              </a:ext>
            </a:extLst>
          </p:cNvPr>
          <p:cNvSpPr/>
          <p:nvPr/>
        </p:nvSpPr>
        <p:spPr>
          <a:xfrm>
            <a:off x="5492750" y="4699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7F3BF941-75D7-4435-8387-E09759DAFD41}"/>
              </a:ext>
            </a:extLst>
          </p:cNvPr>
          <p:cNvSpPr/>
          <p:nvPr/>
        </p:nvSpPr>
        <p:spPr>
          <a:xfrm>
            <a:off x="6477000" y="4699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40A2C164-B285-4FA8-AA79-6A1C9F949A3E}"/>
              </a:ext>
            </a:extLst>
          </p:cNvPr>
          <p:cNvSpPr/>
          <p:nvPr/>
        </p:nvSpPr>
        <p:spPr>
          <a:xfrm>
            <a:off x="7461250" y="4699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2AF34F6B-90E6-4912-BB1F-0253BBC62D00}"/>
              </a:ext>
            </a:extLst>
          </p:cNvPr>
          <p:cNvSpPr/>
          <p:nvPr/>
        </p:nvSpPr>
        <p:spPr>
          <a:xfrm>
            <a:off x="8445500" y="4724400"/>
            <a:ext cx="38100" cy="381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9A607D52-B9E0-48DB-84F5-636D3C92FBEC}"/>
              </a:ext>
            </a:extLst>
          </p:cNvPr>
          <p:cNvSpPr/>
          <p:nvPr/>
        </p:nvSpPr>
        <p:spPr>
          <a:xfrm>
            <a:off x="8445500" y="5080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F1D471CC-CD32-4D2D-9F45-B67F3FC41C3B}"/>
              </a:ext>
            </a:extLst>
          </p:cNvPr>
          <p:cNvSpPr/>
          <p:nvPr/>
        </p:nvSpPr>
        <p:spPr>
          <a:xfrm>
            <a:off x="9429750" y="5080000"/>
            <a:ext cx="98425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A66EDCD4-C972-45AC-9616-3040E64526AA}"/>
              </a:ext>
            </a:extLst>
          </p:cNvPr>
          <p:cNvSpPr/>
          <p:nvPr/>
        </p:nvSpPr>
        <p:spPr>
          <a:xfrm>
            <a:off x="10414000" y="5080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CaixaDeTexto 77">
            <a:extLst>
              <a:ext uri="{FF2B5EF4-FFF2-40B4-BE49-F238E27FC236}">
                <a16:creationId xmlns:a16="http://schemas.microsoft.com/office/drawing/2014/main" id="{8D2725F7-B282-46F0-98BB-0C72810D7D7A}"/>
              </a:ext>
            </a:extLst>
          </p:cNvPr>
          <p:cNvSpPr txBox="1"/>
          <p:nvPr/>
        </p:nvSpPr>
        <p:spPr>
          <a:xfrm>
            <a:off x="290512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b7</a:t>
            </a:r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5E1CD215-BFBE-4B01-9134-F7FC988B5FDB}"/>
              </a:ext>
            </a:extLst>
          </p:cNvPr>
          <p:cNvSpPr txBox="1"/>
          <p:nvPr/>
        </p:nvSpPr>
        <p:spPr>
          <a:xfrm>
            <a:off x="388937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b6</a:t>
            </a:r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52CE6AD5-61B0-46F8-B6A0-C07BCCC8409E}"/>
              </a:ext>
            </a:extLst>
          </p:cNvPr>
          <p:cNvSpPr txBox="1"/>
          <p:nvPr/>
        </p:nvSpPr>
        <p:spPr>
          <a:xfrm>
            <a:off x="487362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b5</a:t>
            </a: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1D919A4B-6198-498A-9FB2-0140BF78568C}"/>
              </a:ext>
            </a:extLst>
          </p:cNvPr>
          <p:cNvSpPr txBox="1"/>
          <p:nvPr/>
        </p:nvSpPr>
        <p:spPr>
          <a:xfrm>
            <a:off x="585787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b4</a:t>
            </a:r>
          </a:p>
        </p:txBody>
      </p: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70AC630A-9406-4E36-AD73-8925721278E1}"/>
              </a:ext>
            </a:extLst>
          </p:cNvPr>
          <p:cNvSpPr txBox="1"/>
          <p:nvPr/>
        </p:nvSpPr>
        <p:spPr>
          <a:xfrm>
            <a:off x="684212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b3</a:t>
            </a:r>
          </a:p>
        </p:txBody>
      </p:sp>
      <p:sp>
        <p:nvSpPr>
          <p:cNvPr id="83" name="CaixaDeTexto 82">
            <a:extLst>
              <a:ext uri="{FF2B5EF4-FFF2-40B4-BE49-F238E27FC236}">
                <a16:creationId xmlns:a16="http://schemas.microsoft.com/office/drawing/2014/main" id="{4C168146-85D3-454F-B77D-63F2EE26E615}"/>
              </a:ext>
            </a:extLst>
          </p:cNvPr>
          <p:cNvSpPr txBox="1"/>
          <p:nvPr/>
        </p:nvSpPr>
        <p:spPr>
          <a:xfrm>
            <a:off x="782637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b2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78DFF75F-E36B-4047-B11D-40D61E6F7A47}"/>
              </a:ext>
            </a:extLst>
          </p:cNvPr>
          <p:cNvSpPr txBox="1"/>
          <p:nvPr/>
        </p:nvSpPr>
        <p:spPr>
          <a:xfrm>
            <a:off x="881062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b1</a:t>
            </a:r>
          </a:p>
        </p:txBody>
      </p:sp>
      <p:sp>
        <p:nvSpPr>
          <p:cNvPr id="85" name="CaixaDeTexto 84">
            <a:extLst>
              <a:ext uri="{FF2B5EF4-FFF2-40B4-BE49-F238E27FC236}">
                <a16:creationId xmlns:a16="http://schemas.microsoft.com/office/drawing/2014/main" id="{EDCE8DFD-E90F-47CB-887D-44426216BEA0}"/>
              </a:ext>
            </a:extLst>
          </p:cNvPr>
          <p:cNvSpPr txBox="1"/>
          <p:nvPr/>
        </p:nvSpPr>
        <p:spPr>
          <a:xfrm>
            <a:off x="9794875" y="15875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A5568"/>
                </a:solidFill>
                <a:latin typeface="Consolas"/>
              </a:rPr>
              <a:t>b0</a:t>
            </a:r>
          </a:p>
        </p:txBody>
      </p:sp>
      <p:sp>
        <p:nvSpPr>
          <p:cNvPr id="86" name="CaixaDeTexto 85">
            <a:extLst>
              <a:ext uri="{FF2B5EF4-FFF2-40B4-BE49-F238E27FC236}">
                <a16:creationId xmlns:a16="http://schemas.microsoft.com/office/drawing/2014/main" id="{DF327079-779B-424C-82F0-3FF8C1F6D1AE}"/>
              </a:ext>
            </a:extLst>
          </p:cNvPr>
          <p:cNvSpPr txBox="1"/>
          <p:nvPr/>
        </p:nvSpPr>
        <p:spPr>
          <a:xfrm>
            <a:off x="1905000" y="58420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B7791F"/>
                </a:solidFill>
                <a:latin typeface="Inter"/>
              </a:rPr>
              <a:t>CS↓ início</a:t>
            </a:r>
          </a:p>
        </p:txBody>
      </p:sp>
      <p:sp>
        <p:nvSpPr>
          <p:cNvPr id="87" name="CaixaDeTexto 86">
            <a:extLst>
              <a:ext uri="{FF2B5EF4-FFF2-40B4-BE49-F238E27FC236}">
                <a16:creationId xmlns:a16="http://schemas.microsoft.com/office/drawing/2014/main" id="{5D710810-F2F2-4AB3-ABEA-155EC0A54816}"/>
              </a:ext>
            </a:extLst>
          </p:cNvPr>
          <p:cNvSpPr txBox="1"/>
          <p:nvPr/>
        </p:nvSpPr>
        <p:spPr>
          <a:xfrm>
            <a:off x="10350500" y="58420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B7791F"/>
                </a:solidFill>
                <a:latin typeface="Inter"/>
              </a:rPr>
              <a:t>CS↑ fim</a:t>
            </a:r>
          </a:p>
        </p:txBody>
      </p:sp>
      <p:sp>
        <p:nvSpPr>
          <p:cNvPr id="88" name="CaixaDeTexto 87">
            <a:extLst>
              <a:ext uri="{FF2B5EF4-FFF2-40B4-BE49-F238E27FC236}">
                <a16:creationId xmlns:a16="http://schemas.microsoft.com/office/drawing/2014/main" id="{1617D3B2-D439-4E3B-ABDF-D19FC1D78ADE}"/>
              </a:ext>
            </a:extLst>
          </p:cNvPr>
          <p:cNvSpPr txBox="1"/>
          <p:nvPr/>
        </p:nvSpPr>
        <p:spPr>
          <a:xfrm>
            <a:off x="508000" y="62230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2D3748"/>
                </a:solidFill>
                <a:latin typeface="Inter"/>
              </a:rPr>
              <a:t>Cada pulso de SCLK = 1 bit trocado. Full-duplex: MOSI e MISO acontecem ao mesmo tempo.</a:t>
            </a:r>
          </a:p>
        </p:txBody>
      </p:sp>
    </p:spTree>
    <p:extLst>
      <p:ext uri="{BB962C8B-B14F-4D97-AF65-F5344CB8AC3E}">
        <p14:creationId xmlns:p14="http://schemas.microsoft.com/office/powerpoint/2010/main" val="18207381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A4E95DA-5E55-466D-AD03-FD83EAF71C37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757D4F8-D304-4549-A7E8-7E8A59450D27}"/>
              </a:ext>
            </a:extLst>
          </p:cNvPr>
          <p:cNvSpPr txBox="1"/>
          <p:nvPr/>
        </p:nvSpPr>
        <p:spPr>
          <a:xfrm>
            <a:off x="508000" y="317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1A1A2E"/>
                </a:solidFill>
                <a:latin typeface="Inter"/>
              </a:rPr>
              <a:t>4 modos SPI — CPOL × CPHA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B1A1A05-FFA8-4E51-83DC-DE6D5550613D}"/>
              </a:ext>
            </a:extLst>
          </p:cNvPr>
          <p:cNvSpPr txBox="1"/>
          <p:nvPr/>
        </p:nvSpPr>
        <p:spPr>
          <a:xfrm>
            <a:off x="508000" y="8255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Inter"/>
              </a:rPr>
              <a:t>CPOL = clock idle (0=low, 1=high)   ·   CPHA = quando o dado é amostrado (0=primeira borda, 1=segunda)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975FC4F-E757-4E2E-9A6B-9E9B833584FA}"/>
              </a:ext>
            </a:extLst>
          </p:cNvPr>
          <p:cNvSpPr/>
          <p:nvPr/>
        </p:nvSpPr>
        <p:spPr>
          <a:xfrm>
            <a:off x="508000" y="1270000"/>
            <a:ext cx="5461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C142987-5DA7-47C5-9361-40BB0477A193}"/>
              </a:ext>
            </a:extLst>
          </p:cNvPr>
          <p:cNvSpPr/>
          <p:nvPr/>
        </p:nvSpPr>
        <p:spPr>
          <a:xfrm>
            <a:off x="508000" y="1270000"/>
            <a:ext cx="76200" cy="2476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9798DD7-D8BF-469B-B6A5-9DD7E939BCF5}"/>
              </a:ext>
            </a:extLst>
          </p:cNvPr>
          <p:cNvSpPr txBox="1"/>
          <p:nvPr/>
        </p:nvSpPr>
        <p:spPr>
          <a:xfrm>
            <a:off x="762000" y="13970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Modo 0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6231D61-3E97-4548-83F1-816FBF470D34}"/>
              </a:ext>
            </a:extLst>
          </p:cNvPr>
          <p:cNvSpPr txBox="1"/>
          <p:nvPr/>
        </p:nvSpPr>
        <p:spPr>
          <a:xfrm>
            <a:off x="2159000" y="1460500"/>
            <a:ext cx="355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Consolas"/>
              </a:rPr>
              <a:t>CPOL=0  CPHA=0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CE045EC-9D6A-4672-A296-D350B7515F85}"/>
              </a:ext>
            </a:extLst>
          </p:cNvPr>
          <p:cNvSpPr txBox="1"/>
          <p:nvPr/>
        </p:nvSpPr>
        <p:spPr>
          <a:xfrm>
            <a:off x="825500" y="20574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SCLK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3C9A7D6-960A-4501-B438-6D15F8090D04}"/>
              </a:ext>
            </a:extLst>
          </p:cNvPr>
          <p:cNvSpPr txBox="1"/>
          <p:nvPr/>
        </p:nvSpPr>
        <p:spPr>
          <a:xfrm>
            <a:off x="825500" y="27559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10B5409-CDD3-4D9B-8141-09B05F0A51C6}"/>
              </a:ext>
            </a:extLst>
          </p:cNvPr>
          <p:cNvSpPr/>
          <p:nvPr/>
        </p:nvSpPr>
        <p:spPr>
          <a:xfrm>
            <a:off x="1333500" y="2349500"/>
            <a:ext cx="127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AFB1412-A950-490A-BAF3-ACB371D3E49F}"/>
              </a:ext>
            </a:extLst>
          </p:cNvPr>
          <p:cNvSpPr/>
          <p:nvPr/>
        </p:nvSpPr>
        <p:spPr>
          <a:xfrm>
            <a:off x="1460500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7F3BCCD-FF22-4BF8-9E20-3C063E777596}"/>
              </a:ext>
            </a:extLst>
          </p:cNvPr>
          <p:cNvSpPr/>
          <p:nvPr/>
        </p:nvSpPr>
        <p:spPr>
          <a:xfrm>
            <a:off x="1460500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CA2DD489-A952-4675-8080-FD27F8F359AB}"/>
              </a:ext>
            </a:extLst>
          </p:cNvPr>
          <p:cNvSpPr/>
          <p:nvPr/>
        </p:nvSpPr>
        <p:spPr>
          <a:xfrm>
            <a:off x="1992312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A5D4A56F-6496-442A-95A5-F3C0F669125D}"/>
              </a:ext>
            </a:extLst>
          </p:cNvPr>
          <p:cNvSpPr/>
          <p:nvPr/>
        </p:nvSpPr>
        <p:spPr>
          <a:xfrm>
            <a:off x="1992312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3EC0359-CB0C-4BA9-B78F-677B3493CFB7}"/>
              </a:ext>
            </a:extLst>
          </p:cNvPr>
          <p:cNvSpPr/>
          <p:nvPr/>
        </p:nvSpPr>
        <p:spPr>
          <a:xfrm>
            <a:off x="2524125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271C2CC-AA2A-4D7C-8B28-4FC2587DD937}"/>
              </a:ext>
            </a:extLst>
          </p:cNvPr>
          <p:cNvSpPr/>
          <p:nvPr/>
        </p:nvSpPr>
        <p:spPr>
          <a:xfrm>
            <a:off x="2524125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4C80D4F8-52E0-492B-B6D4-ADBAF6106D71}"/>
              </a:ext>
            </a:extLst>
          </p:cNvPr>
          <p:cNvSpPr/>
          <p:nvPr/>
        </p:nvSpPr>
        <p:spPr>
          <a:xfrm>
            <a:off x="3055937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65637FA1-C80E-4CAC-918A-EFFF8A116118}"/>
              </a:ext>
            </a:extLst>
          </p:cNvPr>
          <p:cNvSpPr/>
          <p:nvPr/>
        </p:nvSpPr>
        <p:spPr>
          <a:xfrm>
            <a:off x="3055937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94BB4D0-62AF-41A0-BB77-107CE9D3E618}"/>
              </a:ext>
            </a:extLst>
          </p:cNvPr>
          <p:cNvSpPr/>
          <p:nvPr/>
        </p:nvSpPr>
        <p:spPr>
          <a:xfrm>
            <a:off x="3587750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FEBB4BE0-755B-4602-A75B-2224113B716C}"/>
              </a:ext>
            </a:extLst>
          </p:cNvPr>
          <p:cNvSpPr/>
          <p:nvPr/>
        </p:nvSpPr>
        <p:spPr>
          <a:xfrm>
            <a:off x="3587750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4B608F53-93DB-42CD-A8AB-B384FEB733A1}"/>
              </a:ext>
            </a:extLst>
          </p:cNvPr>
          <p:cNvSpPr/>
          <p:nvPr/>
        </p:nvSpPr>
        <p:spPr>
          <a:xfrm>
            <a:off x="4119562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E4C71DB5-714C-4015-9137-10C3D07F47A1}"/>
              </a:ext>
            </a:extLst>
          </p:cNvPr>
          <p:cNvSpPr/>
          <p:nvPr/>
        </p:nvSpPr>
        <p:spPr>
          <a:xfrm>
            <a:off x="4119562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6678A736-A010-4C31-8C28-9A961647F5B6}"/>
              </a:ext>
            </a:extLst>
          </p:cNvPr>
          <p:cNvSpPr/>
          <p:nvPr/>
        </p:nvSpPr>
        <p:spPr>
          <a:xfrm>
            <a:off x="4651375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0CD6D3EF-2B24-4188-BD3D-7616B6883786}"/>
              </a:ext>
            </a:extLst>
          </p:cNvPr>
          <p:cNvSpPr/>
          <p:nvPr/>
        </p:nvSpPr>
        <p:spPr>
          <a:xfrm>
            <a:off x="4651375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DAD5F4A5-9BED-475A-8423-378EB9E934B5}"/>
              </a:ext>
            </a:extLst>
          </p:cNvPr>
          <p:cNvSpPr/>
          <p:nvPr/>
        </p:nvSpPr>
        <p:spPr>
          <a:xfrm>
            <a:off x="5183187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845A644F-2D18-4BBC-8D4E-90291971DE24}"/>
              </a:ext>
            </a:extLst>
          </p:cNvPr>
          <p:cNvSpPr/>
          <p:nvPr/>
        </p:nvSpPr>
        <p:spPr>
          <a:xfrm>
            <a:off x="5183187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A5E0BF35-C75D-49CC-AACC-636CECD3ED75}"/>
              </a:ext>
            </a:extLst>
          </p:cNvPr>
          <p:cNvSpPr/>
          <p:nvPr/>
        </p:nvSpPr>
        <p:spPr>
          <a:xfrm>
            <a:off x="1333500" y="2667000"/>
            <a:ext cx="127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9975C181-7687-4428-AFAE-04E4275D7490}"/>
              </a:ext>
            </a:extLst>
          </p:cNvPr>
          <p:cNvSpPr/>
          <p:nvPr/>
        </p:nvSpPr>
        <p:spPr>
          <a:xfrm>
            <a:off x="1460500" y="2667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9A82954B-CDA4-41E7-A22D-F4F543CD5AC2}"/>
              </a:ext>
            </a:extLst>
          </p:cNvPr>
          <p:cNvSpPr/>
          <p:nvPr/>
        </p:nvSpPr>
        <p:spPr>
          <a:xfrm>
            <a:off x="2524125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1D0C8AB6-DFAE-4720-AA1D-E18A4DC09CAE}"/>
              </a:ext>
            </a:extLst>
          </p:cNvPr>
          <p:cNvSpPr/>
          <p:nvPr/>
        </p:nvSpPr>
        <p:spPr>
          <a:xfrm>
            <a:off x="2524125" y="3048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E662934B-AA59-4FA9-BB1A-5949DCFBF4E6}"/>
              </a:ext>
            </a:extLst>
          </p:cNvPr>
          <p:cNvSpPr/>
          <p:nvPr/>
        </p:nvSpPr>
        <p:spPr>
          <a:xfrm>
            <a:off x="3587750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FDEDF80E-C26C-44B6-AE47-58F79EC1FACD}"/>
              </a:ext>
            </a:extLst>
          </p:cNvPr>
          <p:cNvSpPr/>
          <p:nvPr/>
        </p:nvSpPr>
        <p:spPr>
          <a:xfrm>
            <a:off x="3587750" y="2667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CAD09D5A-5D02-4E67-82EE-07AF8D37A9E1}"/>
              </a:ext>
            </a:extLst>
          </p:cNvPr>
          <p:cNvSpPr/>
          <p:nvPr/>
        </p:nvSpPr>
        <p:spPr>
          <a:xfrm>
            <a:off x="4651375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D98B2980-F049-4CC9-8AFF-E07477B4E234}"/>
              </a:ext>
            </a:extLst>
          </p:cNvPr>
          <p:cNvSpPr/>
          <p:nvPr/>
        </p:nvSpPr>
        <p:spPr>
          <a:xfrm>
            <a:off x="4651375" y="3048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0AD3BA46-3EA0-4913-9CBC-06C5ADD531B7}"/>
              </a:ext>
            </a:extLst>
          </p:cNvPr>
          <p:cNvSpPr txBox="1"/>
          <p:nvPr/>
        </p:nvSpPr>
        <p:spPr>
          <a:xfrm>
            <a:off x="1384300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E5CB0F6-A02C-415B-8F36-320FB7A6EAF3}"/>
              </a:ext>
            </a:extLst>
          </p:cNvPr>
          <p:cNvSpPr txBox="1"/>
          <p:nvPr/>
        </p:nvSpPr>
        <p:spPr>
          <a:xfrm>
            <a:off x="2447925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6ACB8EB2-19F3-4154-8A51-B93B2C6BBA22}"/>
              </a:ext>
            </a:extLst>
          </p:cNvPr>
          <p:cNvSpPr txBox="1"/>
          <p:nvPr/>
        </p:nvSpPr>
        <p:spPr>
          <a:xfrm>
            <a:off x="3511550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866F444A-7B0C-4EB7-8077-E961FC6371FA}"/>
              </a:ext>
            </a:extLst>
          </p:cNvPr>
          <p:cNvSpPr txBox="1"/>
          <p:nvPr/>
        </p:nvSpPr>
        <p:spPr>
          <a:xfrm>
            <a:off x="4575175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8D943471-589E-4D2B-9C21-98C4315E25F0}"/>
              </a:ext>
            </a:extLst>
          </p:cNvPr>
          <p:cNvSpPr txBox="1"/>
          <p:nvPr/>
        </p:nvSpPr>
        <p:spPr>
          <a:xfrm>
            <a:off x="736600" y="33655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idle LOW · sample na borda de subida</a:t>
            </a:r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8BBCCD89-C5D1-45AA-8FA3-87551CC694E8}"/>
              </a:ext>
            </a:extLst>
          </p:cNvPr>
          <p:cNvSpPr/>
          <p:nvPr/>
        </p:nvSpPr>
        <p:spPr>
          <a:xfrm>
            <a:off x="6223000" y="1270000"/>
            <a:ext cx="5461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EA0D8760-5CA4-4A2A-A81E-7F0D03DCE3E8}"/>
              </a:ext>
            </a:extLst>
          </p:cNvPr>
          <p:cNvSpPr/>
          <p:nvPr/>
        </p:nvSpPr>
        <p:spPr>
          <a:xfrm>
            <a:off x="6223000" y="1270000"/>
            <a:ext cx="76200" cy="2476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5FD6606B-35E3-4E82-97CD-2866540C3EE2}"/>
              </a:ext>
            </a:extLst>
          </p:cNvPr>
          <p:cNvSpPr txBox="1"/>
          <p:nvPr/>
        </p:nvSpPr>
        <p:spPr>
          <a:xfrm>
            <a:off x="6477000" y="13970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Modo 1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DBFBDFA5-13ED-45F6-A737-06799C3C6BED}"/>
              </a:ext>
            </a:extLst>
          </p:cNvPr>
          <p:cNvSpPr txBox="1"/>
          <p:nvPr/>
        </p:nvSpPr>
        <p:spPr>
          <a:xfrm>
            <a:off x="7874000" y="1460500"/>
            <a:ext cx="355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Consolas"/>
              </a:rPr>
              <a:t>CPOL=0  CPHA=1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F23632DE-71B1-47EB-B5D3-362E69A8BD2E}"/>
              </a:ext>
            </a:extLst>
          </p:cNvPr>
          <p:cNvSpPr txBox="1"/>
          <p:nvPr/>
        </p:nvSpPr>
        <p:spPr>
          <a:xfrm>
            <a:off x="6540500" y="20574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SCLK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4179D72E-D583-4419-B94B-C479C6E7250D}"/>
              </a:ext>
            </a:extLst>
          </p:cNvPr>
          <p:cNvSpPr txBox="1"/>
          <p:nvPr/>
        </p:nvSpPr>
        <p:spPr>
          <a:xfrm>
            <a:off x="6540500" y="27559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3CED9207-D42B-435E-B042-0DADF8EF773C}"/>
              </a:ext>
            </a:extLst>
          </p:cNvPr>
          <p:cNvSpPr/>
          <p:nvPr/>
        </p:nvSpPr>
        <p:spPr>
          <a:xfrm>
            <a:off x="7048500" y="2349500"/>
            <a:ext cx="127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5D9D3EC4-535E-44C1-A925-03023196AB93}"/>
              </a:ext>
            </a:extLst>
          </p:cNvPr>
          <p:cNvSpPr/>
          <p:nvPr/>
        </p:nvSpPr>
        <p:spPr>
          <a:xfrm>
            <a:off x="7175500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FB0C9DE6-FD17-43BB-A512-4E01877A3033}"/>
              </a:ext>
            </a:extLst>
          </p:cNvPr>
          <p:cNvSpPr/>
          <p:nvPr/>
        </p:nvSpPr>
        <p:spPr>
          <a:xfrm>
            <a:off x="7175500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001C87CE-6017-4AE6-9AB1-95F0CDC2BB41}"/>
              </a:ext>
            </a:extLst>
          </p:cNvPr>
          <p:cNvSpPr/>
          <p:nvPr/>
        </p:nvSpPr>
        <p:spPr>
          <a:xfrm>
            <a:off x="7707312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6C96887C-FD97-45A0-BFCA-CBBFE3E35770}"/>
              </a:ext>
            </a:extLst>
          </p:cNvPr>
          <p:cNvSpPr/>
          <p:nvPr/>
        </p:nvSpPr>
        <p:spPr>
          <a:xfrm>
            <a:off x="7707312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B3E194EC-DFF6-4574-AC32-AD25FFD37FDF}"/>
              </a:ext>
            </a:extLst>
          </p:cNvPr>
          <p:cNvSpPr/>
          <p:nvPr/>
        </p:nvSpPr>
        <p:spPr>
          <a:xfrm>
            <a:off x="8239125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6DB1BE21-B96C-40F9-A1FF-EC7A0EAF4083}"/>
              </a:ext>
            </a:extLst>
          </p:cNvPr>
          <p:cNvSpPr/>
          <p:nvPr/>
        </p:nvSpPr>
        <p:spPr>
          <a:xfrm>
            <a:off x="8239125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D1A28361-B44E-4AD4-A0CE-8A25315A6EA5}"/>
              </a:ext>
            </a:extLst>
          </p:cNvPr>
          <p:cNvSpPr/>
          <p:nvPr/>
        </p:nvSpPr>
        <p:spPr>
          <a:xfrm>
            <a:off x="8770937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910B4AEA-F1E1-4407-B0DD-E24A4C75C2D8}"/>
              </a:ext>
            </a:extLst>
          </p:cNvPr>
          <p:cNvSpPr/>
          <p:nvPr/>
        </p:nvSpPr>
        <p:spPr>
          <a:xfrm>
            <a:off x="8770937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8E3DA8B2-0C06-49C4-B098-47CB3A78C101}"/>
              </a:ext>
            </a:extLst>
          </p:cNvPr>
          <p:cNvSpPr/>
          <p:nvPr/>
        </p:nvSpPr>
        <p:spPr>
          <a:xfrm>
            <a:off x="9302750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265BF38D-9752-417B-990C-30AC17A4BACE}"/>
              </a:ext>
            </a:extLst>
          </p:cNvPr>
          <p:cNvSpPr/>
          <p:nvPr/>
        </p:nvSpPr>
        <p:spPr>
          <a:xfrm>
            <a:off x="9302750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79B30E41-2E49-4DE3-A2E9-7E256A4A8349}"/>
              </a:ext>
            </a:extLst>
          </p:cNvPr>
          <p:cNvSpPr/>
          <p:nvPr/>
        </p:nvSpPr>
        <p:spPr>
          <a:xfrm>
            <a:off x="9834562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14DBE981-6FB7-4A07-B2AD-4A1E1E67B637}"/>
              </a:ext>
            </a:extLst>
          </p:cNvPr>
          <p:cNvSpPr/>
          <p:nvPr/>
        </p:nvSpPr>
        <p:spPr>
          <a:xfrm>
            <a:off x="9834562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14021E39-30D1-48EE-B6FE-BF62F4008508}"/>
              </a:ext>
            </a:extLst>
          </p:cNvPr>
          <p:cNvSpPr/>
          <p:nvPr/>
        </p:nvSpPr>
        <p:spPr>
          <a:xfrm>
            <a:off x="10366375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9A46CA01-5AB2-4227-B52C-0018AB973AD8}"/>
              </a:ext>
            </a:extLst>
          </p:cNvPr>
          <p:cNvSpPr/>
          <p:nvPr/>
        </p:nvSpPr>
        <p:spPr>
          <a:xfrm>
            <a:off x="10366375" y="1968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F2A74FB9-6C3D-4353-A0ED-00AAAA1B60E2}"/>
              </a:ext>
            </a:extLst>
          </p:cNvPr>
          <p:cNvSpPr/>
          <p:nvPr/>
        </p:nvSpPr>
        <p:spPr>
          <a:xfrm>
            <a:off x="10898187" y="19939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EF7D1C78-9CF6-44E4-81D2-BDA6A4AFFC64}"/>
              </a:ext>
            </a:extLst>
          </p:cNvPr>
          <p:cNvSpPr/>
          <p:nvPr/>
        </p:nvSpPr>
        <p:spPr>
          <a:xfrm>
            <a:off x="10898187" y="23495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6D0F2727-D375-410E-B390-C545DCE9993F}"/>
              </a:ext>
            </a:extLst>
          </p:cNvPr>
          <p:cNvSpPr/>
          <p:nvPr/>
        </p:nvSpPr>
        <p:spPr>
          <a:xfrm>
            <a:off x="7048500" y="2667000"/>
            <a:ext cx="127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867A5BB7-6AD6-47DB-95E6-207248016084}"/>
              </a:ext>
            </a:extLst>
          </p:cNvPr>
          <p:cNvSpPr/>
          <p:nvPr/>
        </p:nvSpPr>
        <p:spPr>
          <a:xfrm>
            <a:off x="7175500" y="2667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0CB470E6-0ADC-4835-89A3-793724A0C8A0}"/>
              </a:ext>
            </a:extLst>
          </p:cNvPr>
          <p:cNvSpPr/>
          <p:nvPr/>
        </p:nvSpPr>
        <p:spPr>
          <a:xfrm>
            <a:off x="8239125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74314E90-DC94-4B58-B760-6F67E2FC32E1}"/>
              </a:ext>
            </a:extLst>
          </p:cNvPr>
          <p:cNvSpPr/>
          <p:nvPr/>
        </p:nvSpPr>
        <p:spPr>
          <a:xfrm>
            <a:off x="8239125" y="3048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BA690C83-7E6D-4A02-BE1B-C862B0BE4365}"/>
              </a:ext>
            </a:extLst>
          </p:cNvPr>
          <p:cNvSpPr/>
          <p:nvPr/>
        </p:nvSpPr>
        <p:spPr>
          <a:xfrm>
            <a:off x="9302750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628FBE3C-5518-4747-98C0-A1721ABE4BA6}"/>
              </a:ext>
            </a:extLst>
          </p:cNvPr>
          <p:cNvSpPr/>
          <p:nvPr/>
        </p:nvSpPr>
        <p:spPr>
          <a:xfrm>
            <a:off x="9302750" y="2667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E06E7791-BE1F-4DD8-BA68-895CD3547F69}"/>
              </a:ext>
            </a:extLst>
          </p:cNvPr>
          <p:cNvSpPr/>
          <p:nvPr/>
        </p:nvSpPr>
        <p:spPr>
          <a:xfrm>
            <a:off x="10366375" y="26924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1ACF5F03-F9C7-44B0-886B-4389E2DC54D4}"/>
              </a:ext>
            </a:extLst>
          </p:cNvPr>
          <p:cNvSpPr/>
          <p:nvPr/>
        </p:nvSpPr>
        <p:spPr>
          <a:xfrm>
            <a:off x="10366375" y="30480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CaixaDeTexto 71">
            <a:extLst>
              <a:ext uri="{FF2B5EF4-FFF2-40B4-BE49-F238E27FC236}">
                <a16:creationId xmlns:a16="http://schemas.microsoft.com/office/drawing/2014/main" id="{F9623F26-E545-4647-80F2-B45D5B894A1B}"/>
              </a:ext>
            </a:extLst>
          </p:cNvPr>
          <p:cNvSpPr txBox="1"/>
          <p:nvPr/>
        </p:nvSpPr>
        <p:spPr>
          <a:xfrm>
            <a:off x="7631112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8F7FCA73-0729-4188-8186-8BB92A6A739C}"/>
              </a:ext>
            </a:extLst>
          </p:cNvPr>
          <p:cNvSpPr txBox="1"/>
          <p:nvPr/>
        </p:nvSpPr>
        <p:spPr>
          <a:xfrm>
            <a:off x="8694737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74" name="CaixaDeTexto 73">
            <a:extLst>
              <a:ext uri="{FF2B5EF4-FFF2-40B4-BE49-F238E27FC236}">
                <a16:creationId xmlns:a16="http://schemas.microsoft.com/office/drawing/2014/main" id="{FB328465-D4D5-4B8D-97C1-93B08D19A33D}"/>
              </a:ext>
            </a:extLst>
          </p:cNvPr>
          <p:cNvSpPr txBox="1"/>
          <p:nvPr/>
        </p:nvSpPr>
        <p:spPr>
          <a:xfrm>
            <a:off x="9758362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4F714D9F-57CF-4B6C-8641-B81BD1368D13}"/>
              </a:ext>
            </a:extLst>
          </p:cNvPr>
          <p:cNvSpPr txBox="1"/>
          <p:nvPr/>
        </p:nvSpPr>
        <p:spPr>
          <a:xfrm>
            <a:off x="10821987" y="30734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DE2A2740-DAEF-4D6B-92B4-FDE1ADB76956}"/>
              </a:ext>
            </a:extLst>
          </p:cNvPr>
          <p:cNvSpPr txBox="1"/>
          <p:nvPr/>
        </p:nvSpPr>
        <p:spPr>
          <a:xfrm>
            <a:off x="6451600" y="33655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idle LOW · sample na borda de descida</a:t>
            </a:r>
          </a:p>
        </p:txBody>
      </p:sp>
      <p:sp>
        <p:nvSpPr>
          <p:cNvPr id="77" name="Retângulo: Cantos Arredondados 76">
            <a:extLst>
              <a:ext uri="{FF2B5EF4-FFF2-40B4-BE49-F238E27FC236}">
                <a16:creationId xmlns:a16="http://schemas.microsoft.com/office/drawing/2014/main" id="{C2EF26F4-4F61-478B-A7FD-7A3073475BF8}"/>
              </a:ext>
            </a:extLst>
          </p:cNvPr>
          <p:cNvSpPr/>
          <p:nvPr/>
        </p:nvSpPr>
        <p:spPr>
          <a:xfrm>
            <a:off x="508000" y="3873500"/>
            <a:ext cx="5461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99477F1C-DEA4-46D6-A60C-89121A9B2591}"/>
              </a:ext>
            </a:extLst>
          </p:cNvPr>
          <p:cNvSpPr/>
          <p:nvPr/>
        </p:nvSpPr>
        <p:spPr>
          <a:xfrm>
            <a:off x="508000" y="3873500"/>
            <a:ext cx="76200" cy="2476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B9528592-BA15-4E88-8294-4D758CFAAC3E}"/>
              </a:ext>
            </a:extLst>
          </p:cNvPr>
          <p:cNvSpPr txBox="1"/>
          <p:nvPr/>
        </p:nvSpPr>
        <p:spPr>
          <a:xfrm>
            <a:off x="762000" y="40005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Modo 2</a:t>
            </a:r>
          </a:p>
        </p:txBody>
      </p: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8681A876-BB50-4C6E-A20C-03DBF31633B4}"/>
              </a:ext>
            </a:extLst>
          </p:cNvPr>
          <p:cNvSpPr txBox="1"/>
          <p:nvPr/>
        </p:nvSpPr>
        <p:spPr>
          <a:xfrm>
            <a:off x="2159000" y="4064000"/>
            <a:ext cx="355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Consolas"/>
              </a:rPr>
              <a:t>CPOL=1  CPHA=0</a:t>
            </a:r>
          </a:p>
        </p:txBody>
      </p:sp>
      <p:sp>
        <p:nvSpPr>
          <p:cNvPr id="81" name="CaixaDeTexto 80">
            <a:extLst>
              <a:ext uri="{FF2B5EF4-FFF2-40B4-BE49-F238E27FC236}">
                <a16:creationId xmlns:a16="http://schemas.microsoft.com/office/drawing/2014/main" id="{44D28076-E7C5-4E5D-A7F8-37EFC315AF17}"/>
              </a:ext>
            </a:extLst>
          </p:cNvPr>
          <p:cNvSpPr txBox="1"/>
          <p:nvPr/>
        </p:nvSpPr>
        <p:spPr>
          <a:xfrm>
            <a:off x="825500" y="46609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SCLK</a:t>
            </a:r>
          </a:p>
        </p:txBody>
      </p: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37A35C49-2E44-4843-8861-A5ED91CFA228}"/>
              </a:ext>
            </a:extLst>
          </p:cNvPr>
          <p:cNvSpPr txBox="1"/>
          <p:nvPr/>
        </p:nvSpPr>
        <p:spPr>
          <a:xfrm>
            <a:off x="825500" y="53594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F0DCF695-948C-43A7-AB7B-AD63B4127A8A}"/>
              </a:ext>
            </a:extLst>
          </p:cNvPr>
          <p:cNvSpPr/>
          <p:nvPr/>
        </p:nvSpPr>
        <p:spPr>
          <a:xfrm>
            <a:off x="1333500" y="4572000"/>
            <a:ext cx="127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A1712359-08A7-4F0D-9440-98E881F812AB}"/>
              </a:ext>
            </a:extLst>
          </p:cNvPr>
          <p:cNvSpPr/>
          <p:nvPr/>
        </p:nvSpPr>
        <p:spPr>
          <a:xfrm>
            <a:off x="1460500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424B664B-E454-4154-92C1-1006EC1CB354}"/>
              </a:ext>
            </a:extLst>
          </p:cNvPr>
          <p:cNvSpPr/>
          <p:nvPr/>
        </p:nvSpPr>
        <p:spPr>
          <a:xfrm>
            <a:off x="1460500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:a16="http://schemas.microsoft.com/office/drawing/2014/main" id="{A624A3F7-F350-4643-BAD3-CD2E7A67DA83}"/>
              </a:ext>
            </a:extLst>
          </p:cNvPr>
          <p:cNvSpPr/>
          <p:nvPr/>
        </p:nvSpPr>
        <p:spPr>
          <a:xfrm>
            <a:off x="1992312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7" name="Retângulo 86">
            <a:extLst>
              <a:ext uri="{FF2B5EF4-FFF2-40B4-BE49-F238E27FC236}">
                <a16:creationId xmlns:a16="http://schemas.microsoft.com/office/drawing/2014/main" id="{EA13315E-68B2-4C1A-9185-54E06E1D30CA}"/>
              </a:ext>
            </a:extLst>
          </p:cNvPr>
          <p:cNvSpPr/>
          <p:nvPr/>
        </p:nvSpPr>
        <p:spPr>
          <a:xfrm>
            <a:off x="1992312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08F25FE5-4C64-40D9-9E59-B512C3C7CF2A}"/>
              </a:ext>
            </a:extLst>
          </p:cNvPr>
          <p:cNvSpPr/>
          <p:nvPr/>
        </p:nvSpPr>
        <p:spPr>
          <a:xfrm>
            <a:off x="2524125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D1399F01-59DD-42CA-B25A-1615D3A59B34}"/>
              </a:ext>
            </a:extLst>
          </p:cNvPr>
          <p:cNvSpPr/>
          <p:nvPr/>
        </p:nvSpPr>
        <p:spPr>
          <a:xfrm>
            <a:off x="2524125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0" name="Retângulo 89">
            <a:extLst>
              <a:ext uri="{FF2B5EF4-FFF2-40B4-BE49-F238E27FC236}">
                <a16:creationId xmlns:a16="http://schemas.microsoft.com/office/drawing/2014/main" id="{0D85EFA2-74CA-48BA-9F57-EFD9ABF2C08D}"/>
              </a:ext>
            </a:extLst>
          </p:cNvPr>
          <p:cNvSpPr/>
          <p:nvPr/>
        </p:nvSpPr>
        <p:spPr>
          <a:xfrm>
            <a:off x="3055937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2EDA7E2B-8235-4654-9211-3511788F0F35}"/>
              </a:ext>
            </a:extLst>
          </p:cNvPr>
          <p:cNvSpPr/>
          <p:nvPr/>
        </p:nvSpPr>
        <p:spPr>
          <a:xfrm>
            <a:off x="3055937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2" name="Retângulo 91">
            <a:extLst>
              <a:ext uri="{FF2B5EF4-FFF2-40B4-BE49-F238E27FC236}">
                <a16:creationId xmlns:a16="http://schemas.microsoft.com/office/drawing/2014/main" id="{4912B036-9595-43B6-8633-ABAB889B3A04}"/>
              </a:ext>
            </a:extLst>
          </p:cNvPr>
          <p:cNvSpPr/>
          <p:nvPr/>
        </p:nvSpPr>
        <p:spPr>
          <a:xfrm>
            <a:off x="3587750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3" name="Retângulo 92">
            <a:extLst>
              <a:ext uri="{FF2B5EF4-FFF2-40B4-BE49-F238E27FC236}">
                <a16:creationId xmlns:a16="http://schemas.microsoft.com/office/drawing/2014/main" id="{61396204-C425-432C-B2C3-30EC5C023452}"/>
              </a:ext>
            </a:extLst>
          </p:cNvPr>
          <p:cNvSpPr/>
          <p:nvPr/>
        </p:nvSpPr>
        <p:spPr>
          <a:xfrm>
            <a:off x="3587750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4" name="Retângulo 93">
            <a:extLst>
              <a:ext uri="{FF2B5EF4-FFF2-40B4-BE49-F238E27FC236}">
                <a16:creationId xmlns:a16="http://schemas.microsoft.com/office/drawing/2014/main" id="{F04163F4-A0E4-41A0-ACC6-4B553B8F01B4}"/>
              </a:ext>
            </a:extLst>
          </p:cNvPr>
          <p:cNvSpPr/>
          <p:nvPr/>
        </p:nvSpPr>
        <p:spPr>
          <a:xfrm>
            <a:off x="4119562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5" name="Retângulo 94">
            <a:extLst>
              <a:ext uri="{FF2B5EF4-FFF2-40B4-BE49-F238E27FC236}">
                <a16:creationId xmlns:a16="http://schemas.microsoft.com/office/drawing/2014/main" id="{1855EA36-270E-4CB8-B20B-2529C338ECA9}"/>
              </a:ext>
            </a:extLst>
          </p:cNvPr>
          <p:cNvSpPr/>
          <p:nvPr/>
        </p:nvSpPr>
        <p:spPr>
          <a:xfrm>
            <a:off x="4119562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6" name="Retângulo 95">
            <a:extLst>
              <a:ext uri="{FF2B5EF4-FFF2-40B4-BE49-F238E27FC236}">
                <a16:creationId xmlns:a16="http://schemas.microsoft.com/office/drawing/2014/main" id="{4F121DEA-BA45-4F84-BC71-9808B5508FBB}"/>
              </a:ext>
            </a:extLst>
          </p:cNvPr>
          <p:cNvSpPr/>
          <p:nvPr/>
        </p:nvSpPr>
        <p:spPr>
          <a:xfrm>
            <a:off x="4651375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7" name="Retângulo 96">
            <a:extLst>
              <a:ext uri="{FF2B5EF4-FFF2-40B4-BE49-F238E27FC236}">
                <a16:creationId xmlns:a16="http://schemas.microsoft.com/office/drawing/2014/main" id="{EC9C4B6E-45C1-4AAF-9D39-23E62F71EB83}"/>
              </a:ext>
            </a:extLst>
          </p:cNvPr>
          <p:cNvSpPr/>
          <p:nvPr/>
        </p:nvSpPr>
        <p:spPr>
          <a:xfrm>
            <a:off x="4651375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8" name="Retângulo 97">
            <a:extLst>
              <a:ext uri="{FF2B5EF4-FFF2-40B4-BE49-F238E27FC236}">
                <a16:creationId xmlns:a16="http://schemas.microsoft.com/office/drawing/2014/main" id="{3C2DBD14-52CC-45B6-BEA0-CC0571368FFC}"/>
              </a:ext>
            </a:extLst>
          </p:cNvPr>
          <p:cNvSpPr/>
          <p:nvPr/>
        </p:nvSpPr>
        <p:spPr>
          <a:xfrm>
            <a:off x="5183187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9" name="Retângulo 98">
            <a:extLst>
              <a:ext uri="{FF2B5EF4-FFF2-40B4-BE49-F238E27FC236}">
                <a16:creationId xmlns:a16="http://schemas.microsoft.com/office/drawing/2014/main" id="{5EC59FFE-49D0-4174-BCB8-3AA205F41154}"/>
              </a:ext>
            </a:extLst>
          </p:cNvPr>
          <p:cNvSpPr/>
          <p:nvPr/>
        </p:nvSpPr>
        <p:spPr>
          <a:xfrm>
            <a:off x="5183187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0" name="Retângulo 99">
            <a:extLst>
              <a:ext uri="{FF2B5EF4-FFF2-40B4-BE49-F238E27FC236}">
                <a16:creationId xmlns:a16="http://schemas.microsoft.com/office/drawing/2014/main" id="{2506FC19-C400-40FF-91B0-ECA056E0D710}"/>
              </a:ext>
            </a:extLst>
          </p:cNvPr>
          <p:cNvSpPr/>
          <p:nvPr/>
        </p:nvSpPr>
        <p:spPr>
          <a:xfrm>
            <a:off x="1333500" y="5270500"/>
            <a:ext cx="127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1" name="Retângulo 100">
            <a:extLst>
              <a:ext uri="{FF2B5EF4-FFF2-40B4-BE49-F238E27FC236}">
                <a16:creationId xmlns:a16="http://schemas.microsoft.com/office/drawing/2014/main" id="{52B7C74F-E199-4269-93B2-4494F7D1E8FD}"/>
              </a:ext>
            </a:extLst>
          </p:cNvPr>
          <p:cNvSpPr/>
          <p:nvPr/>
        </p:nvSpPr>
        <p:spPr>
          <a:xfrm>
            <a:off x="1460500" y="5270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2" name="Retângulo 101">
            <a:extLst>
              <a:ext uri="{FF2B5EF4-FFF2-40B4-BE49-F238E27FC236}">
                <a16:creationId xmlns:a16="http://schemas.microsoft.com/office/drawing/2014/main" id="{3DB5D9E9-3D23-43E3-BA4F-56AB8F25CED8}"/>
              </a:ext>
            </a:extLst>
          </p:cNvPr>
          <p:cNvSpPr/>
          <p:nvPr/>
        </p:nvSpPr>
        <p:spPr>
          <a:xfrm>
            <a:off x="2524125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3" name="Retângulo 102">
            <a:extLst>
              <a:ext uri="{FF2B5EF4-FFF2-40B4-BE49-F238E27FC236}">
                <a16:creationId xmlns:a16="http://schemas.microsoft.com/office/drawing/2014/main" id="{E2D88E31-70AA-4B23-AE2A-50014FD1BBDD}"/>
              </a:ext>
            </a:extLst>
          </p:cNvPr>
          <p:cNvSpPr/>
          <p:nvPr/>
        </p:nvSpPr>
        <p:spPr>
          <a:xfrm>
            <a:off x="2524125" y="5651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4" name="Retângulo 103">
            <a:extLst>
              <a:ext uri="{FF2B5EF4-FFF2-40B4-BE49-F238E27FC236}">
                <a16:creationId xmlns:a16="http://schemas.microsoft.com/office/drawing/2014/main" id="{039D723E-A835-4DAA-A414-AB97B70674A9}"/>
              </a:ext>
            </a:extLst>
          </p:cNvPr>
          <p:cNvSpPr/>
          <p:nvPr/>
        </p:nvSpPr>
        <p:spPr>
          <a:xfrm>
            <a:off x="3587750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5" name="Retângulo 104">
            <a:extLst>
              <a:ext uri="{FF2B5EF4-FFF2-40B4-BE49-F238E27FC236}">
                <a16:creationId xmlns:a16="http://schemas.microsoft.com/office/drawing/2014/main" id="{B8835E04-D96A-4F2F-BEAD-CA4CF2392DA8}"/>
              </a:ext>
            </a:extLst>
          </p:cNvPr>
          <p:cNvSpPr/>
          <p:nvPr/>
        </p:nvSpPr>
        <p:spPr>
          <a:xfrm>
            <a:off x="3587750" y="5270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6" name="Retângulo 105">
            <a:extLst>
              <a:ext uri="{FF2B5EF4-FFF2-40B4-BE49-F238E27FC236}">
                <a16:creationId xmlns:a16="http://schemas.microsoft.com/office/drawing/2014/main" id="{5F78EB15-1234-4DFC-A7CE-1B973024AA1D}"/>
              </a:ext>
            </a:extLst>
          </p:cNvPr>
          <p:cNvSpPr/>
          <p:nvPr/>
        </p:nvSpPr>
        <p:spPr>
          <a:xfrm>
            <a:off x="4651375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7" name="Retângulo 106">
            <a:extLst>
              <a:ext uri="{FF2B5EF4-FFF2-40B4-BE49-F238E27FC236}">
                <a16:creationId xmlns:a16="http://schemas.microsoft.com/office/drawing/2014/main" id="{AA61AD18-7B47-4964-BD0D-EF62AD24B3D7}"/>
              </a:ext>
            </a:extLst>
          </p:cNvPr>
          <p:cNvSpPr/>
          <p:nvPr/>
        </p:nvSpPr>
        <p:spPr>
          <a:xfrm>
            <a:off x="4651375" y="5651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8" name="CaixaDeTexto 107">
            <a:extLst>
              <a:ext uri="{FF2B5EF4-FFF2-40B4-BE49-F238E27FC236}">
                <a16:creationId xmlns:a16="http://schemas.microsoft.com/office/drawing/2014/main" id="{B5AF7189-3D1C-4B42-AF58-A6CFF4125284}"/>
              </a:ext>
            </a:extLst>
          </p:cNvPr>
          <p:cNvSpPr txBox="1"/>
          <p:nvPr/>
        </p:nvSpPr>
        <p:spPr>
          <a:xfrm>
            <a:off x="1384300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09" name="CaixaDeTexto 108">
            <a:extLst>
              <a:ext uri="{FF2B5EF4-FFF2-40B4-BE49-F238E27FC236}">
                <a16:creationId xmlns:a16="http://schemas.microsoft.com/office/drawing/2014/main" id="{8B760817-F77E-4FB8-9B7A-0276AFF393D8}"/>
              </a:ext>
            </a:extLst>
          </p:cNvPr>
          <p:cNvSpPr txBox="1"/>
          <p:nvPr/>
        </p:nvSpPr>
        <p:spPr>
          <a:xfrm>
            <a:off x="2447925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10" name="CaixaDeTexto 109">
            <a:extLst>
              <a:ext uri="{FF2B5EF4-FFF2-40B4-BE49-F238E27FC236}">
                <a16:creationId xmlns:a16="http://schemas.microsoft.com/office/drawing/2014/main" id="{F2E68594-3279-4A23-BE87-119A8EBDE0AB}"/>
              </a:ext>
            </a:extLst>
          </p:cNvPr>
          <p:cNvSpPr txBox="1"/>
          <p:nvPr/>
        </p:nvSpPr>
        <p:spPr>
          <a:xfrm>
            <a:off x="3511550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11" name="CaixaDeTexto 110">
            <a:extLst>
              <a:ext uri="{FF2B5EF4-FFF2-40B4-BE49-F238E27FC236}">
                <a16:creationId xmlns:a16="http://schemas.microsoft.com/office/drawing/2014/main" id="{0DA24725-AD88-45B0-825C-349AF637152F}"/>
              </a:ext>
            </a:extLst>
          </p:cNvPr>
          <p:cNvSpPr txBox="1"/>
          <p:nvPr/>
        </p:nvSpPr>
        <p:spPr>
          <a:xfrm>
            <a:off x="4575175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12" name="CaixaDeTexto 111">
            <a:extLst>
              <a:ext uri="{FF2B5EF4-FFF2-40B4-BE49-F238E27FC236}">
                <a16:creationId xmlns:a16="http://schemas.microsoft.com/office/drawing/2014/main" id="{7898B1E5-6D42-47CB-BAE6-C6433E894599}"/>
              </a:ext>
            </a:extLst>
          </p:cNvPr>
          <p:cNvSpPr txBox="1"/>
          <p:nvPr/>
        </p:nvSpPr>
        <p:spPr>
          <a:xfrm>
            <a:off x="736600" y="5969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idle HIGH · sample na borda de descida</a:t>
            </a:r>
          </a:p>
        </p:txBody>
      </p:sp>
      <p:sp>
        <p:nvSpPr>
          <p:cNvPr id="113" name="Retângulo: Cantos Arredondados 112">
            <a:extLst>
              <a:ext uri="{FF2B5EF4-FFF2-40B4-BE49-F238E27FC236}">
                <a16:creationId xmlns:a16="http://schemas.microsoft.com/office/drawing/2014/main" id="{006EE6CC-B692-4CD4-9B26-BD93B680B4F4}"/>
              </a:ext>
            </a:extLst>
          </p:cNvPr>
          <p:cNvSpPr/>
          <p:nvPr/>
        </p:nvSpPr>
        <p:spPr>
          <a:xfrm>
            <a:off x="6223000" y="3873500"/>
            <a:ext cx="5461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4" name="Retângulo 113">
            <a:extLst>
              <a:ext uri="{FF2B5EF4-FFF2-40B4-BE49-F238E27FC236}">
                <a16:creationId xmlns:a16="http://schemas.microsoft.com/office/drawing/2014/main" id="{EDDFDDE8-4C9B-4CAE-BB3C-8C845D80505F}"/>
              </a:ext>
            </a:extLst>
          </p:cNvPr>
          <p:cNvSpPr/>
          <p:nvPr/>
        </p:nvSpPr>
        <p:spPr>
          <a:xfrm>
            <a:off x="6223000" y="3873500"/>
            <a:ext cx="76200" cy="2476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5" name="CaixaDeTexto 114">
            <a:extLst>
              <a:ext uri="{FF2B5EF4-FFF2-40B4-BE49-F238E27FC236}">
                <a16:creationId xmlns:a16="http://schemas.microsoft.com/office/drawing/2014/main" id="{CBD8E81C-3A30-4F24-AC83-2DF3CEBC369C}"/>
              </a:ext>
            </a:extLst>
          </p:cNvPr>
          <p:cNvSpPr txBox="1"/>
          <p:nvPr/>
        </p:nvSpPr>
        <p:spPr>
          <a:xfrm>
            <a:off x="6477000" y="40005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Modo 3</a:t>
            </a:r>
          </a:p>
        </p:txBody>
      </p:sp>
      <p:sp>
        <p:nvSpPr>
          <p:cNvPr id="116" name="CaixaDeTexto 115">
            <a:extLst>
              <a:ext uri="{FF2B5EF4-FFF2-40B4-BE49-F238E27FC236}">
                <a16:creationId xmlns:a16="http://schemas.microsoft.com/office/drawing/2014/main" id="{787C71E5-D092-449F-A089-B6FE64447571}"/>
              </a:ext>
            </a:extLst>
          </p:cNvPr>
          <p:cNvSpPr txBox="1"/>
          <p:nvPr/>
        </p:nvSpPr>
        <p:spPr>
          <a:xfrm>
            <a:off x="7874000" y="4064000"/>
            <a:ext cx="355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Consolas"/>
              </a:rPr>
              <a:t>CPOL=1  CPHA=1</a:t>
            </a:r>
          </a:p>
        </p:txBody>
      </p:sp>
      <p:sp>
        <p:nvSpPr>
          <p:cNvPr id="117" name="CaixaDeTexto 116">
            <a:extLst>
              <a:ext uri="{FF2B5EF4-FFF2-40B4-BE49-F238E27FC236}">
                <a16:creationId xmlns:a16="http://schemas.microsoft.com/office/drawing/2014/main" id="{1EB75CAE-BAF4-4910-B8D1-4D30F9225312}"/>
              </a:ext>
            </a:extLst>
          </p:cNvPr>
          <p:cNvSpPr txBox="1"/>
          <p:nvPr/>
        </p:nvSpPr>
        <p:spPr>
          <a:xfrm>
            <a:off x="6540500" y="46609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SCLK</a:t>
            </a:r>
          </a:p>
        </p:txBody>
      </p:sp>
      <p:sp>
        <p:nvSpPr>
          <p:cNvPr id="118" name="CaixaDeTexto 117">
            <a:extLst>
              <a:ext uri="{FF2B5EF4-FFF2-40B4-BE49-F238E27FC236}">
                <a16:creationId xmlns:a16="http://schemas.microsoft.com/office/drawing/2014/main" id="{6CBEB342-862F-4478-BF17-F201E1E048ED}"/>
              </a:ext>
            </a:extLst>
          </p:cNvPr>
          <p:cNvSpPr txBox="1"/>
          <p:nvPr/>
        </p:nvSpPr>
        <p:spPr>
          <a:xfrm>
            <a:off x="6540500" y="53594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119" name="Retângulo 118">
            <a:extLst>
              <a:ext uri="{FF2B5EF4-FFF2-40B4-BE49-F238E27FC236}">
                <a16:creationId xmlns:a16="http://schemas.microsoft.com/office/drawing/2014/main" id="{8DFFC027-804F-4A3E-BB20-9E9790F72AE5}"/>
              </a:ext>
            </a:extLst>
          </p:cNvPr>
          <p:cNvSpPr/>
          <p:nvPr/>
        </p:nvSpPr>
        <p:spPr>
          <a:xfrm>
            <a:off x="7048500" y="4572000"/>
            <a:ext cx="127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0" name="Retângulo 119">
            <a:extLst>
              <a:ext uri="{FF2B5EF4-FFF2-40B4-BE49-F238E27FC236}">
                <a16:creationId xmlns:a16="http://schemas.microsoft.com/office/drawing/2014/main" id="{B1A83719-3F0A-4A2E-BB76-580BC5A494B4}"/>
              </a:ext>
            </a:extLst>
          </p:cNvPr>
          <p:cNvSpPr/>
          <p:nvPr/>
        </p:nvSpPr>
        <p:spPr>
          <a:xfrm>
            <a:off x="7175500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1" name="Retângulo 120">
            <a:extLst>
              <a:ext uri="{FF2B5EF4-FFF2-40B4-BE49-F238E27FC236}">
                <a16:creationId xmlns:a16="http://schemas.microsoft.com/office/drawing/2014/main" id="{F6D0846B-17EF-4EF2-8D33-85A05ECF45E9}"/>
              </a:ext>
            </a:extLst>
          </p:cNvPr>
          <p:cNvSpPr/>
          <p:nvPr/>
        </p:nvSpPr>
        <p:spPr>
          <a:xfrm>
            <a:off x="7175500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2" name="Retângulo 121">
            <a:extLst>
              <a:ext uri="{FF2B5EF4-FFF2-40B4-BE49-F238E27FC236}">
                <a16:creationId xmlns:a16="http://schemas.microsoft.com/office/drawing/2014/main" id="{F32B2AAA-19E6-4AED-AD09-935B9AD38735}"/>
              </a:ext>
            </a:extLst>
          </p:cNvPr>
          <p:cNvSpPr/>
          <p:nvPr/>
        </p:nvSpPr>
        <p:spPr>
          <a:xfrm>
            <a:off x="7707312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3" name="Retângulo 122">
            <a:extLst>
              <a:ext uri="{FF2B5EF4-FFF2-40B4-BE49-F238E27FC236}">
                <a16:creationId xmlns:a16="http://schemas.microsoft.com/office/drawing/2014/main" id="{17A3E8DF-CB36-4BC3-A731-DFB7FD4C89B3}"/>
              </a:ext>
            </a:extLst>
          </p:cNvPr>
          <p:cNvSpPr/>
          <p:nvPr/>
        </p:nvSpPr>
        <p:spPr>
          <a:xfrm>
            <a:off x="7707312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4" name="Retângulo 123">
            <a:extLst>
              <a:ext uri="{FF2B5EF4-FFF2-40B4-BE49-F238E27FC236}">
                <a16:creationId xmlns:a16="http://schemas.microsoft.com/office/drawing/2014/main" id="{D0483A29-7204-4D1C-82ED-D524D5DD7DBF}"/>
              </a:ext>
            </a:extLst>
          </p:cNvPr>
          <p:cNvSpPr/>
          <p:nvPr/>
        </p:nvSpPr>
        <p:spPr>
          <a:xfrm>
            <a:off x="8239125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5" name="Retângulo 124">
            <a:extLst>
              <a:ext uri="{FF2B5EF4-FFF2-40B4-BE49-F238E27FC236}">
                <a16:creationId xmlns:a16="http://schemas.microsoft.com/office/drawing/2014/main" id="{91D8E282-DBFD-4A76-A895-EAAB67AB6242}"/>
              </a:ext>
            </a:extLst>
          </p:cNvPr>
          <p:cNvSpPr/>
          <p:nvPr/>
        </p:nvSpPr>
        <p:spPr>
          <a:xfrm>
            <a:off x="8239125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6" name="Retângulo 125">
            <a:extLst>
              <a:ext uri="{FF2B5EF4-FFF2-40B4-BE49-F238E27FC236}">
                <a16:creationId xmlns:a16="http://schemas.microsoft.com/office/drawing/2014/main" id="{69539A66-8928-4B87-873A-63F7CBA54B18}"/>
              </a:ext>
            </a:extLst>
          </p:cNvPr>
          <p:cNvSpPr/>
          <p:nvPr/>
        </p:nvSpPr>
        <p:spPr>
          <a:xfrm>
            <a:off x="8770937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7" name="Retângulo 126">
            <a:extLst>
              <a:ext uri="{FF2B5EF4-FFF2-40B4-BE49-F238E27FC236}">
                <a16:creationId xmlns:a16="http://schemas.microsoft.com/office/drawing/2014/main" id="{EAD9E8CE-4345-432A-A855-192420F6312E}"/>
              </a:ext>
            </a:extLst>
          </p:cNvPr>
          <p:cNvSpPr/>
          <p:nvPr/>
        </p:nvSpPr>
        <p:spPr>
          <a:xfrm>
            <a:off x="8770937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8" name="Retângulo 127">
            <a:extLst>
              <a:ext uri="{FF2B5EF4-FFF2-40B4-BE49-F238E27FC236}">
                <a16:creationId xmlns:a16="http://schemas.microsoft.com/office/drawing/2014/main" id="{1404B747-AAAE-4E44-B229-1695791C986F}"/>
              </a:ext>
            </a:extLst>
          </p:cNvPr>
          <p:cNvSpPr/>
          <p:nvPr/>
        </p:nvSpPr>
        <p:spPr>
          <a:xfrm>
            <a:off x="9302750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9" name="Retângulo 128">
            <a:extLst>
              <a:ext uri="{FF2B5EF4-FFF2-40B4-BE49-F238E27FC236}">
                <a16:creationId xmlns:a16="http://schemas.microsoft.com/office/drawing/2014/main" id="{DC267D35-9966-48EB-9763-07D9475293EB}"/>
              </a:ext>
            </a:extLst>
          </p:cNvPr>
          <p:cNvSpPr/>
          <p:nvPr/>
        </p:nvSpPr>
        <p:spPr>
          <a:xfrm>
            <a:off x="9302750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0" name="Retângulo 129">
            <a:extLst>
              <a:ext uri="{FF2B5EF4-FFF2-40B4-BE49-F238E27FC236}">
                <a16:creationId xmlns:a16="http://schemas.microsoft.com/office/drawing/2014/main" id="{494229E3-7301-4956-B9A0-C99D4D44C4F9}"/>
              </a:ext>
            </a:extLst>
          </p:cNvPr>
          <p:cNvSpPr/>
          <p:nvPr/>
        </p:nvSpPr>
        <p:spPr>
          <a:xfrm>
            <a:off x="9834562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1" name="Retângulo 130">
            <a:extLst>
              <a:ext uri="{FF2B5EF4-FFF2-40B4-BE49-F238E27FC236}">
                <a16:creationId xmlns:a16="http://schemas.microsoft.com/office/drawing/2014/main" id="{4E904308-D5AA-425C-A2F5-29EDE2E4CECF}"/>
              </a:ext>
            </a:extLst>
          </p:cNvPr>
          <p:cNvSpPr/>
          <p:nvPr/>
        </p:nvSpPr>
        <p:spPr>
          <a:xfrm>
            <a:off x="9834562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2" name="Retângulo 131">
            <a:extLst>
              <a:ext uri="{FF2B5EF4-FFF2-40B4-BE49-F238E27FC236}">
                <a16:creationId xmlns:a16="http://schemas.microsoft.com/office/drawing/2014/main" id="{13EC093C-983C-4E01-B965-1745FCD30FE7}"/>
              </a:ext>
            </a:extLst>
          </p:cNvPr>
          <p:cNvSpPr/>
          <p:nvPr/>
        </p:nvSpPr>
        <p:spPr>
          <a:xfrm>
            <a:off x="10366375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3" name="Retângulo 132">
            <a:extLst>
              <a:ext uri="{FF2B5EF4-FFF2-40B4-BE49-F238E27FC236}">
                <a16:creationId xmlns:a16="http://schemas.microsoft.com/office/drawing/2014/main" id="{E063AAD9-8A26-4FF8-9397-ADEFE9A111E5}"/>
              </a:ext>
            </a:extLst>
          </p:cNvPr>
          <p:cNvSpPr/>
          <p:nvPr/>
        </p:nvSpPr>
        <p:spPr>
          <a:xfrm>
            <a:off x="10366375" y="4953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4" name="Retângulo 133">
            <a:extLst>
              <a:ext uri="{FF2B5EF4-FFF2-40B4-BE49-F238E27FC236}">
                <a16:creationId xmlns:a16="http://schemas.microsoft.com/office/drawing/2014/main" id="{A92860AA-95EE-4265-A632-F0A1786F8136}"/>
              </a:ext>
            </a:extLst>
          </p:cNvPr>
          <p:cNvSpPr/>
          <p:nvPr/>
        </p:nvSpPr>
        <p:spPr>
          <a:xfrm>
            <a:off x="10898187" y="4597400"/>
            <a:ext cx="25400" cy="381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5" name="Retângulo 134">
            <a:extLst>
              <a:ext uri="{FF2B5EF4-FFF2-40B4-BE49-F238E27FC236}">
                <a16:creationId xmlns:a16="http://schemas.microsoft.com/office/drawing/2014/main" id="{C3DB014F-0589-4ED1-9210-35F042C72184}"/>
              </a:ext>
            </a:extLst>
          </p:cNvPr>
          <p:cNvSpPr/>
          <p:nvPr/>
        </p:nvSpPr>
        <p:spPr>
          <a:xfrm>
            <a:off x="10898187" y="4572000"/>
            <a:ext cx="531812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6" name="Retângulo 135">
            <a:extLst>
              <a:ext uri="{FF2B5EF4-FFF2-40B4-BE49-F238E27FC236}">
                <a16:creationId xmlns:a16="http://schemas.microsoft.com/office/drawing/2014/main" id="{4A2492F0-4887-47EC-9A4B-49F927437A9C}"/>
              </a:ext>
            </a:extLst>
          </p:cNvPr>
          <p:cNvSpPr/>
          <p:nvPr/>
        </p:nvSpPr>
        <p:spPr>
          <a:xfrm>
            <a:off x="7048500" y="5270500"/>
            <a:ext cx="12700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7" name="Retângulo 136">
            <a:extLst>
              <a:ext uri="{FF2B5EF4-FFF2-40B4-BE49-F238E27FC236}">
                <a16:creationId xmlns:a16="http://schemas.microsoft.com/office/drawing/2014/main" id="{B7BC4429-60C9-4DDE-B999-57F9FFA4D940}"/>
              </a:ext>
            </a:extLst>
          </p:cNvPr>
          <p:cNvSpPr/>
          <p:nvPr/>
        </p:nvSpPr>
        <p:spPr>
          <a:xfrm>
            <a:off x="7175500" y="5270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8" name="Retângulo 137">
            <a:extLst>
              <a:ext uri="{FF2B5EF4-FFF2-40B4-BE49-F238E27FC236}">
                <a16:creationId xmlns:a16="http://schemas.microsoft.com/office/drawing/2014/main" id="{864D316A-A290-4A38-B710-3C2D64A9F7FE}"/>
              </a:ext>
            </a:extLst>
          </p:cNvPr>
          <p:cNvSpPr/>
          <p:nvPr/>
        </p:nvSpPr>
        <p:spPr>
          <a:xfrm>
            <a:off x="8239125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9" name="Retângulo 138">
            <a:extLst>
              <a:ext uri="{FF2B5EF4-FFF2-40B4-BE49-F238E27FC236}">
                <a16:creationId xmlns:a16="http://schemas.microsoft.com/office/drawing/2014/main" id="{118D3930-55E7-4CB7-B5DD-CD57570D8C89}"/>
              </a:ext>
            </a:extLst>
          </p:cNvPr>
          <p:cNvSpPr/>
          <p:nvPr/>
        </p:nvSpPr>
        <p:spPr>
          <a:xfrm>
            <a:off x="8239125" y="5651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0" name="Retângulo 139">
            <a:extLst>
              <a:ext uri="{FF2B5EF4-FFF2-40B4-BE49-F238E27FC236}">
                <a16:creationId xmlns:a16="http://schemas.microsoft.com/office/drawing/2014/main" id="{E95E2D18-5CDC-4B4D-B32B-DBE4F9A8B86A}"/>
              </a:ext>
            </a:extLst>
          </p:cNvPr>
          <p:cNvSpPr/>
          <p:nvPr/>
        </p:nvSpPr>
        <p:spPr>
          <a:xfrm>
            <a:off x="9302750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1" name="Retângulo 140">
            <a:extLst>
              <a:ext uri="{FF2B5EF4-FFF2-40B4-BE49-F238E27FC236}">
                <a16:creationId xmlns:a16="http://schemas.microsoft.com/office/drawing/2014/main" id="{80410AD4-FF3D-403D-82EB-387DFCF15D9A}"/>
              </a:ext>
            </a:extLst>
          </p:cNvPr>
          <p:cNvSpPr/>
          <p:nvPr/>
        </p:nvSpPr>
        <p:spPr>
          <a:xfrm>
            <a:off x="9302750" y="5270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2" name="Retângulo 141">
            <a:extLst>
              <a:ext uri="{FF2B5EF4-FFF2-40B4-BE49-F238E27FC236}">
                <a16:creationId xmlns:a16="http://schemas.microsoft.com/office/drawing/2014/main" id="{DB71E6B4-0E80-4991-8968-C45BDD9076B7}"/>
              </a:ext>
            </a:extLst>
          </p:cNvPr>
          <p:cNvSpPr/>
          <p:nvPr/>
        </p:nvSpPr>
        <p:spPr>
          <a:xfrm>
            <a:off x="10366375" y="5295900"/>
            <a:ext cx="25400" cy="381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3" name="Retângulo 142">
            <a:extLst>
              <a:ext uri="{FF2B5EF4-FFF2-40B4-BE49-F238E27FC236}">
                <a16:creationId xmlns:a16="http://schemas.microsoft.com/office/drawing/2014/main" id="{C0A9949F-30EB-466C-8AFE-2EBEBD7C0902}"/>
              </a:ext>
            </a:extLst>
          </p:cNvPr>
          <p:cNvSpPr/>
          <p:nvPr/>
        </p:nvSpPr>
        <p:spPr>
          <a:xfrm>
            <a:off x="10366375" y="5651500"/>
            <a:ext cx="1063625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510488F5-78A6-41DE-8BE9-B1F77371FBC8}"/>
              </a:ext>
            </a:extLst>
          </p:cNvPr>
          <p:cNvSpPr txBox="1"/>
          <p:nvPr/>
        </p:nvSpPr>
        <p:spPr>
          <a:xfrm>
            <a:off x="7631112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54F9959D-E121-4564-9A46-DFEF5FF843FF}"/>
              </a:ext>
            </a:extLst>
          </p:cNvPr>
          <p:cNvSpPr txBox="1"/>
          <p:nvPr/>
        </p:nvSpPr>
        <p:spPr>
          <a:xfrm>
            <a:off x="8694737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46" name="CaixaDeTexto 145">
            <a:extLst>
              <a:ext uri="{FF2B5EF4-FFF2-40B4-BE49-F238E27FC236}">
                <a16:creationId xmlns:a16="http://schemas.microsoft.com/office/drawing/2014/main" id="{18595B98-C572-4E4D-8D13-CA7BE94A1951}"/>
              </a:ext>
            </a:extLst>
          </p:cNvPr>
          <p:cNvSpPr txBox="1"/>
          <p:nvPr/>
        </p:nvSpPr>
        <p:spPr>
          <a:xfrm>
            <a:off x="9758362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5488B8CB-2608-4988-880C-5F125D89BDE0}"/>
              </a:ext>
            </a:extLst>
          </p:cNvPr>
          <p:cNvSpPr txBox="1"/>
          <p:nvPr/>
        </p:nvSpPr>
        <p:spPr>
          <a:xfrm>
            <a:off x="10821987" y="5676900"/>
            <a:ext cx="203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FF6B6B"/>
                </a:solidFill>
              </a:rPr>
              <a:t>▲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D837500F-39CD-4808-AF97-ED6076966D64}"/>
              </a:ext>
            </a:extLst>
          </p:cNvPr>
          <p:cNvSpPr txBox="1"/>
          <p:nvPr/>
        </p:nvSpPr>
        <p:spPr>
          <a:xfrm>
            <a:off x="6451600" y="5969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idle HIGH · sample na borda de subida</a:t>
            </a:r>
          </a:p>
        </p:txBody>
      </p:sp>
      <p:sp>
        <p:nvSpPr>
          <p:cNvPr id="149" name="CaixaDeTexto 148">
            <a:extLst>
              <a:ext uri="{FF2B5EF4-FFF2-40B4-BE49-F238E27FC236}">
                <a16:creationId xmlns:a16="http://schemas.microsoft.com/office/drawing/2014/main" id="{A7F07FC5-7BC5-44BC-9AA2-70A9E2CBF112}"/>
              </a:ext>
            </a:extLst>
          </p:cNvPr>
          <p:cNvSpPr txBox="1"/>
          <p:nvPr/>
        </p:nvSpPr>
        <p:spPr>
          <a:xfrm>
            <a:off x="508000" y="64770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i="1">
                <a:solidFill>
                  <a:srgbClr val="4A5568"/>
                </a:solidFill>
                <a:latin typeface="Inter"/>
              </a:rPr>
              <a:t>▲ = momento em que o slave amostra o bit · CPHA controla "qual borda" · CPOL controla o nível idle</a:t>
            </a:r>
          </a:p>
        </p:txBody>
      </p:sp>
    </p:spTree>
    <p:extLst>
      <p:ext uri="{BB962C8B-B14F-4D97-AF65-F5344CB8AC3E}">
        <p14:creationId xmlns:p14="http://schemas.microsoft.com/office/powerpoint/2010/main" val="14491529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D948C84-5B8D-43D5-95E5-BECCC4CBFA16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3EFA8BC-0729-4129-9C51-E72D10788AD3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SPI na ESP32: HSPI e VSPI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6ED1E1F-F2D0-47FC-A272-2D182213BC53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Dois controladores SPI disponíveis para o usuário (SPI2/SPI3)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2DE2534-A8B9-4012-95E0-7C5290C19862}"/>
              </a:ext>
            </a:extLst>
          </p:cNvPr>
          <p:cNvSpPr/>
          <p:nvPr/>
        </p:nvSpPr>
        <p:spPr>
          <a:xfrm>
            <a:off x="635000" y="1524000"/>
            <a:ext cx="5334000" cy="368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66ECB42-7BFF-4C93-B251-7E2DDB13C03C}"/>
              </a:ext>
            </a:extLst>
          </p:cNvPr>
          <p:cNvSpPr/>
          <p:nvPr/>
        </p:nvSpPr>
        <p:spPr>
          <a:xfrm>
            <a:off x="635000" y="1524000"/>
            <a:ext cx="101600" cy="3683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525DFD9-73C8-4EC3-BB4C-FFFF55200BC6}"/>
              </a:ext>
            </a:extLst>
          </p:cNvPr>
          <p:cNvSpPr txBox="1"/>
          <p:nvPr/>
        </p:nvSpPr>
        <p:spPr>
          <a:xfrm>
            <a:off x="952500" y="1778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4FC3F7"/>
                </a:solidFill>
                <a:latin typeface="Inter"/>
              </a:rPr>
              <a:t>HSPI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D00B24D-5042-49EA-A1B6-55C09384A54F}"/>
              </a:ext>
            </a:extLst>
          </p:cNvPr>
          <p:cNvSpPr txBox="1"/>
          <p:nvPr/>
        </p:nvSpPr>
        <p:spPr>
          <a:xfrm>
            <a:off x="952500" y="2260600"/>
            <a:ext cx="482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4A5568"/>
                </a:solidFill>
                <a:latin typeface="Inter"/>
              </a:rPr>
              <a:t>SPI2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CCB4125-ED77-4B74-A29D-6E90F2A5C5CE}"/>
              </a:ext>
            </a:extLst>
          </p:cNvPr>
          <p:cNvSpPr/>
          <p:nvPr/>
        </p:nvSpPr>
        <p:spPr>
          <a:xfrm>
            <a:off x="952500" y="2730500"/>
            <a:ext cx="1397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MOSI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35F9C09-24BB-4667-9080-10C80A39B8D3}"/>
              </a:ext>
            </a:extLst>
          </p:cNvPr>
          <p:cNvSpPr txBox="1"/>
          <p:nvPr/>
        </p:nvSpPr>
        <p:spPr>
          <a:xfrm>
            <a:off x="2476500" y="27305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3190F40-0D3A-4DB3-9B95-AB9FC86011F6}"/>
              </a:ext>
            </a:extLst>
          </p:cNvPr>
          <p:cNvSpPr txBox="1"/>
          <p:nvPr/>
        </p:nvSpPr>
        <p:spPr>
          <a:xfrm>
            <a:off x="2921000" y="2768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13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6560898A-4C0E-4E4F-848E-31E637A3F63D}"/>
              </a:ext>
            </a:extLst>
          </p:cNvPr>
          <p:cNvSpPr/>
          <p:nvPr/>
        </p:nvSpPr>
        <p:spPr>
          <a:xfrm>
            <a:off x="952500" y="3263900"/>
            <a:ext cx="1397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MISO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C4D1E013-E34D-4761-8F1D-40657F511EE2}"/>
              </a:ext>
            </a:extLst>
          </p:cNvPr>
          <p:cNvSpPr txBox="1"/>
          <p:nvPr/>
        </p:nvSpPr>
        <p:spPr>
          <a:xfrm>
            <a:off x="2476500" y="32639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C6CB2C7-8EE3-4AA3-B377-442B7323A216}"/>
              </a:ext>
            </a:extLst>
          </p:cNvPr>
          <p:cNvSpPr txBox="1"/>
          <p:nvPr/>
        </p:nvSpPr>
        <p:spPr>
          <a:xfrm>
            <a:off x="2921000" y="33020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12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0086BA22-DA77-440A-B104-989834613AC7}"/>
              </a:ext>
            </a:extLst>
          </p:cNvPr>
          <p:cNvSpPr/>
          <p:nvPr/>
        </p:nvSpPr>
        <p:spPr>
          <a:xfrm>
            <a:off x="952500" y="3797300"/>
            <a:ext cx="1397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SCLK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89A1D58-5CB6-41F5-8FDD-23AF58C79723}"/>
              </a:ext>
            </a:extLst>
          </p:cNvPr>
          <p:cNvSpPr txBox="1"/>
          <p:nvPr/>
        </p:nvSpPr>
        <p:spPr>
          <a:xfrm>
            <a:off x="2476500" y="37973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CDDEA58-5850-412E-966E-46C7ECBF39E5}"/>
              </a:ext>
            </a:extLst>
          </p:cNvPr>
          <p:cNvSpPr txBox="1"/>
          <p:nvPr/>
        </p:nvSpPr>
        <p:spPr>
          <a:xfrm>
            <a:off x="2921000" y="38354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14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69B71DD-7860-4B88-B7D4-01DCD9F8A984}"/>
              </a:ext>
            </a:extLst>
          </p:cNvPr>
          <p:cNvSpPr/>
          <p:nvPr/>
        </p:nvSpPr>
        <p:spPr>
          <a:xfrm>
            <a:off x="952500" y="4330700"/>
            <a:ext cx="1397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CS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66A4761-C6BC-4933-8348-A0311E26080C}"/>
              </a:ext>
            </a:extLst>
          </p:cNvPr>
          <p:cNvSpPr txBox="1"/>
          <p:nvPr/>
        </p:nvSpPr>
        <p:spPr>
          <a:xfrm>
            <a:off x="2476500" y="43307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E2C66FC-977E-427D-BC3D-4892BCA06971}"/>
              </a:ext>
            </a:extLst>
          </p:cNvPr>
          <p:cNvSpPr txBox="1"/>
          <p:nvPr/>
        </p:nvSpPr>
        <p:spPr>
          <a:xfrm>
            <a:off x="2921000" y="43688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15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4675CD2B-C591-46C0-A029-E86D12A81CB3}"/>
              </a:ext>
            </a:extLst>
          </p:cNvPr>
          <p:cNvSpPr/>
          <p:nvPr/>
        </p:nvSpPr>
        <p:spPr>
          <a:xfrm>
            <a:off x="6223000" y="1524000"/>
            <a:ext cx="5334000" cy="3683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660318A6-43B9-49A7-8D26-68A175080C53}"/>
              </a:ext>
            </a:extLst>
          </p:cNvPr>
          <p:cNvSpPr/>
          <p:nvPr/>
        </p:nvSpPr>
        <p:spPr>
          <a:xfrm>
            <a:off x="6223000" y="1524000"/>
            <a:ext cx="101600" cy="3683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84EEAAE-A9A2-4EE8-998A-E4E89D5A7744}"/>
              </a:ext>
            </a:extLst>
          </p:cNvPr>
          <p:cNvSpPr txBox="1"/>
          <p:nvPr/>
        </p:nvSpPr>
        <p:spPr>
          <a:xfrm>
            <a:off x="6540500" y="1778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9F7AEA"/>
                </a:solidFill>
                <a:latin typeface="Inter"/>
              </a:rPr>
              <a:t>VSPI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8A8D3DD-3D66-450B-ABDB-9B4AA5D2F63E}"/>
              </a:ext>
            </a:extLst>
          </p:cNvPr>
          <p:cNvSpPr txBox="1"/>
          <p:nvPr/>
        </p:nvSpPr>
        <p:spPr>
          <a:xfrm>
            <a:off x="6540500" y="2260600"/>
            <a:ext cx="482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4A5568"/>
                </a:solidFill>
                <a:latin typeface="Inter"/>
              </a:rPr>
              <a:t>SPI3 (padrão Arduino)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93EFBADF-60CB-4BC3-8348-ECC7AE1BFADF}"/>
              </a:ext>
            </a:extLst>
          </p:cNvPr>
          <p:cNvSpPr/>
          <p:nvPr/>
        </p:nvSpPr>
        <p:spPr>
          <a:xfrm>
            <a:off x="6540500" y="2730500"/>
            <a:ext cx="1397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MOSI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BB9A3238-5976-43D9-89BB-0132A689E273}"/>
              </a:ext>
            </a:extLst>
          </p:cNvPr>
          <p:cNvSpPr txBox="1"/>
          <p:nvPr/>
        </p:nvSpPr>
        <p:spPr>
          <a:xfrm>
            <a:off x="8064500" y="27305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8D6711B3-14FA-44BC-95C5-F29B35A22D77}"/>
              </a:ext>
            </a:extLst>
          </p:cNvPr>
          <p:cNvSpPr txBox="1"/>
          <p:nvPr/>
        </p:nvSpPr>
        <p:spPr>
          <a:xfrm>
            <a:off x="8509000" y="2768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23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3FCC9926-A66B-4726-8EB3-FBAA87E53F95}"/>
              </a:ext>
            </a:extLst>
          </p:cNvPr>
          <p:cNvSpPr/>
          <p:nvPr/>
        </p:nvSpPr>
        <p:spPr>
          <a:xfrm>
            <a:off x="6540500" y="3263900"/>
            <a:ext cx="1397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MISO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42B661D8-AC59-458E-848A-0CE64C38E419}"/>
              </a:ext>
            </a:extLst>
          </p:cNvPr>
          <p:cNvSpPr txBox="1"/>
          <p:nvPr/>
        </p:nvSpPr>
        <p:spPr>
          <a:xfrm>
            <a:off x="8064500" y="32639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B188BEC2-365F-4327-8724-D23C1829F49A}"/>
              </a:ext>
            </a:extLst>
          </p:cNvPr>
          <p:cNvSpPr txBox="1"/>
          <p:nvPr/>
        </p:nvSpPr>
        <p:spPr>
          <a:xfrm>
            <a:off x="8509000" y="33020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19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E807B79D-2CA3-4F65-A836-55EFCD4A2EDE}"/>
              </a:ext>
            </a:extLst>
          </p:cNvPr>
          <p:cNvSpPr/>
          <p:nvPr/>
        </p:nvSpPr>
        <p:spPr>
          <a:xfrm>
            <a:off x="6540500" y="3797300"/>
            <a:ext cx="1397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SCLK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2A3B8E4-3018-4B86-BCA8-94F4B77EEB66}"/>
              </a:ext>
            </a:extLst>
          </p:cNvPr>
          <p:cNvSpPr txBox="1"/>
          <p:nvPr/>
        </p:nvSpPr>
        <p:spPr>
          <a:xfrm>
            <a:off x="8064500" y="37973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F271FA08-16E2-4B9B-99CF-A31808E1AD9F}"/>
              </a:ext>
            </a:extLst>
          </p:cNvPr>
          <p:cNvSpPr txBox="1"/>
          <p:nvPr/>
        </p:nvSpPr>
        <p:spPr>
          <a:xfrm>
            <a:off x="8509000" y="38354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18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1E9FE9B9-A8E1-4CAA-AFD7-4D654E7E52EC}"/>
              </a:ext>
            </a:extLst>
          </p:cNvPr>
          <p:cNvSpPr/>
          <p:nvPr/>
        </p:nvSpPr>
        <p:spPr>
          <a:xfrm>
            <a:off x="6540500" y="4330700"/>
            <a:ext cx="1397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CS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26F0D2DF-90E5-4627-BBC1-9EE25F6E9171}"/>
              </a:ext>
            </a:extLst>
          </p:cNvPr>
          <p:cNvSpPr txBox="1"/>
          <p:nvPr/>
        </p:nvSpPr>
        <p:spPr>
          <a:xfrm>
            <a:off x="8064500" y="4330700"/>
            <a:ext cx="381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04455951-9D2F-4F47-B612-688B454FF368}"/>
              </a:ext>
            </a:extLst>
          </p:cNvPr>
          <p:cNvSpPr txBox="1"/>
          <p:nvPr/>
        </p:nvSpPr>
        <p:spPr>
          <a:xfrm>
            <a:off x="8509000" y="43688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Consolas"/>
              </a:rPr>
              <a:t>GPIO 5</a:t>
            </a:r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065AFBFE-54DF-403A-92DC-546288BFDAF7}"/>
              </a:ext>
            </a:extLst>
          </p:cNvPr>
          <p:cNvSpPr/>
          <p:nvPr/>
        </p:nvSpPr>
        <p:spPr>
          <a:xfrm>
            <a:off x="635000" y="5461000"/>
            <a:ext cx="10922000" cy="1079500"/>
          </a:xfrm>
          <a:prstGeom prst="roundRect">
            <a:avLst/>
          </a:prstGeom>
          <a:solidFill>
            <a:srgbClr val="E0F2FE"/>
          </a:solidFill>
          <a:ln w="127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87C0C4B2-76EB-4DB8-AE3A-2C4003B64B6F}"/>
              </a:ext>
            </a:extLst>
          </p:cNvPr>
          <p:cNvSpPr/>
          <p:nvPr/>
        </p:nvSpPr>
        <p:spPr>
          <a:xfrm>
            <a:off x="889000" y="5715000"/>
            <a:ext cx="571500" cy="5715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i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9C51EC38-BB63-45F8-BAC3-466FF16E8E8C}"/>
              </a:ext>
            </a:extLst>
          </p:cNvPr>
          <p:cNvSpPr txBox="1"/>
          <p:nvPr/>
        </p:nvSpPr>
        <p:spPr>
          <a:xfrm>
            <a:off x="1651000" y="5664200"/>
            <a:ext cx="977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Graças à GPIO Matrix, qualquer pino livre pode rotear os sinais SPI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A2E2077-7D77-46B6-80B0-2123302993B9}"/>
              </a:ext>
            </a:extLst>
          </p:cNvPr>
          <p:cNvSpPr txBox="1"/>
          <p:nvPr/>
        </p:nvSpPr>
        <p:spPr>
          <a:xfrm>
            <a:off x="1651000" y="5994400"/>
            <a:ext cx="977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Consolas"/>
              </a:rPr>
              <a:t>Os GPIOs acima são apenas o default — em código pode usar SPI.begin(sck, miso, mosi, ss)</a:t>
            </a:r>
          </a:p>
        </p:txBody>
      </p:sp>
    </p:spTree>
    <p:extLst>
      <p:ext uri="{BB962C8B-B14F-4D97-AF65-F5344CB8AC3E}">
        <p14:creationId xmlns:p14="http://schemas.microsoft.com/office/powerpoint/2010/main" val="646831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3804A11-E477-4C3A-821F-894876E29EE5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E97730D-9A79-42F2-9766-AFA9D88D2481}"/>
              </a:ext>
            </a:extLst>
          </p:cNvPr>
          <p:cNvSpPr txBox="1"/>
          <p:nvPr/>
        </p:nvSpPr>
        <p:spPr>
          <a:xfrm>
            <a:off x="508000" y="279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FC3F7"/>
                </a:solidFill>
                <a:latin typeface="Inter"/>
              </a:rPr>
              <a:t>HANDS-ON · SPI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7D29C14-FDC8-421A-BF06-1030D103F5E4}"/>
              </a:ext>
            </a:extLst>
          </p:cNvPr>
          <p:cNvSpPr txBox="1"/>
          <p:nvPr/>
        </p:nvSpPr>
        <p:spPr>
          <a:xfrm>
            <a:off x="508000" y="571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Display TFT ILI9341 240×320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2461E63-19C2-4FF4-A1EC-17CD11E63DCD}"/>
              </a:ext>
            </a:extLst>
          </p:cNvPr>
          <p:cNvSpPr txBox="1"/>
          <p:nvPr/>
        </p:nvSpPr>
        <p:spPr>
          <a:xfrm>
            <a:off x="711200" y="2120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7DD3FC"/>
                </a:solidFill>
                <a:latin typeface="Consolas"/>
              </a:rPr>
              <a:t>#include &lt;Adafruit_ILI9341.h&gt;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C20E40B-C591-4935-9B28-397C02FB6C29}"/>
              </a:ext>
            </a:extLst>
          </p:cNvPr>
          <p:cNvSpPr txBox="1"/>
          <p:nvPr/>
        </p:nvSpPr>
        <p:spPr>
          <a:xfrm>
            <a:off x="711200" y="2501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FBBF24"/>
                </a:solidFill>
                <a:latin typeface="Consolas"/>
              </a:rPr>
              <a:t>#define TFT_CS    5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A6A63D46-C9FB-4BA5-8702-1AC5BC3343EB}"/>
              </a:ext>
            </a:extLst>
          </p:cNvPr>
          <p:cNvSpPr txBox="1"/>
          <p:nvPr/>
        </p:nvSpPr>
        <p:spPr>
          <a:xfrm>
            <a:off x="711200" y="30734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9B7595BC-65D7-42DE-B823-EA1F3B63E726}"/>
              </a:ext>
            </a:extLst>
          </p:cNvPr>
          <p:cNvSpPr txBox="1"/>
          <p:nvPr/>
        </p:nvSpPr>
        <p:spPr>
          <a:xfrm>
            <a:off x="711200" y="4025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E2E8F0"/>
                </a:solidFill>
                <a:latin typeface="Consolas"/>
              </a:rPr>
              <a:t> </a:t>
            </a:r>
          </a:p>
        </p:txBody>
      </p:sp>
      <p:grpSp>
        <p:nvGrpSpPr>
          <p:cNvPr id="49" name="Agrupar 48" descr="{Arduino}">
            <a:extLst>
              <a:ext uri="{FF2B5EF4-FFF2-40B4-BE49-F238E27FC236}">
                <a16:creationId xmlns:a16="http://schemas.microsoft.com/office/drawing/2014/main" id="{672AA36C-C80F-A8F4-271B-0CCD6FB06F1E}"/>
              </a:ext>
            </a:extLst>
          </p:cNvPr>
          <p:cNvGrpSpPr/>
          <p:nvPr/>
        </p:nvGrpSpPr>
        <p:grpSpPr>
          <a:xfrm>
            <a:off x="508000" y="1397000"/>
            <a:ext cx="7048500" cy="4826000"/>
            <a:chOff x="508000" y="1397000"/>
            <a:chExt cx="7048500" cy="4826000"/>
          </a:xfrm>
        </p:grpSpPr>
        <p:sp>
          <p:nvSpPr>
            <p:cNvPr id="5" name="Retângulo: Cantos Arredondados 4" descr="Border: inferiores">
              <a:extLst>
                <a:ext uri="{FF2B5EF4-FFF2-40B4-BE49-F238E27FC236}">
                  <a16:creationId xmlns:a16="http://schemas.microsoft.com/office/drawing/2014/main" id="{80D8D787-C1FB-4737-89DC-C607F7A7A92E}"/>
                </a:ext>
              </a:extLst>
            </p:cNvPr>
            <p:cNvSpPr/>
            <p:nvPr/>
          </p:nvSpPr>
          <p:spPr>
            <a:xfrm>
              <a:off x="508000" y="1397000"/>
              <a:ext cx="7048500" cy="4826000"/>
            </a:xfrm>
            <a:prstGeom prst="roundRect">
              <a:avLst/>
            </a:prstGeom>
            <a:solidFill>
              <a:srgbClr val="1E293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7CE6ED6E-C470-4CCA-9F4D-8454B003ED12}"/>
                </a:ext>
              </a:extLst>
            </p:cNvPr>
            <p:cNvSpPr/>
            <p:nvPr/>
          </p:nvSpPr>
          <p:spPr>
            <a:xfrm>
              <a:off x="508000" y="1397000"/>
              <a:ext cx="7048500" cy="406400"/>
            </a:xfrm>
            <a:prstGeom prst="rect">
              <a:avLst/>
            </a:prstGeom>
            <a:solidFill>
              <a:srgbClr val="0F172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702A53B2-BFF1-4CF7-8ADB-9D536E2C59DF}"/>
                </a:ext>
              </a:extLst>
            </p:cNvPr>
            <p:cNvSpPr/>
            <p:nvPr/>
          </p:nvSpPr>
          <p:spPr>
            <a:xfrm>
              <a:off x="660400" y="1524000"/>
              <a:ext cx="152400" cy="152400"/>
            </a:xfrm>
            <a:prstGeom prst="ellipse">
              <a:avLst/>
            </a:prstGeom>
            <a:solidFill>
              <a:srgbClr val="FF5F56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40C312EE-3710-49F2-B0A0-124E993ACA5B}"/>
                </a:ext>
              </a:extLst>
            </p:cNvPr>
            <p:cNvSpPr/>
            <p:nvPr/>
          </p:nvSpPr>
          <p:spPr>
            <a:xfrm>
              <a:off x="889000" y="1524000"/>
              <a:ext cx="152400" cy="152400"/>
            </a:xfrm>
            <a:prstGeom prst="ellipse">
              <a:avLst/>
            </a:prstGeom>
            <a:solidFill>
              <a:srgbClr val="FFBD2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3E5F8DA5-E04E-4C67-987A-B3780EC2268D}"/>
                </a:ext>
              </a:extLst>
            </p:cNvPr>
            <p:cNvSpPr/>
            <p:nvPr/>
          </p:nvSpPr>
          <p:spPr>
            <a:xfrm>
              <a:off x="1117600" y="1524000"/>
              <a:ext cx="152400" cy="152400"/>
            </a:xfrm>
            <a:prstGeom prst="ellipse">
              <a:avLst/>
            </a:prstGeom>
            <a:solidFill>
              <a:srgbClr val="27C93F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288E6A25-1FDE-44F9-B724-B4BBA2C44E86}"/>
                </a:ext>
              </a:extLst>
            </p:cNvPr>
            <p:cNvSpPr txBox="1"/>
            <p:nvPr/>
          </p:nvSpPr>
          <p:spPr>
            <a:xfrm>
              <a:off x="1524000" y="1473200"/>
              <a:ext cx="25400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>
                  <a:solidFill>
                    <a:srgbClr val="94A3B8"/>
                  </a:solidFill>
                  <a:latin typeface="Consolas"/>
                </a:rPr>
                <a:t>tft_demo.ino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DDDC1ED-FAEF-446B-9057-3C5D6E8F33A4}"/>
                </a:ext>
              </a:extLst>
            </p:cNvPr>
            <p:cNvSpPr txBox="1"/>
            <p:nvPr/>
          </p:nvSpPr>
          <p:spPr>
            <a:xfrm>
              <a:off x="711200" y="1930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7DD3FC"/>
                  </a:solidFill>
                  <a:latin typeface="Consolas"/>
                </a:rPr>
                <a:t>#include &lt;Adafruit_GFX.h&gt;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3C816B6B-6600-402B-B8F9-4D3E6BD6767F}"/>
                </a:ext>
              </a:extLst>
            </p:cNvPr>
            <p:cNvSpPr txBox="1"/>
            <p:nvPr/>
          </p:nvSpPr>
          <p:spPr>
            <a:xfrm>
              <a:off x="711200" y="2311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4DD46906-0114-47BF-B6BD-B05DA2F5CFE6}"/>
                </a:ext>
              </a:extLst>
            </p:cNvPr>
            <p:cNvSpPr txBox="1"/>
            <p:nvPr/>
          </p:nvSpPr>
          <p:spPr>
            <a:xfrm>
              <a:off x="711200" y="2692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FBBF24"/>
                  </a:solidFill>
                  <a:latin typeface="Consolas"/>
                </a:rPr>
                <a:t>#define TFT_DC    2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D38C71CB-28DF-4433-B42D-A1B6C396916E}"/>
                </a:ext>
              </a:extLst>
            </p:cNvPr>
            <p:cNvSpPr txBox="1"/>
            <p:nvPr/>
          </p:nvSpPr>
          <p:spPr>
            <a:xfrm>
              <a:off x="711200" y="2882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FBBF24"/>
                  </a:solidFill>
                  <a:latin typeface="Consolas"/>
                </a:rPr>
                <a:t>#define TFT_RST   4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7AE90221-C000-418F-AAC6-08366CA14090}"/>
                </a:ext>
              </a:extLst>
            </p:cNvPr>
            <p:cNvSpPr txBox="1"/>
            <p:nvPr/>
          </p:nvSpPr>
          <p:spPr>
            <a:xfrm>
              <a:off x="711200" y="3263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Adafruit_ILI9341 tft =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A82B5E00-92B7-4EFD-9092-1C543DD849FC}"/>
                </a:ext>
              </a:extLst>
            </p:cNvPr>
            <p:cNvSpPr txBox="1"/>
            <p:nvPr/>
          </p:nvSpPr>
          <p:spPr>
            <a:xfrm>
              <a:off x="711200" y="3454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Adafruit_ILI9341(TFT_CS,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3EFB0B31-3902-4E8F-8902-CB9750BDCD87}"/>
                </a:ext>
              </a:extLst>
            </p:cNvPr>
            <p:cNvSpPr txBox="1"/>
            <p:nvPr/>
          </p:nvSpPr>
          <p:spPr>
            <a:xfrm>
              <a:off x="711200" y="3644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                TFT_DC,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79FB64DF-3B37-4355-B859-9608B90B472A}"/>
                </a:ext>
              </a:extLst>
            </p:cNvPr>
            <p:cNvSpPr txBox="1"/>
            <p:nvPr/>
          </p:nvSpPr>
          <p:spPr>
            <a:xfrm>
              <a:off x="711200" y="3835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                TFT_RST);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04F98BD0-BC00-4FAB-9EF0-BE92B9CB3B67}"/>
                </a:ext>
              </a:extLst>
            </p:cNvPr>
            <p:cNvSpPr txBox="1"/>
            <p:nvPr/>
          </p:nvSpPr>
          <p:spPr>
            <a:xfrm>
              <a:off x="711200" y="4216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C084FC"/>
                  </a:solidFill>
                  <a:latin typeface="Consolas"/>
                </a:rPr>
                <a:t>void setup() {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8E809EC2-A515-4B9E-B146-7C6FA46860A8}"/>
                </a:ext>
              </a:extLst>
            </p:cNvPr>
            <p:cNvSpPr txBox="1"/>
            <p:nvPr/>
          </p:nvSpPr>
          <p:spPr>
            <a:xfrm>
              <a:off x="711200" y="4406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tft.begin();</a:t>
              </a:r>
            </a:p>
          </p:txBody>
        </p: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89618D23-448B-462E-8FDB-A3B9ABC9173E}"/>
                </a:ext>
              </a:extLst>
            </p:cNvPr>
            <p:cNvSpPr txBox="1"/>
            <p:nvPr/>
          </p:nvSpPr>
          <p:spPr>
            <a:xfrm>
              <a:off x="711200" y="4597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tft.setRotation(1);</a:t>
              </a:r>
            </a:p>
          </p:txBody>
        </p:sp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52F01B9A-AE3C-4662-A8B4-F99BF9A13BC3}"/>
                </a:ext>
              </a:extLst>
            </p:cNvPr>
            <p:cNvSpPr txBox="1"/>
            <p:nvPr/>
          </p:nvSpPr>
          <p:spPr>
            <a:xfrm>
              <a:off x="711200" y="4787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tft.fillScreen(ILI9341_BLACK);</a:t>
              </a:r>
            </a:p>
          </p:txBody>
        </p:sp>
        <p:sp>
          <p:nvSpPr>
            <p:cNvPr id="27" name="CaixaDeTexto 26">
              <a:extLst>
                <a:ext uri="{FF2B5EF4-FFF2-40B4-BE49-F238E27FC236}">
                  <a16:creationId xmlns:a16="http://schemas.microsoft.com/office/drawing/2014/main" id="{E999E5FC-460A-43FC-9CFB-8CF754AEE553}"/>
                </a:ext>
              </a:extLst>
            </p:cNvPr>
            <p:cNvSpPr txBox="1"/>
            <p:nvPr/>
          </p:nvSpPr>
          <p:spPr>
            <a:xfrm>
              <a:off x="711200" y="4978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tft.setTextColor(</a:t>
              </a:r>
            </a:p>
          </p:txBody>
        </p: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956FFCD6-AB68-4857-994B-F9015AB40465}"/>
                </a:ext>
              </a:extLst>
            </p:cNvPr>
            <p:cNvSpPr txBox="1"/>
            <p:nvPr/>
          </p:nvSpPr>
          <p:spPr>
            <a:xfrm>
              <a:off x="711200" y="5168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  ILI9341_GREEN);</a:t>
              </a:r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3FAC8800-DE5F-4345-A845-B076A8A99393}"/>
                </a:ext>
              </a:extLst>
            </p:cNvPr>
            <p:cNvSpPr txBox="1"/>
            <p:nvPr/>
          </p:nvSpPr>
          <p:spPr>
            <a:xfrm>
              <a:off x="711200" y="5359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tft.setTextSize(3);</a:t>
              </a:r>
            </a:p>
          </p:txBody>
        </p:sp>
        <p:sp>
          <p:nvSpPr>
            <p:cNvPr id="30" name="CaixaDeTexto 29">
              <a:extLst>
                <a:ext uri="{FF2B5EF4-FFF2-40B4-BE49-F238E27FC236}">
                  <a16:creationId xmlns:a16="http://schemas.microsoft.com/office/drawing/2014/main" id="{ABD88648-8DF3-45F5-A402-13015ADD3D98}"/>
                </a:ext>
              </a:extLst>
            </p:cNvPr>
            <p:cNvSpPr txBox="1"/>
            <p:nvPr/>
          </p:nvSpPr>
          <p:spPr>
            <a:xfrm>
              <a:off x="711200" y="5549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tft.setCursor(20, 80);</a:t>
              </a:r>
            </a:p>
          </p:txBody>
        </p: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id="{DD0A1610-800B-47D0-8F04-C3EC3772AA7F}"/>
                </a:ext>
              </a:extLst>
            </p:cNvPr>
            <p:cNvSpPr txBox="1"/>
            <p:nvPr/>
          </p:nvSpPr>
          <p:spPr>
            <a:xfrm>
              <a:off x="711200" y="5740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tft.println("ESP32");</a:t>
              </a:r>
            </a:p>
          </p:txBody>
        </p:sp>
      </p:grp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ED6627C9-57A2-4F1B-A1AC-5E7DD989459E}"/>
              </a:ext>
            </a:extLst>
          </p:cNvPr>
          <p:cNvSpPr txBox="1"/>
          <p:nvPr/>
        </p:nvSpPr>
        <p:spPr>
          <a:xfrm>
            <a:off x="711200" y="5930900"/>
            <a:ext cx="6667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C084FC"/>
                </a:solidFill>
                <a:latin typeface="Consolas"/>
              </a:rPr>
              <a:t>}</a:t>
            </a:r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3FC06DC4-1769-4ABF-B374-F83AFC99BD34}"/>
              </a:ext>
            </a:extLst>
          </p:cNvPr>
          <p:cNvSpPr/>
          <p:nvPr/>
        </p:nvSpPr>
        <p:spPr>
          <a:xfrm>
            <a:off x="7937500" y="1397000"/>
            <a:ext cx="3683000" cy="2794000"/>
          </a:xfrm>
          <a:prstGeom prst="roundRect">
            <a:avLst/>
          </a:prstGeom>
          <a:solidFill>
            <a:srgbClr val="1A1A2E"/>
          </a:solidFill>
          <a:ln w="25400" cap="flat" cmpd="sng" algn="ctr">
            <a:solidFill>
              <a:srgbClr val="47556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69910586-9BE5-42D2-B3DC-6194605423F8}"/>
              </a:ext>
            </a:extLst>
          </p:cNvPr>
          <p:cNvSpPr/>
          <p:nvPr/>
        </p:nvSpPr>
        <p:spPr>
          <a:xfrm>
            <a:off x="8128000" y="1587500"/>
            <a:ext cx="3302000" cy="2413000"/>
          </a:xfrm>
          <a:prstGeom prst="rect">
            <a:avLst/>
          </a:prstGeom>
          <a:solidFill>
            <a:srgbClr val="0000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E14B2A86-A6F1-4A7D-893D-AE16976C2479}"/>
              </a:ext>
            </a:extLst>
          </p:cNvPr>
          <p:cNvSpPr txBox="1"/>
          <p:nvPr/>
        </p:nvSpPr>
        <p:spPr>
          <a:xfrm>
            <a:off x="8318500" y="2032000"/>
            <a:ext cx="2921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27C93F"/>
                </a:solidFill>
                <a:latin typeface="Consolas"/>
              </a:rPr>
              <a:t>ESP32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916E31B5-1C4C-40E3-9C41-2D91BBE910EB}"/>
              </a:ext>
            </a:extLst>
          </p:cNvPr>
          <p:cNvSpPr txBox="1"/>
          <p:nvPr/>
        </p:nvSpPr>
        <p:spPr>
          <a:xfrm>
            <a:off x="8318500" y="2667000"/>
            <a:ext cx="2921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4FC3F7"/>
                </a:solidFill>
                <a:latin typeface="Consolas"/>
              </a:rPr>
              <a:t>Workshop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F9AE88E2-BDE3-4E24-A32C-3A2E8E505E2D}"/>
              </a:ext>
            </a:extLst>
          </p:cNvPr>
          <p:cNvSpPr txBox="1"/>
          <p:nvPr/>
        </p:nvSpPr>
        <p:spPr>
          <a:xfrm>
            <a:off x="8318500" y="32385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FFD93D"/>
                </a:solidFill>
                <a:latin typeface="Consolas"/>
              </a:rPr>
              <a:t>SPI @ 40MHz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58BB7C99-47BF-452B-8F79-62A563483F58}"/>
              </a:ext>
            </a:extLst>
          </p:cNvPr>
          <p:cNvSpPr txBox="1"/>
          <p:nvPr/>
        </p:nvSpPr>
        <p:spPr>
          <a:xfrm>
            <a:off x="7937500" y="4292600"/>
            <a:ext cx="368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A5568"/>
                </a:solidFill>
                <a:latin typeface="Inter"/>
              </a:rPr>
              <a:t>240 × 320 px · 16-bit color</a:t>
            </a:r>
            <a:endParaRPr lang="pt-BR" sz="1400">
              <a:solidFill>
                <a:srgbClr val="4A5568"/>
              </a:solidFill>
              <a:latin typeface="Inter"/>
            </a:endParaRP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588EC805-75A9-4730-BE22-306580A815E5}"/>
              </a:ext>
            </a:extLst>
          </p:cNvPr>
          <p:cNvSpPr/>
          <p:nvPr/>
        </p:nvSpPr>
        <p:spPr>
          <a:xfrm>
            <a:off x="7937500" y="4635500"/>
            <a:ext cx="3683000" cy="1587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D251261A-A294-417F-AA06-A752EE91268C}"/>
              </a:ext>
            </a:extLst>
          </p:cNvPr>
          <p:cNvSpPr txBox="1"/>
          <p:nvPr/>
        </p:nvSpPr>
        <p:spPr>
          <a:xfrm>
            <a:off x="8128000" y="4762500"/>
            <a:ext cx="330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Conexões (VSPI)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4349D1DE-44F5-432A-B285-D981415DE123}"/>
              </a:ext>
            </a:extLst>
          </p:cNvPr>
          <p:cNvSpPr txBox="1"/>
          <p:nvPr/>
        </p:nvSpPr>
        <p:spPr>
          <a:xfrm>
            <a:off x="8128000" y="50800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FC3F7"/>
                </a:solidFill>
                <a:latin typeface="Consolas"/>
              </a:rPr>
              <a:t>SCK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D8079EAA-45B5-4745-9A5B-29EEFE4B6639}"/>
              </a:ext>
            </a:extLst>
          </p:cNvPr>
          <p:cNvSpPr txBox="1"/>
          <p:nvPr/>
        </p:nvSpPr>
        <p:spPr>
          <a:xfrm>
            <a:off x="8763000" y="50800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Consolas"/>
              </a:rPr>
              <a:t>GPIO 18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07BA9948-CE50-40B3-ACF2-2E5BB56C72C0}"/>
              </a:ext>
            </a:extLst>
          </p:cNvPr>
          <p:cNvSpPr txBox="1"/>
          <p:nvPr/>
        </p:nvSpPr>
        <p:spPr>
          <a:xfrm>
            <a:off x="9842500" y="50800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FC3F7"/>
                </a:solidFill>
                <a:latin typeface="Consolas"/>
              </a:rPr>
              <a:t>MOSI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BCD300C8-0C81-4638-BEAC-DD849CC22D2D}"/>
              </a:ext>
            </a:extLst>
          </p:cNvPr>
          <p:cNvSpPr txBox="1"/>
          <p:nvPr/>
        </p:nvSpPr>
        <p:spPr>
          <a:xfrm>
            <a:off x="10477500" y="50800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Consolas"/>
              </a:rPr>
              <a:t>GPIO 23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2AFF2B89-DD3F-43F1-BA60-FFA10CA71F21}"/>
              </a:ext>
            </a:extLst>
          </p:cNvPr>
          <p:cNvSpPr txBox="1"/>
          <p:nvPr/>
        </p:nvSpPr>
        <p:spPr>
          <a:xfrm>
            <a:off x="8128000" y="53975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FC3F7"/>
                </a:solidFill>
                <a:latin typeface="Consolas"/>
              </a:rPr>
              <a:t>CS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138ED08E-4120-4402-AAC7-CB9F52A26C15}"/>
              </a:ext>
            </a:extLst>
          </p:cNvPr>
          <p:cNvSpPr txBox="1"/>
          <p:nvPr/>
        </p:nvSpPr>
        <p:spPr>
          <a:xfrm>
            <a:off x="8763000" y="53975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Consolas"/>
              </a:rPr>
              <a:t>GPIO 5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2EE10125-DC17-4736-A8F9-41FFA3998945}"/>
              </a:ext>
            </a:extLst>
          </p:cNvPr>
          <p:cNvSpPr txBox="1"/>
          <p:nvPr/>
        </p:nvSpPr>
        <p:spPr>
          <a:xfrm>
            <a:off x="9842500" y="5397500"/>
            <a:ext cx="63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FC3F7"/>
                </a:solidFill>
                <a:latin typeface="Consolas"/>
              </a:rPr>
              <a:t>DC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DAE58015-E84B-4379-BB25-92B2BF27E773}"/>
              </a:ext>
            </a:extLst>
          </p:cNvPr>
          <p:cNvSpPr txBox="1"/>
          <p:nvPr/>
        </p:nvSpPr>
        <p:spPr>
          <a:xfrm>
            <a:off x="10477500" y="53975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Consolas"/>
              </a:rPr>
              <a:t>GPIO 2</a:t>
            </a:r>
          </a:p>
        </p:txBody>
      </p:sp>
    </p:spTree>
    <p:extLst>
      <p:ext uri="{BB962C8B-B14F-4D97-AF65-F5344CB8AC3E}">
        <p14:creationId xmlns:p14="http://schemas.microsoft.com/office/powerpoint/2010/main" val="11379797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28C3112-0169-4728-81DD-05240590BC23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0645B29-3FDF-43BB-B0CA-D19B1063793A}"/>
              </a:ext>
            </a:extLst>
          </p:cNvPr>
          <p:cNvSpPr txBox="1"/>
          <p:nvPr/>
        </p:nvSpPr>
        <p:spPr>
          <a:xfrm>
            <a:off x="508000" y="279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FC3F7"/>
                </a:solidFill>
                <a:latin typeface="Inter"/>
              </a:rPr>
              <a:t>HANDS-ON · SPI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8615FBF-0133-4675-ABE5-F42E36EB3FED}"/>
              </a:ext>
            </a:extLst>
          </p:cNvPr>
          <p:cNvSpPr txBox="1"/>
          <p:nvPr/>
        </p:nvSpPr>
        <p:spPr>
          <a:xfrm>
            <a:off x="508000" y="571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Cartão SD — gravar log no cartão</a:t>
            </a:r>
          </a:p>
        </p:txBody>
      </p:sp>
      <p:grpSp>
        <p:nvGrpSpPr>
          <p:cNvPr id="50" name="Agrupar 49" descr="{Arduino}">
            <a:extLst>
              <a:ext uri="{FF2B5EF4-FFF2-40B4-BE49-F238E27FC236}">
                <a16:creationId xmlns:a16="http://schemas.microsoft.com/office/drawing/2014/main" id="{99D49EFF-74DD-A81A-45F7-F2CBCC5D1295}"/>
              </a:ext>
            </a:extLst>
          </p:cNvPr>
          <p:cNvGrpSpPr/>
          <p:nvPr/>
        </p:nvGrpSpPr>
        <p:grpSpPr>
          <a:xfrm>
            <a:off x="508000" y="1397000"/>
            <a:ext cx="7048500" cy="4927600"/>
            <a:chOff x="508000" y="1397000"/>
            <a:chExt cx="7048500" cy="4927600"/>
          </a:xfrm>
        </p:grpSpPr>
        <p:sp>
          <p:nvSpPr>
            <p:cNvPr id="5" name="Retângulo: Cantos Arredondados 4" descr="Border: inferiores">
              <a:extLst>
                <a:ext uri="{FF2B5EF4-FFF2-40B4-BE49-F238E27FC236}">
                  <a16:creationId xmlns:a16="http://schemas.microsoft.com/office/drawing/2014/main" id="{386CF46D-D9A3-4C2C-BFD9-250F690E10F4}"/>
                </a:ext>
              </a:extLst>
            </p:cNvPr>
            <p:cNvSpPr/>
            <p:nvPr/>
          </p:nvSpPr>
          <p:spPr>
            <a:xfrm>
              <a:off x="508000" y="1397000"/>
              <a:ext cx="7048500" cy="4826000"/>
            </a:xfrm>
            <a:prstGeom prst="roundRect">
              <a:avLst/>
            </a:prstGeom>
            <a:solidFill>
              <a:srgbClr val="1E293B"/>
            </a:solidFill>
            <a:ln w="19050" cap="flat" cmpd="sng" algn="ctr">
              <a:noFill/>
              <a:prstDash val="solid"/>
              <a:miter lim="800000"/>
            </a:ln>
            <a:effectLst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 dirty="0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08A2F037-56BF-4013-A325-22D390B80E76}"/>
                </a:ext>
              </a:extLst>
            </p:cNvPr>
            <p:cNvSpPr/>
            <p:nvPr/>
          </p:nvSpPr>
          <p:spPr>
            <a:xfrm>
              <a:off x="508000" y="1397000"/>
              <a:ext cx="7048500" cy="406400"/>
            </a:xfrm>
            <a:prstGeom prst="rect">
              <a:avLst/>
            </a:prstGeom>
            <a:solidFill>
              <a:srgbClr val="0F172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A3AB7706-D452-41AA-B4DF-C9C16A8699C0}"/>
                </a:ext>
              </a:extLst>
            </p:cNvPr>
            <p:cNvSpPr/>
            <p:nvPr/>
          </p:nvSpPr>
          <p:spPr>
            <a:xfrm>
              <a:off x="660400" y="1524000"/>
              <a:ext cx="152400" cy="152400"/>
            </a:xfrm>
            <a:prstGeom prst="ellipse">
              <a:avLst/>
            </a:prstGeom>
            <a:solidFill>
              <a:srgbClr val="FF5F56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2541AE42-E902-42EC-8AA3-476ACDA8413F}"/>
                </a:ext>
              </a:extLst>
            </p:cNvPr>
            <p:cNvSpPr/>
            <p:nvPr/>
          </p:nvSpPr>
          <p:spPr>
            <a:xfrm>
              <a:off x="889000" y="1524000"/>
              <a:ext cx="152400" cy="152400"/>
            </a:xfrm>
            <a:prstGeom prst="ellipse">
              <a:avLst/>
            </a:prstGeom>
            <a:solidFill>
              <a:srgbClr val="FFBD2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09C42661-67A4-4C79-8084-5668F98A1714}"/>
                </a:ext>
              </a:extLst>
            </p:cNvPr>
            <p:cNvSpPr/>
            <p:nvPr/>
          </p:nvSpPr>
          <p:spPr>
            <a:xfrm>
              <a:off x="1117600" y="1524000"/>
              <a:ext cx="152400" cy="152400"/>
            </a:xfrm>
            <a:prstGeom prst="ellipse">
              <a:avLst/>
            </a:prstGeom>
            <a:solidFill>
              <a:srgbClr val="27C93F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88308D5C-1236-4480-84E8-0E6A87D7BF72}"/>
                </a:ext>
              </a:extLst>
            </p:cNvPr>
            <p:cNvSpPr txBox="1"/>
            <p:nvPr/>
          </p:nvSpPr>
          <p:spPr>
            <a:xfrm>
              <a:off x="1524000" y="1473200"/>
              <a:ext cx="2540000" cy="2794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>
                  <a:solidFill>
                    <a:srgbClr val="94A3B8"/>
                  </a:solidFill>
                  <a:latin typeface="Consolas"/>
                </a:rPr>
                <a:t>sd_logger.ino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DCA18BD5-FDB0-4CFF-A7FD-75CE12ED0032}"/>
                </a:ext>
              </a:extLst>
            </p:cNvPr>
            <p:cNvSpPr txBox="1"/>
            <p:nvPr/>
          </p:nvSpPr>
          <p:spPr>
            <a:xfrm>
              <a:off x="711200" y="1930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7DD3FC"/>
                  </a:solidFill>
                  <a:latin typeface="Consolas"/>
                </a:rPr>
                <a:t>#include &lt;SPI.h&gt;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91C602E7-9C62-4DFC-8CDA-CC291CD61067}"/>
                </a:ext>
              </a:extLst>
            </p:cNvPr>
            <p:cNvSpPr txBox="1"/>
            <p:nvPr/>
          </p:nvSpPr>
          <p:spPr>
            <a:xfrm>
              <a:off x="711200" y="2120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7DD3FC"/>
                  </a:solidFill>
                  <a:latin typeface="Consolas"/>
                </a:rPr>
                <a:t>#include &lt;SD.h&gt;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AEF2147E-EC38-40A2-9D38-E1BF0A02EA8B}"/>
                </a:ext>
              </a:extLst>
            </p:cNvPr>
            <p:cNvSpPr txBox="1"/>
            <p:nvPr/>
          </p:nvSpPr>
          <p:spPr>
            <a:xfrm>
              <a:off x="711200" y="2311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916C8C16-3127-483C-8C05-4E4EE997FC84}"/>
                </a:ext>
              </a:extLst>
            </p:cNvPr>
            <p:cNvSpPr txBox="1"/>
            <p:nvPr/>
          </p:nvSpPr>
          <p:spPr>
            <a:xfrm>
              <a:off x="711200" y="2501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FBBF24"/>
                  </a:solidFill>
                  <a:latin typeface="Consolas"/>
                </a:rPr>
                <a:t>#define SD_CS 5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5AD86BDE-5023-46F0-BE73-ACC8C22E3C91}"/>
                </a:ext>
              </a:extLst>
            </p:cNvPr>
            <p:cNvSpPr txBox="1"/>
            <p:nvPr/>
          </p:nvSpPr>
          <p:spPr>
            <a:xfrm>
              <a:off x="711200" y="2692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7E000488-83BD-46FD-8C08-14EA6D300625}"/>
                </a:ext>
              </a:extLst>
            </p:cNvPr>
            <p:cNvSpPr txBox="1"/>
            <p:nvPr/>
          </p:nvSpPr>
          <p:spPr>
            <a:xfrm>
              <a:off x="711200" y="2882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C084FC"/>
                  </a:solidFill>
                  <a:latin typeface="Consolas"/>
                </a:rPr>
                <a:t>void setup() {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13C92576-0847-47EE-9E26-0AA9CE6D4184}"/>
                </a:ext>
              </a:extLst>
            </p:cNvPr>
            <p:cNvSpPr txBox="1"/>
            <p:nvPr/>
          </p:nvSpPr>
          <p:spPr>
            <a:xfrm>
              <a:off x="711200" y="3073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Serial.begin(115200);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CD347ACD-8470-48EE-BD9B-5194DEB1E62A}"/>
                </a:ext>
              </a:extLst>
            </p:cNvPr>
            <p:cNvSpPr txBox="1"/>
            <p:nvPr/>
          </p:nvSpPr>
          <p:spPr>
            <a:xfrm>
              <a:off x="711200" y="3263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100">
                  <a:solidFill>
                    <a:srgbClr val="E2E8F0"/>
                  </a:solidFill>
                  <a:latin typeface="Consolas"/>
                </a:rPr>
                <a:t>  if (!SD.begin(SD_CS)) {</a:t>
              </a:r>
              <a:endParaRPr lang="pt-BR" sz="1100">
                <a:solidFill>
                  <a:srgbClr val="E2E8F0"/>
                </a:solidFill>
                <a:latin typeface="Consolas"/>
              </a:endParaRP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038E30DE-8A54-4CFE-9C77-7BDAD2D3CCB5}"/>
                </a:ext>
              </a:extLst>
            </p:cNvPr>
            <p:cNvSpPr txBox="1"/>
            <p:nvPr/>
          </p:nvSpPr>
          <p:spPr>
            <a:xfrm>
              <a:off x="711200" y="3454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  Serial.println(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90E41322-3838-4BE4-9B67-3E39AE297392}"/>
                </a:ext>
              </a:extLst>
            </p:cNvPr>
            <p:cNvSpPr txBox="1"/>
            <p:nvPr/>
          </p:nvSpPr>
          <p:spPr>
            <a:xfrm>
              <a:off x="711200" y="3644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86EFAC"/>
                  </a:solidFill>
                  <a:latin typeface="Consolas"/>
                </a:rPr>
                <a:t>      "SD fail!");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1A572104-D2EC-412B-8F07-93448F002DC2}"/>
                </a:ext>
              </a:extLst>
            </p:cNvPr>
            <p:cNvSpPr txBox="1"/>
            <p:nvPr/>
          </p:nvSpPr>
          <p:spPr>
            <a:xfrm>
              <a:off x="711200" y="3835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FB7185"/>
                  </a:solidFill>
                  <a:latin typeface="Consolas"/>
                </a:rPr>
                <a:t>    return;</a:t>
              </a: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E7D6755C-D7AF-4EB1-843C-94332FEC53B7}"/>
                </a:ext>
              </a:extLst>
            </p:cNvPr>
            <p:cNvSpPr txBox="1"/>
            <p:nvPr/>
          </p:nvSpPr>
          <p:spPr>
            <a:xfrm>
              <a:off x="711200" y="4025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}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C5188388-E2F5-418D-92B8-392A1834B9B9}"/>
                </a:ext>
              </a:extLst>
            </p:cNvPr>
            <p:cNvSpPr txBox="1"/>
            <p:nvPr/>
          </p:nvSpPr>
          <p:spPr>
            <a:xfrm>
              <a:off x="711200" y="4216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FBE951AA-4264-478E-8D56-A8C1C566C5C7}"/>
                </a:ext>
              </a:extLst>
            </p:cNvPr>
            <p:cNvSpPr txBox="1"/>
            <p:nvPr/>
          </p:nvSpPr>
          <p:spPr>
            <a:xfrm>
              <a:off x="711200" y="4406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File f = SD.open(</a:t>
              </a:r>
            </a:p>
          </p:txBody>
        </p: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E120B50A-9FA6-4FD7-AE21-6ADBBF7FAF98}"/>
                </a:ext>
              </a:extLst>
            </p:cNvPr>
            <p:cNvSpPr txBox="1"/>
            <p:nvPr/>
          </p:nvSpPr>
          <p:spPr>
            <a:xfrm>
              <a:off x="711200" y="4597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86EFAC"/>
                  </a:solidFill>
                  <a:latin typeface="Consolas"/>
                </a:rPr>
                <a:t>    "/log.txt",</a:t>
              </a:r>
            </a:p>
          </p:txBody>
        </p:sp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6E703539-C268-4778-8FD1-57047A03C6C2}"/>
                </a:ext>
              </a:extLst>
            </p:cNvPr>
            <p:cNvSpPr txBox="1"/>
            <p:nvPr/>
          </p:nvSpPr>
          <p:spPr>
            <a:xfrm>
              <a:off x="711200" y="4787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  FILE_WRITE);</a:t>
              </a:r>
            </a:p>
          </p:txBody>
        </p:sp>
        <p:sp>
          <p:nvSpPr>
            <p:cNvPr id="27" name="CaixaDeTexto 26">
              <a:extLst>
                <a:ext uri="{FF2B5EF4-FFF2-40B4-BE49-F238E27FC236}">
                  <a16:creationId xmlns:a16="http://schemas.microsoft.com/office/drawing/2014/main" id="{F9E35470-4E55-46C5-8107-4202D9CC3A43}"/>
                </a:ext>
              </a:extLst>
            </p:cNvPr>
            <p:cNvSpPr txBox="1"/>
            <p:nvPr/>
          </p:nvSpPr>
          <p:spPr>
            <a:xfrm>
              <a:off x="711200" y="4978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f.println(</a:t>
              </a:r>
            </a:p>
          </p:txBody>
        </p: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7C93B85D-D4E0-4796-B240-587B4760077F}"/>
                </a:ext>
              </a:extLst>
            </p:cNvPr>
            <p:cNvSpPr txBox="1"/>
            <p:nvPr/>
          </p:nvSpPr>
          <p:spPr>
            <a:xfrm>
              <a:off x="711200" y="5168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86EFAC"/>
                  </a:solidFill>
                  <a:latin typeface="Consolas"/>
                </a:rPr>
                <a:t>    "ESP32 boot OK");</a:t>
              </a:r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F34C354E-28E7-4536-B3BA-E9AAC0D94C53}"/>
                </a:ext>
              </a:extLst>
            </p:cNvPr>
            <p:cNvSpPr txBox="1"/>
            <p:nvPr/>
          </p:nvSpPr>
          <p:spPr>
            <a:xfrm>
              <a:off x="711200" y="5359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  f.printf(</a:t>
              </a:r>
            </a:p>
          </p:txBody>
        </p:sp>
        <p:sp>
          <p:nvSpPr>
            <p:cNvPr id="30" name="CaixaDeTexto 29">
              <a:extLst>
                <a:ext uri="{FF2B5EF4-FFF2-40B4-BE49-F238E27FC236}">
                  <a16:creationId xmlns:a16="http://schemas.microsoft.com/office/drawing/2014/main" id="{09DEC239-9FFC-4955-873F-945173566B76}"/>
                </a:ext>
              </a:extLst>
            </p:cNvPr>
            <p:cNvSpPr txBox="1"/>
            <p:nvPr/>
          </p:nvSpPr>
          <p:spPr>
            <a:xfrm>
              <a:off x="711200" y="5549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86EFAC"/>
                  </a:solidFill>
                  <a:latin typeface="Consolas"/>
                </a:rPr>
                <a:t>    "uptime=%lu\n",</a:t>
              </a:r>
            </a:p>
          </p:txBody>
        </p: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id="{832B2DD0-151C-4D6D-BA01-FE39655B12FF}"/>
                </a:ext>
              </a:extLst>
            </p:cNvPr>
            <p:cNvSpPr txBox="1"/>
            <p:nvPr/>
          </p:nvSpPr>
          <p:spPr>
            <a:xfrm>
              <a:off x="711200" y="5740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 dirty="0">
                  <a:solidFill>
                    <a:srgbClr val="E2E8F0"/>
                  </a:solidFill>
                  <a:latin typeface="Consolas"/>
                </a:rPr>
                <a:t>    </a:t>
              </a:r>
              <a:r>
                <a:rPr lang="pt-BR" sz="1100" dirty="0" err="1">
                  <a:solidFill>
                    <a:srgbClr val="E2E8F0"/>
                  </a:solidFill>
                  <a:latin typeface="Consolas"/>
                </a:rPr>
                <a:t>millis</a:t>
              </a:r>
              <a:r>
                <a:rPr lang="pt-BR" sz="1100" dirty="0">
                  <a:solidFill>
                    <a:srgbClr val="E2E8F0"/>
                  </a:solidFill>
                  <a:latin typeface="Consolas"/>
                </a:rPr>
                <a:t>());</a:t>
              </a:r>
            </a:p>
          </p:txBody>
        </p:sp>
        <p:sp>
          <p:nvSpPr>
            <p:cNvPr id="32" name="CaixaDeTexto 31">
              <a:extLst>
                <a:ext uri="{FF2B5EF4-FFF2-40B4-BE49-F238E27FC236}">
                  <a16:creationId xmlns:a16="http://schemas.microsoft.com/office/drawing/2014/main" id="{5BAB5CA8-9D19-49A2-A149-4DB6FC680B6A}"/>
                </a:ext>
              </a:extLst>
            </p:cNvPr>
            <p:cNvSpPr txBox="1"/>
            <p:nvPr/>
          </p:nvSpPr>
          <p:spPr>
            <a:xfrm>
              <a:off x="711200" y="59309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 dirty="0">
                  <a:solidFill>
                    <a:srgbClr val="E2E8F0"/>
                  </a:solidFill>
                  <a:latin typeface="Consolas"/>
                </a:rPr>
                <a:t>  </a:t>
              </a:r>
              <a:r>
                <a:rPr lang="pt-BR" sz="1100" dirty="0" err="1">
                  <a:solidFill>
                    <a:srgbClr val="E2E8F0"/>
                  </a:solidFill>
                  <a:latin typeface="Consolas"/>
                </a:rPr>
                <a:t>f.close</a:t>
              </a:r>
              <a:r>
                <a:rPr lang="pt-BR" sz="1100" dirty="0">
                  <a:solidFill>
                    <a:srgbClr val="E2E8F0"/>
                  </a:solidFill>
                  <a:latin typeface="Consolas"/>
                </a:rPr>
                <a:t>();</a:t>
              </a:r>
            </a:p>
          </p:txBody>
        </p:sp>
        <p:sp>
          <p:nvSpPr>
            <p:cNvPr id="33" name="CaixaDeTexto 32">
              <a:extLst>
                <a:ext uri="{FF2B5EF4-FFF2-40B4-BE49-F238E27FC236}">
                  <a16:creationId xmlns:a16="http://schemas.microsoft.com/office/drawing/2014/main" id="{7B2D3608-1387-4B2D-B1C0-FB2AA2B482C9}"/>
                </a:ext>
              </a:extLst>
            </p:cNvPr>
            <p:cNvSpPr txBox="1"/>
            <p:nvPr/>
          </p:nvSpPr>
          <p:spPr>
            <a:xfrm>
              <a:off x="711200" y="6121400"/>
              <a:ext cx="66675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C084FC"/>
                  </a:solidFill>
                  <a:latin typeface="Consolas"/>
                </a:rPr>
                <a:t>}</a:t>
              </a:r>
            </a:p>
          </p:txBody>
        </p:sp>
      </p:grp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FBFF0B72-A8F9-4184-836D-175EFA5AAEBB}"/>
              </a:ext>
            </a:extLst>
          </p:cNvPr>
          <p:cNvSpPr txBox="1"/>
          <p:nvPr/>
        </p:nvSpPr>
        <p:spPr>
          <a:xfrm>
            <a:off x="7937500" y="1397000"/>
            <a:ext cx="3683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Fluxo de gravação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6E785D69-8751-44BD-95CA-6EC14BB0AD1D}"/>
              </a:ext>
            </a:extLst>
          </p:cNvPr>
          <p:cNvSpPr/>
          <p:nvPr/>
        </p:nvSpPr>
        <p:spPr>
          <a:xfrm>
            <a:off x="7937500" y="1905000"/>
            <a:ext cx="3683000" cy="825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8FB33502-B624-4BD7-AA4C-1DB3F103B00B}"/>
              </a:ext>
            </a:extLst>
          </p:cNvPr>
          <p:cNvSpPr txBox="1"/>
          <p:nvPr/>
        </p:nvSpPr>
        <p:spPr>
          <a:xfrm>
            <a:off x="8128000" y="20066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4FC3F7"/>
                </a:solidFill>
                <a:latin typeface="Consolas"/>
              </a:rPr>
              <a:t>SD.begin(CS)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10D34408-158C-4938-99D0-AE55B76FFC17}"/>
              </a:ext>
            </a:extLst>
          </p:cNvPr>
          <p:cNvSpPr txBox="1"/>
          <p:nvPr/>
        </p:nvSpPr>
        <p:spPr>
          <a:xfrm>
            <a:off x="8128000" y="23495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A5568"/>
                </a:solidFill>
                <a:latin typeface="Inter"/>
              </a:rPr>
              <a:t>Inicializa SPI + monta FS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B319DFF1-D25C-4161-BB52-0F17A49CA34E}"/>
              </a:ext>
            </a:extLst>
          </p:cNvPr>
          <p:cNvSpPr txBox="1"/>
          <p:nvPr/>
        </p:nvSpPr>
        <p:spPr>
          <a:xfrm>
            <a:off x="9652000" y="2755900"/>
            <a:ext cx="25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▼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7ED78533-4A58-46FE-BFE7-5A68C019D9EC}"/>
              </a:ext>
            </a:extLst>
          </p:cNvPr>
          <p:cNvSpPr/>
          <p:nvPr/>
        </p:nvSpPr>
        <p:spPr>
          <a:xfrm>
            <a:off x="7937500" y="3048000"/>
            <a:ext cx="3683000" cy="825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1E16F0E7-B677-4DA3-8354-A7A7A5015804}"/>
              </a:ext>
            </a:extLst>
          </p:cNvPr>
          <p:cNvSpPr txBox="1"/>
          <p:nvPr/>
        </p:nvSpPr>
        <p:spPr>
          <a:xfrm>
            <a:off x="8128000" y="31496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9F7AEA"/>
                </a:solidFill>
                <a:latin typeface="Consolas"/>
              </a:rPr>
              <a:t>SD.open(path)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B3EB4D63-89AF-4890-A0A9-6E3F18536354}"/>
              </a:ext>
            </a:extLst>
          </p:cNvPr>
          <p:cNvSpPr txBox="1"/>
          <p:nvPr/>
        </p:nvSpPr>
        <p:spPr>
          <a:xfrm>
            <a:off x="8128000" y="34925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A5568"/>
                </a:solidFill>
                <a:latin typeface="Inter"/>
              </a:rPr>
              <a:t>Abre/cria arquivo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18B122A7-981D-4BDA-8C96-4D5ED9DDDB36}"/>
              </a:ext>
            </a:extLst>
          </p:cNvPr>
          <p:cNvSpPr txBox="1"/>
          <p:nvPr/>
        </p:nvSpPr>
        <p:spPr>
          <a:xfrm>
            <a:off x="9652000" y="3898900"/>
            <a:ext cx="25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▼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BEB9BE86-8D7E-4082-BBB5-22B866431EBC}"/>
              </a:ext>
            </a:extLst>
          </p:cNvPr>
          <p:cNvSpPr/>
          <p:nvPr/>
        </p:nvSpPr>
        <p:spPr>
          <a:xfrm>
            <a:off x="7937500" y="4191000"/>
            <a:ext cx="3683000" cy="825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EE35A058-E9A2-48E6-829C-DB2493873F6F}"/>
              </a:ext>
            </a:extLst>
          </p:cNvPr>
          <p:cNvSpPr txBox="1"/>
          <p:nvPr/>
        </p:nvSpPr>
        <p:spPr>
          <a:xfrm>
            <a:off x="8128000" y="42926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00D4AA"/>
                </a:solidFill>
                <a:latin typeface="Consolas"/>
              </a:rPr>
              <a:t>file.print(...)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1BB23580-AD5C-47C2-8D72-D74B4CA783C1}"/>
              </a:ext>
            </a:extLst>
          </p:cNvPr>
          <p:cNvSpPr txBox="1"/>
          <p:nvPr/>
        </p:nvSpPr>
        <p:spPr>
          <a:xfrm>
            <a:off x="8128000" y="46355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A5568"/>
                </a:solidFill>
                <a:latin typeface="Inter"/>
              </a:rPr>
              <a:t>Escreve no buffer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D79D2C-D338-412F-9CFC-AAA4343B9F2C}"/>
              </a:ext>
            </a:extLst>
          </p:cNvPr>
          <p:cNvSpPr txBox="1"/>
          <p:nvPr/>
        </p:nvSpPr>
        <p:spPr>
          <a:xfrm>
            <a:off x="9652000" y="5041900"/>
            <a:ext cx="25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▼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07C8AB61-BFDD-4880-931B-8D8C4DD5C130}"/>
              </a:ext>
            </a:extLst>
          </p:cNvPr>
          <p:cNvSpPr/>
          <p:nvPr/>
        </p:nvSpPr>
        <p:spPr>
          <a:xfrm>
            <a:off x="7937500" y="5334000"/>
            <a:ext cx="3683000" cy="825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10E552FC-CFE9-45AB-96A1-4E14FD8D26E3}"/>
              </a:ext>
            </a:extLst>
          </p:cNvPr>
          <p:cNvSpPr txBox="1"/>
          <p:nvPr/>
        </p:nvSpPr>
        <p:spPr>
          <a:xfrm>
            <a:off x="8128000" y="54356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FFD93D"/>
                </a:solidFill>
                <a:latin typeface="Consolas"/>
              </a:rPr>
              <a:t>file.close()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F365543A-DDF0-4CE1-954F-530E8B3BF3F1}"/>
              </a:ext>
            </a:extLst>
          </p:cNvPr>
          <p:cNvSpPr txBox="1"/>
          <p:nvPr/>
        </p:nvSpPr>
        <p:spPr>
          <a:xfrm>
            <a:off x="8128000" y="5778500"/>
            <a:ext cx="3302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A5568"/>
                </a:solidFill>
                <a:latin typeface="Inter"/>
              </a:rPr>
              <a:t>Flush + libera CS</a:t>
            </a:r>
          </a:p>
        </p:txBody>
      </p:sp>
    </p:spTree>
    <p:extLst>
      <p:ext uri="{BB962C8B-B14F-4D97-AF65-F5344CB8AC3E}">
        <p14:creationId xmlns:p14="http://schemas.microsoft.com/office/powerpoint/2010/main" val="2412277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0615788-7B88-4A9F-B3C3-2392A5C252B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1C8DCBD-4B46-49DB-B532-5C03009AE22A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Múltiplos slaves: 2 topologias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A1EAFD8-0F61-4D54-AC0A-B84A1649B0BE}"/>
              </a:ext>
            </a:extLst>
          </p:cNvPr>
          <p:cNvSpPr/>
          <p:nvPr/>
        </p:nvSpPr>
        <p:spPr>
          <a:xfrm>
            <a:off x="508000" y="1270000"/>
            <a:ext cx="5461000" cy="520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76D666A-2F23-458C-87A3-16578CA4AC07}"/>
              </a:ext>
            </a:extLst>
          </p:cNvPr>
          <p:cNvSpPr txBox="1"/>
          <p:nvPr/>
        </p:nvSpPr>
        <p:spPr>
          <a:xfrm>
            <a:off x="762000" y="1524000"/>
            <a:ext cx="508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4FC3F7"/>
                </a:solidFill>
                <a:latin typeface="Inter"/>
              </a:rPr>
              <a:t>Múltiplos CS (independent)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5093304B-F104-41F7-9792-674DEF94D676}"/>
              </a:ext>
            </a:extLst>
          </p:cNvPr>
          <p:cNvSpPr/>
          <p:nvPr/>
        </p:nvSpPr>
        <p:spPr>
          <a:xfrm>
            <a:off x="889000" y="2159000"/>
            <a:ext cx="1270000" cy="889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Inter"/>
              </a:rPr>
              <a:t>Master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0816F2C-163B-428C-8500-72336583B121}"/>
              </a:ext>
            </a:extLst>
          </p:cNvPr>
          <p:cNvSpPr/>
          <p:nvPr/>
        </p:nvSpPr>
        <p:spPr>
          <a:xfrm>
            <a:off x="4318000" y="2222500"/>
            <a:ext cx="12700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Slave 1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BA77BEF7-2CAE-4E4B-827E-607DDC7D5A77}"/>
              </a:ext>
            </a:extLst>
          </p:cNvPr>
          <p:cNvSpPr/>
          <p:nvPr/>
        </p:nvSpPr>
        <p:spPr>
          <a:xfrm>
            <a:off x="4318000" y="3048000"/>
            <a:ext cx="1270000" cy="635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Slave 2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6DC5F78-D26F-4235-B14C-9AC2122B15AA}"/>
              </a:ext>
            </a:extLst>
          </p:cNvPr>
          <p:cNvSpPr/>
          <p:nvPr/>
        </p:nvSpPr>
        <p:spPr>
          <a:xfrm>
            <a:off x="4318000" y="3873500"/>
            <a:ext cx="1270000" cy="6350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Slave 3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1FF6763-5A8A-4170-BB9A-5BE3ADDFDC46}"/>
              </a:ext>
            </a:extLst>
          </p:cNvPr>
          <p:cNvSpPr/>
          <p:nvPr/>
        </p:nvSpPr>
        <p:spPr>
          <a:xfrm>
            <a:off x="2159000" y="3403600"/>
            <a:ext cx="2159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7F4674E-F754-4BD4-9B98-0715FACA80F9}"/>
              </a:ext>
            </a:extLst>
          </p:cNvPr>
          <p:cNvSpPr txBox="1"/>
          <p:nvPr/>
        </p:nvSpPr>
        <p:spPr>
          <a:xfrm>
            <a:off x="2159000" y="31242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75569"/>
                </a:solidFill>
                <a:latin typeface="Consolas"/>
              </a:rPr>
              <a:t>MOSI / MISO / SCLK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9B15D390-7888-4536-B577-A1772F3033E8}"/>
              </a:ext>
            </a:extLst>
          </p:cNvPr>
          <p:cNvSpPr/>
          <p:nvPr/>
        </p:nvSpPr>
        <p:spPr>
          <a:xfrm>
            <a:off x="2159000" y="2540000"/>
            <a:ext cx="2159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6116145-13B4-4B96-8C89-BB9F42FAF412}"/>
              </a:ext>
            </a:extLst>
          </p:cNvPr>
          <p:cNvSpPr txBox="1"/>
          <p:nvPr/>
        </p:nvSpPr>
        <p:spPr>
          <a:xfrm>
            <a:off x="2286000" y="23114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CS1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D1F48D1-C06A-43B5-A91F-669603903A92}"/>
              </a:ext>
            </a:extLst>
          </p:cNvPr>
          <p:cNvSpPr/>
          <p:nvPr/>
        </p:nvSpPr>
        <p:spPr>
          <a:xfrm>
            <a:off x="2159000" y="3365500"/>
            <a:ext cx="2159000" cy="254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5D24E9C-C5DA-414F-8064-34C542BDBB26}"/>
              </a:ext>
            </a:extLst>
          </p:cNvPr>
          <p:cNvSpPr txBox="1"/>
          <p:nvPr/>
        </p:nvSpPr>
        <p:spPr>
          <a:xfrm>
            <a:off x="2286000" y="31369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B45309"/>
                </a:solidFill>
                <a:latin typeface="Consolas"/>
              </a:rPr>
              <a:t>CS2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BD53211-9BCB-4538-9E98-946CA1AAEEB5}"/>
              </a:ext>
            </a:extLst>
          </p:cNvPr>
          <p:cNvSpPr/>
          <p:nvPr/>
        </p:nvSpPr>
        <p:spPr>
          <a:xfrm>
            <a:off x="2159000" y="4191000"/>
            <a:ext cx="2159000" cy="254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55184DA-3EEA-424D-AB7F-BD352D51C88B}"/>
              </a:ext>
            </a:extLst>
          </p:cNvPr>
          <p:cNvSpPr txBox="1"/>
          <p:nvPr/>
        </p:nvSpPr>
        <p:spPr>
          <a:xfrm>
            <a:off x="2286000" y="39624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FF6B6B"/>
                </a:solidFill>
                <a:latin typeface="Consolas"/>
              </a:rPr>
              <a:t>CS3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DDB4356-6BDF-43A0-AF3E-D3E2FD138A45}"/>
              </a:ext>
            </a:extLst>
          </p:cNvPr>
          <p:cNvSpPr txBox="1"/>
          <p:nvPr/>
        </p:nvSpPr>
        <p:spPr>
          <a:xfrm>
            <a:off x="762000" y="50165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10B981"/>
                </a:solidFill>
                <a:latin typeface="Inter"/>
              </a:rPr>
              <a:t>✓  Lê/escreve qualquer slave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0B73B257-FF36-44A6-AF85-653A7585A1C0}"/>
              </a:ext>
            </a:extLst>
          </p:cNvPr>
          <p:cNvSpPr txBox="1"/>
          <p:nvPr/>
        </p:nvSpPr>
        <p:spPr>
          <a:xfrm>
            <a:off x="762000" y="53340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10B981"/>
                </a:solidFill>
                <a:latin typeface="Inter"/>
              </a:rPr>
              <a:t>✓  Mais comum / suportado por libs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433FD36-99E1-49A1-9945-10FCB572F6EE}"/>
              </a:ext>
            </a:extLst>
          </p:cNvPr>
          <p:cNvSpPr txBox="1"/>
          <p:nvPr/>
        </p:nvSpPr>
        <p:spPr>
          <a:xfrm>
            <a:off x="762000" y="57150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EF4444"/>
                </a:solidFill>
                <a:latin typeface="Inter"/>
              </a:rPr>
              <a:t>✗  Precisa de 1 pino CS por slave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81D86713-2AC8-4D25-9A00-36BA7BF6F357}"/>
              </a:ext>
            </a:extLst>
          </p:cNvPr>
          <p:cNvSpPr/>
          <p:nvPr/>
        </p:nvSpPr>
        <p:spPr>
          <a:xfrm>
            <a:off x="6223000" y="1270000"/>
            <a:ext cx="5461000" cy="520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6B9D0102-04BB-403E-9D42-DDFBE5994BA5}"/>
              </a:ext>
            </a:extLst>
          </p:cNvPr>
          <p:cNvSpPr txBox="1"/>
          <p:nvPr/>
        </p:nvSpPr>
        <p:spPr>
          <a:xfrm>
            <a:off x="6477000" y="1524000"/>
            <a:ext cx="508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9F7AEA"/>
                </a:solidFill>
                <a:latin typeface="Inter"/>
              </a:rPr>
              <a:t>Daisy-chain (cascata)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0AC4CBC-9EAB-4045-B308-62E9500946E1}"/>
              </a:ext>
            </a:extLst>
          </p:cNvPr>
          <p:cNvSpPr/>
          <p:nvPr/>
        </p:nvSpPr>
        <p:spPr>
          <a:xfrm>
            <a:off x="6477000" y="2159000"/>
            <a:ext cx="1143000" cy="762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Inter"/>
              </a:rPr>
              <a:t>Master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95DF0C3-39DD-4C08-840B-B93D38DED6D7}"/>
              </a:ext>
            </a:extLst>
          </p:cNvPr>
          <p:cNvSpPr/>
          <p:nvPr/>
        </p:nvSpPr>
        <p:spPr>
          <a:xfrm>
            <a:off x="7937500" y="2159000"/>
            <a:ext cx="1016000" cy="762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Slave 1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4F544481-B0AD-4791-B07D-0742A71A8E8C}"/>
              </a:ext>
            </a:extLst>
          </p:cNvPr>
          <p:cNvSpPr/>
          <p:nvPr/>
        </p:nvSpPr>
        <p:spPr>
          <a:xfrm>
            <a:off x="7620000" y="2514600"/>
            <a:ext cx="3175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B71651B6-CE3F-4E00-87E5-A2DCF1205DDB}"/>
              </a:ext>
            </a:extLst>
          </p:cNvPr>
          <p:cNvSpPr/>
          <p:nvPr/>
        </p:nvSpPr>
        <p:spPr>
          <a:xfrm>
            <a:off x="8953500" y="2514600"/>
            <a:ext cx="1905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11008699-F625-49BF-BE20-96B61EFC4D83}"/>
              </a:ext>
            </a:extLst>
          </p:cNvPr>
          <p:cNvSpPr/>
          <p:nvPr/>
        </p:nvSpPr>
        <p:spPr>
          <a:xfrm>
            <a:off x="9144000" y="2159000"/>
            <a:ext cx="1016000" cy="762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Slave 2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C42AD8A3-ECE4-4445-AE14-8A97887DC604}"/>
              </a:ext>
            </a:extLst>
          </p:cNvPr>
          <p:cNvSpPr/>
          <p:nvPr/>
        </p:nvSpPr>
        <p:spPr>
          <a:xfrm>
            <a:off x="10160000" y="2514600"/>
            <a:ext cx="1905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2A63B395-34D0-4D68-AA93-0FD3F7EAA001}"/>
              </a:ext>
            </a:extLst>
          </p:cNvPr>
          <p:cNvSpPr/>
          <p:nvPr/>
        </p:nvSpPr>
        <p:spPr>
          <a:xfrm>
            <a:off x="10350500" y="2159000"/>
            <a:ext cx="1016000" cy="762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Slave 3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A2EC420E-8B27-4406-AF61-0ED57470A41E}"/>
              </a:ext>
            </a:extLst>
          </p:cNvPr>
          <p:cNvSpPr txBox="1"/>
          <p:nvPr/>
        </p:nvSpPr>
        <p:spPr>
          <a:xfrm>
            <a:off x="6477000" y="3022600"/>
            <a:ext cx="4953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CS (compartilhado)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5D932C49-BE9E-48EA-8A56-366DD9C29A5C}"/>
              </a:ext>
            </a:extLst>
          </p:cNvPr>
          <p:cNvSpPr/>
          <p:nvPr/>
        </p:nvSpPr>
        <p:spPr>
          <a:xfrm>
            <a:off x="7048500" y="3302000"/>
            <a:ext cx="38735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815C73D3-B26B-4C2D-81B6-1FB66D5A67D8}"/>
              </a:ext>
            </a:extLst>
          </p:cNvPr>
          <p:cNvSpPr txBox="1"/>
          <p:nvPr/>
        </p:nvSpPr>
        <p:spPr>
          <a:xfrm>
            <a:off x="6477000" y="36830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Consolas"/>
              </a:rPr>
              <a:t>MISO ↻ retorna do último ao master</a:t>
            </a:r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4A8DF29F-2B95-4D48-8B14-604B3C3C30EC}"/>
              </a:ext>
            </a:extLst>
          </p:cNvPr>
          <p:cNvSpPr/>
          <p:nvPr/>
        </p:nvSpPr>
        <p:spPr>
          <a:xfrm>
            <a:off x="6477000" y="4064000"/>
            <a:ext cx="4953000" cy="8255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D6C45555-3017-417F-9910-1038F8354E17}"/>
              </a:ext>
            </a:extLst>
          </p:cNvPr>
          <p:cNvSpPr txBox="1"/>
          <p:nvPr/>
        </p:nvSpPr>
        <p:spPr>
          <a:xfrm>
            <a:off x="6629400" y="4191000"/>
            <a:ext cx="4699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5B21B6"/>
                </a:solidFill>
                <a:latin typeface="Inter"/>
              </a:rPr>
              <a:t>Dados se propagam como um shift register: cada slave passa o byte recebido para o próximo.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8B8BC8DD-8E8A-4EAA-BD95-4F7B2F135880}"/>
              </a:ext>
            </a:extLst>
          </p:cNvPr>
          <p:cNvSpPr txBox="1"/>
          <p:nvPr/>
        </p:nvSpPr>
        <p:spPr>
          <a:xfrm>
            <a:off x="6477000" y="50165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10B981"/>
                </a:solidFill>
                <a:latin typeface="Inter"/>
              </a:rPr>
              <a:t>✓  1 só pino CS para vários slaves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AC2FDB8E-14C1-4454-9ED5-0A2FB3E0C105}"/>
              </a:ext>
            </a:extLst>
          </p:cNvPr>
          <p:cNvSpPr txBox="1"/>
          <p:nvPr/>
        </p:nvSpPr>
        <p:spPr>
          <a:xfrm>
            <a:off x="6477000" y="53340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10B981"/>
                </a:solidFill>
                <a:latin typeface="Inter"/>
              </a:rPr>
              <a:t>✓  Ideal para LEDs/registradores em série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600D9BF-1150-4EE5-96B9-7D7F417D9332}"/>
              </a:ext>
            </a:extLst>
          </p:cNvPr>
          <p:cNvSpPr txBox="1"/>
          <p:nvPr/>
        </p:nvSpPr>
        <p:spPr>
          <a:xfrm>
            <a:off x="6477000" y="57150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EF4444"/>
                </a:solidFill>
                <a:latin typeface="Inter"/>
              </a:rPr>
              <a:t>✗  Slaves precisam suportar o modo</a:t>
            </a:r>
          </a:p>
        </p:txBody>
      </p:sp>
    </p:spTree>
    <p:extLst>
      <p:ext uri="{BB962C8B-B14F-4D97-AF65-F5344CB8AC3E}">
        <p14:creationId xmlns:p14="http://schemas.microsoft.com/office/powerpoint/2010/main" val="11647398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F9C5F80-CA5C-4081-8DDA-5CFEB566B1B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F256604-6D64-47E1-8739-22537604F2D3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Troubleshooting SPI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4B5221D-2247-4491-9B8C-6FF7F1F64900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Os 6 erros mais comuns — checklist de campo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7BE99D0-FFED-4822-90FC-994A71D27F29}"/>
              </a:ext>
            </a:extLst>
          </p:cNvPr>
          <p:cNvSpPr/>
          <p:nvPr/>
        </p:nvSpPr>
        <p:spPr>
          <a:xfrm>
            <a:off x="508000" y="14605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E282756-53B2-43A6-AA9F-30404D4B9327}"/>
              </a:ext>
            </a:extLst>
          </p:cNvPr>
          <p:cNvSpPr/>
          <p:nvPr/>
        </p:nvSpPr>
        <p:spPr>
          <a:xfrm>
            <a:off x="698500" y="1651000"/>
            <a:ext cx="482600" cy="482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2FCDE1-D56E-4A2F-AD27-758EAB683171}"/>
              </a:ext>
            </a:extLst>
          </p:cNvPr>
          <p:cNvSpPr txBox="1"/>
          <p:nvPr/>
        </p:nvSpPr>
        <p:spPr>
          <a:xfrm>
            <a:off x="1295400" y="16764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Modo errado (CPOL/CPHA)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6282E25-61F7-40B1-8A5F-939A8426058E}"/>
              </a:ext>
            </a:extLst>
          </p:cNvPr>
          <p:cNvSpPr txBox="1"/>
          <p:nvPr/>
        </p:nvSpPr>
        <p:spPr>
          <a:xfrm>
            <a:off x="698500" y="22860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8255AB-0B7B-4224-B1FB-737CC9757AF9}"/>
              </a:ext>
            </a:extLst>
          </p:cNvPr>
          <p:cNvSpPr txBox="1"/>
          <p:nvPr/>
        </p:nvSpPr>
        <p:spPr>
          <a:xfrm>
            <a:off x="698500" y="25019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Dados garbage, bytes shiftados, slave não responde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D1CB6D0-58FE-4BA6-8C08-2DFA865107C9}"/>
              </a:ext>
            </a:extLst>
          </p:cNvPr>
          <p:cNvSpPr txBox="1"/>
          <p:nvPr/>
        </p:nvSpPr>
        <p:spPr>
          <a:xfrm>
            <a:off x="698500" y="31115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B4F4CC5-7726-48E2-BE23-F332F102B17C}"/>
              </a:ext>
            </a:extLst>
          </p:cNvPr>
          <p:cNvSpPr txBox="1"/>
          <p:nvPr/>
        </p:nvSpPr>
        <p:spPr>
          <a:xfrm>
            <a:off x="698500" y="33274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Conferir datasheet, testar os 4 modos (0,1,2,3)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50A26A77-4D7D-4A44-BB08-5846565AC012}"/>
              </a:ext>
            </a:extLst>
          </p:cNvPr>
          <p:cNvSpPr/>
          <p:nvPr/>
        </p:nvSpPr>
        <p:spPr>
          <a:xfrm>
            <a:off x="4381500" y="14605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21EA8809-EEEF-490D-86BE-3751CB728533}"/>
              </a:ext>
            </a:extLst>
          </p:cNvPr>
          <p:cNvSpPr/>
          <p:nvPr/>
        </p:nvSpPr>
        <p:spPr>
          <a:xfrm>
            <a:off x="4572000" y="1651000"/>
            <a:ext cx="482600" cy="4826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2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EAF633A-307D-4C3A-BEFB-DAD2B4BC5320}"/>
              </a:ext>
            </a:extLst>
          </p:cNvPr>
          <p:cNvSpPr txBox="1"/>
          <p:nvPr/>
        </p:nvSpPr>
        <p:spPr>
          <a:xfrm>
            <a:off x="5168900" y="16764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CS não desativa entre transações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904B7F0-26DF-4EB7-810C-0092FC5A4920}"/>
              </a:ext>
            </a:extLst>
          </p:cNvPr>
          <p:cNvSpPr txBox="1"/>
          <p:nvPr/>
        </p:nvSpPr>
        <p:spPr>
          <a:xfrm>
            <a:off x="4572000" y="22860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78DA466-DB82-4343-9312-9B80CDC4F81A}"/>
              </a:ext>
            </a:extLst>
          </p:cNvPr>
          <p:cNvSpPr txBox="1"/>
          <p:nvPr/>
        </p:nvSpPr>
        <p:spPr>
          <a:xfrm>
            <a:off x="4572000" y="25019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Slaves disputam MISO, dados corrompidos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C42EEF3-4693-41C8-87EA-0C59E89394B3}"/>
              </a:ext>
            </a:extLst>
          </p:cNvPr>
          <p:cNvSpPr txBox="1"/>
          <p:nvPr/>
        </p:nvSpPr>
        <p:spPr>
          <a:xfrm>
            <a:off x="4572000" y="31115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BDCBC89-AFA0-41E1-8557-F70CFB8070E5}"/>
              </a:ext>
            </a:extLst>
          </p:cNvPr>
          <p:cNvSpPr txBox="1"/>
          <p:nvPr/>
        </p:nvSpPr>
        <p:spPr>
          <a:xfrm>
            <a:off x="4572000" y="33274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digitalWrite(CS, HIGH) ao final / SPI.endTransaction()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760A140-D09F-4504-BC84-A2DEFE90D29E}"/>
              </a:ext>
            </a:extLst>
          </p:cNvPr>
          <p:cNvSpPr/>
          <p:nvPr/>
        </p:nvSpPr>
        <p:spPr>
          <a:xfrm>
            <a:off x="8255000" y="14605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2EFBE254-9400-4DCD-92A2-761BC3C5C373}"/>
              </a:ext>
            </a:extLst>
          </p:cNvPr>
          <p:cNvSpPr/>
          <p:nvPr/>
        </p:nvSpPr>
        <p:spPr>
          <a:xfrm>
            <a:off x="8445500" y="1651000"/>
            <a:ext cx="482600" cy="482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8B5AAC8-62FE-4B1C-9CA9-F695DDF85FAD}"/>
              </a:ext>
            </a:extLst>
          </p:cNvPr>
          <p:cNvSpPr txBox="1"/>
          <p:nvPr/>
        </p:nvSpPr>
        <p:spPr>
          <a:xfrm>
            <a:off x="9042400" y="16764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Clock muito rápido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F119FE0-5606-4DD8-8C2C-0F4928083961}"/>
              </a:ext>
            </a:extLst>
          </p:cNvPr>
          <p:cNvSpPr txBox="1"/>
          <p:nvPr/>
        </p:nvSpPr>
        <p:spPr>
          <a:xfrm>
            <a:off x="8445500" y="22860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870BBD1-5138-49F7-A2DE-F25978800C50}"/>
              </a:ext>
            </a:extLst>
          </p:cNvPr>
          <p:cNvSpPr txBox="1"/>
          <p:nvPr/>
        </p:nvSpPr>
        <p:spPr>
          <a:xfrm>
            <a:off x="8445500" y="25019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Slave perde sync, dados intermitentes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3CB8307-C0BE-42FE-AAF8-DCEF67F5AA21}"/>
              </a:ext>
            </a:extLst>
          </p:cNvPr>
          <p:cNvSpPr txBox="1"/>
          <p:nvPr/>
        </p:nvSpPr>
        <p:spPr>
          <a:xfrm>
            <a:off x="8445500" y="31115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0B5F8BA2-BAD2-439C-9BED-61A7C7D1D3C2}"/>
              </a:ext>
            </a:extLst>
          </p:cNvPr>
          <p:cNvSpPr txBox="1"/>
          <p:nvPr/>
        </p:nvSpPr>
        <p:spPr>
          <a:xfrm>
            <a:off x="8445500" y="33274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Reduzir freq (SPISettings 1-4 MHz), encurtar fios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650AFF3D-73D7-431B-9A0A-50C0EF13FE5D}"/>
              </a:ext>
            </a:extLst>
          </p:cNvPr>
          <p:cNvSpPr/>
          <p:nvPr/>
        </p:nvSpPr>
        <p:spPr>
          <a:xfrm>
            <a:off x="508000" y="40894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DE4DC37E-36C8-4D02-94DF-9BE77C633442}"/>
              </a:ext>
            </a:extLst>
          </p:cNvPr>
          <p:cNvSpPr/>
          <p:nvPr/>
        </p:nvSpPr>
        <p:spPr>
          <a:xfrm>
            <a:off x="698500" y="4279900"/>
            <a:ext cx="482600" cy="482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178DAA9-86E9-477B-8491-E7A012BF3966}"/>
              </a:ext>
            </a:extLst>
          </p:cNvPr>
          <p:cNvSpPr txBox="1"/>
          <p:nvPr/>
        </p:nvSpPr>
        <p:spPr>
          <a:xfrm>
            <a:off x="1295400" y="43053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MOSI ↔ MISO trocados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F0558D7E-5C32-4D68-99F8-E4514106E54F}"/>
              </a:ext>
            </a:extLst>
          </p:cNvPr>
          <p:cNvSpPr txBox="1"/>
          <p:nvPr/>
        </p:nvSpPr>
        <p:spPr>
          <a:xfrm>
            <a:off x="698500" y="49149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5E82D6AB-7A2A-4F4E-A122-5EE5A546AEFB}"/>
              </a:ext>
            </a:extLst>
          </p:cNvPr>
          <p:cNvSpPr txBox="1"/>
          <p:nvPr/>
        </p:nvSpPr>
        <p:spPr>
          <a:xfrm>
            <a:off x="698500" y="51308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Slave não responde, MISO sempre 0 ou 0xFF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9C371D8C-A344-4A38-8BED-41C669C56E16}"/>
              </a:ext>
            </a:extLst>
          </p:cNvPr>
          <p:cNvSpPr txBox="1"/>
          <p:nvPr/>
        </p:nvSpPr>
        <p:spPr>
          <a:xfrm>
            <a:off x="698500" y="5740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670507AB-2881-4100-B71C-EB30182925AF}"/>
              </a:ext>
            </a:extLst>
          </p:cNvPr>
          <p:cNvSpPr txBox="1"/>
          <p:nvPr/>
        </p:nvSpPr>
        <p:spPr>
          <a:xfrm>
            <a:off x="698500" y="59563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Master MOSI → Slave SDI/DIN, Master MISO ← Slave SDO/DOUT</a:t>
            </a:r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01346BA7-FA95-4D0E-8F13-1387E4FBDFC5}"/>
              </a:ext>
            </a:extLst>
          </p:cNvPr>
          <p:cNvSpPr/>
          <p:nvPr/>
        </p:nvSpPr>
        <p:spPr>
          <a:xfrm>
            <a:off x="4381500" y="40894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4C0CBBF7-C315-4A9A-8365-E5FB96E19BF4}"/>
              </a:ext>
            </a:extLst>
          </p:cNvPr>
          <p:cNvSpPr/>
          <p:nvPr/>
        </p:nvSpPr>
        <p:spPr>
          <a:xfrm>
            <a:off x="4572000" y="4279900"/>
            <a:ext cx="482600" cy="482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B99A49E1-F2BD-4CB2-AC62-95D46D42E305}"/>
              </a:ext>
            </a:extLst>
          </p:cNvPr>
          <p:cNvSpPr txBox="1"/>
          <p:nvPr/>
        </p:nvSpPr>
        <p:spPr>
          <a:xfrm>
            <a:off x="5168900" y="43053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GND comum ausente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720E32CD-F579-41DF-98D3-B26FBE9EE52D}"/>
              </a:ext>
            </a:extLst>
          </p:cNvPr>
          <p:cNvSpPr txBox="1"/>
          <p:nvPr/>
        </p:nvSpPr>
        <p:spPr>
          <a:xfrm>
            <a:off x="4572000" y="49149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DD8C9913-DD41-412B-B769-13C6D5B0DFD4}"/>
              </a:ext>
            </a:extLst>
          </p:cNvPr>
          <p:cNvSpPr txBox="1"/>
          <p:nvPr/>
        </p:nvSpPr>
        <p:spPr>
          <a:xfrm>
            <a:off x="4572000" y="51308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Comportamento errático ao tocar circuito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07AFCD9F-F291-45A1-927C-7059DC0E6C24}"/>
              </a:ext>
            </a:extLst>
          </p:cNvPr>
          <p:cNvSpPr txBox="1"/>
          <p:nvPr/>
        </p:nvSpPr>
        <p:spPr>
          <a:xfrm>
            <a:off x="4572000" y="5740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E4DAB7F0-809C-4E70-9881-4EF5BA2C0D7D}"/>
              </a:ext>
            </a:extLst>
          </p:cNvPr>
          <p:cNvSpPr txBox="1"/>
          <p:nvPr/>
        </p:nvSpPr>
        <p:spPr>
          <a:xfrm>
            <a:off x="4572000" y="59563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Ligar GND do master ao GND de TODOS os slaves</a:t>
            </a:r>
          </a:p>
        </p:txBody>
      </p:sp>
      <p:sp>
        <p:nvSpPr>
          <p:cNvPr id="40" name="Retângulo: Cantos Arredondados 39">
            <a:extLst>
              <a:ext uri="{FF2B5EF4-FFF2-40B4-BE49-F238E27FC236}">
                <a16:creationId xmlns:a16="http://schemas.microsoft.com/office/drawing/2014/main" id="{F7E50117-9879-4A29-845D-0F8E231FD4B7}"/>
              </a:ext>
            </a:extLst>
          </p:cNvPr>
          <p:cNvSpPr/>
          <p:nvPr/>
        </p:nvSpPr>
        <p:spPr>
          <a:xfrm>
            <a:off x="8255000" y="4089400"/>
            <a:ext cx="3683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3B5A497A-AF88-4937-B861-D7BD2A08BBE2}"/>
              </a:ext>
            </a:extLst>
          </p:cNvPr>
          <p:cNvSpPr/>
          <p:nvPr/>
        </p:nvSpPr>
        <p:spPr>
          <a:xfrm>
            <a:off x="8445500" y="4279900"/>
            <a:ext cx="482600" cy="482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6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57F0F595-764B-4F4C-92E8-1A9B6956D994}"/>
              </a:ext>
            </a:extLst>
          </p:cNvPr>
          <p:cNvSpPr txBox="1"/>
          <p:nvPr/>
        </p:nvSpPr>
        <p:spPr>
          <a:xfrm>
            <a:off x="9042400" y="4305300"/>
            <a:ext cx="2730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A1A2E"/>
                </a:solidFill>
                <a:latin typeface="Inter"/>
              </a:rPr>
              <a:t>Bit order errado (LSB/MSB)</a:t>
            </a:r>
            <a:endParaRPr lang="pt-BR" sz="1600" b="1">
              <a:solidFill>
                <a:srgbClr val="1A1A2E"/>
              </a:solidFill>
              <a:latin typeface="Inter"/>
            </a:endParaRP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C1A7135D-2675-4DD2-91AF-5F60995BF9CA}"/>
              </a:ext>
            </a:extLst>
          </p:cNvPr>
          <p:cNvSpPr txBox="1"/>
          <p:nvPr/>
        </p:nvSpPr>
        <p:spPr>
          <a:xfrm>
            <a:off x="8445500" y="49149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Inter"/>
              </a:rPr>
              <a:t>SINTOMA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84206C27-782F-4143-A085-FBE3FE62A985}"/>
              </a:ext>
            </a:extLst>
          </p:cNvPr>
          <p:cNvSpPr txBox="1"/>
          <p:nvPr/>
        </p:nvSpPr>
        <p:spPr>
          <a:xfrm>
            <a:off x="8445500" y="51308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Bytes invertidos (0x80 vira 0x01)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4DBA7348-4989-4F38-B067-9418AD693BFE}"/>
              </a:ext>
            </a:extLst>
          </p:cNvPr>
          <p:cNvSpPr txBox="1"/>
          <p:nvPr/>
        </p:nvSpPr>
        <p:spPr>
          <a:xfrm>
            <a:off x="8445500" y="5740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10B981"/>
                </a:solidFill>
                <a:latin typeface="Inter"/>
              </a:rPr>
              <a:t>COMO RESOLVER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2C2783D3-5AAA-47CE-84C9-FB54202A1E2F}"/>
              </a:ext>
            </a:extLst>
          </p:cNvPr>
          <p:cNvSpPr txBox="1"/>
          <p:nvPr/>
        </p:nvSpPr>
        <p:spPr>
          <a:xfrm>
            <a:off x="8445500" y="5956300"/>
            <a:ext cx="3302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2D3748"/>
                </a:solidFill>
                <a:latin typeface="Inter"/>
              </a:rPr>
              <a:t>SPI.setBitOrder(MSBFIRST) ou conferir SPISettings</a:t>
            </a:r>
            <a:endParaRPr lang="pt-BR" sz="1300">
              <a:solidFill>
                <a:srgbClr val="2D3748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5284894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B21BE83-4B44-4FF6-BAC3-F19BF74B3E1C}"/>
              </a:ext>
            </a:extLst>
          </p:cNvPr>
          <p:cNvSpPr/>
          <p:nvPr/>
        </p:nvSpPr>
        <p:spPr>
          <a:xfrm>
            <a:off x="0" y="0"/>
            <a:ext cx="3111500" cy="6858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E4D3F054-1C64-47FA-B0D5-7D78C9016D67}"/>
              </a:ext>
            </a:extLst>
          </p:cNvPr>
          <p:cNvSpPr/>
          <p:nvPr/>
        </p:nvSpPr>
        <p:spPr>
          <a:xfrm>
            <a:off x="-762000" y="-1016000"/>
            <a:ext cx="3048000" cy="3048000"/>
          </a:xfrm>
          <a:prstGeom prst="ellipse">
            <a:avLst/>
          </a:prstGeom>
          <a:solidFill>
            <a:srgbClr val="B89B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6A0C9234-6D3F-4277-90D4-16149398D141}"/>
              </a:ext>
            </a:extLst>
          </p:cNvPr>
          <p:cNvSpPr/>
          <p:nvPr/>
        </p:nvSpPr>
        <p:spPr>
          <a:xfrm>
            <a:off x="1651000" y="5207000"/>
            <a:ext cx="2286000" cy="2286000"/>
          </a:xfrm>
          <a:prstGeom prst="ellipse">
            <a:avLst/>
          </a:prstGeom>
          <a:solidFill>
            <a:srgbClr val="FFEB8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CD2C7B5-5C5C-44C7-AADA-C913DC5E1B71}"/>
              </a:ext>
            </a:extLst>
          </p:cNvPr>
          <p:cNvSpPr txBox="1"/>
          <p:nvPr/>
        </p:nvSpPr>
        <p:spPr>
          <a:xfrm>
            <a:off x="254000" y="2540000"/>
            <a:ext cx="27940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289C23A-7D55-44A2-9856-EAD116EF7B5D}"/>
              </a:ext>
            </a:extLst>
          </p:cNvPr>
          <p:cNvSpPr txBox="1"/>
          <p:nvPr/>
        </p:nvSpPr>
        <p:spPr>
          <a:xfrm>
            <a:off x="3683000" y="1651000"/>
            <a:ext cx="762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9F7AEA"/>
                </a:solidFill>
                <a:latin typeface="Inter"/>
              </a:rPr>
              <a:t>MÓDULO 03 · PONTO A PONTO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E0E595-9035-4978-A91B-36B656E5547D}"/>
              </a:ext>
            </a:extLst>
          </p:cNvPr>
          <p:cNvSpPr txBox="1"/>
          <p:nvPr/>
        </p:nvSpPr>
        <p:spPr>
          <a:xfrm>
            <a:off x="3683000" y="2095500"/>
            <a:ext cx="7620000" cy="1143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9600" b="1">
                <a:solidFill>
                  <a:srgbClr val="1A1A2E"/>
                </a:solidFill>
                <a:latin typeface="Inter"/>
              </a:rPr>
              <a:t>UART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2EF5A5B-F21C-4729-887A-F056CE0A340B}"/>
              </a:ext>
            </a:extLst>
          </p:cNvPr>
          <p:cNvSpPr txBox="1"/>
          <p:nvPr/>
        </p:nvSpPr>
        <p:spPr>
          <a:xfrm>
            <a:off x="3683000" y="3403600"/>
            <a:ext cx="7874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>
                <a:solidFill>
                  <a:srgbClr val="4A5568"/>
                </a:solidFill>
                <a:latin typeface="Inter"/>
              </a:rPr>
              <a:t>Universal Asynchronous Receiver/Transmitter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60115148-EB9F-4332-9A4F-A00F1D63C304}"/>
              </a:ext>
            </a:extLst>
          </p:cNvPr>
          <p:cNvSpPr/>
          <p:nvPr/>
        </p:nvSpPr>
        <p:spPr>
          <a:xfrm>
            <a:off x="3683000" y="4064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F1989FA-C556-4716-906D-7CBFC1F1A6FB}"/>
              </a:ext>
            </a:extLst>
          </p:cNvPr>
          <p:cNvSpPr/>
          <p:nvPr/>
        </p:nvSpPr>
        <p:spPr>
          <a:xfrm>
            <a:off x="3683000" y="4445000"/>
            <a:ext cx="1460500" cy="635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TX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E1B15C0-494D-4A49-9E18-7CE5D7C0B33F}"/>
              </a:ext>
            </a:extLst>
          </p:cNvPr>
          <p:cNvSpPr/>
          <p:nvPr/>
        </p:nvSpPr>
        <p:spPr>
          <a:xfrm>
            <a:off x="5334000" y="4445000"/>
            <a:ext cx="14605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RX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9C9D34A-A347-4222-8B7D-9BB86611CC23}"/>
              </a:ext>
            </a:extLst>
          </p:cNvPr>
          <p:cNvSpPr/>
          <p:nvPr/>
        </p:nvSpPr>
        <p:spPr>
          <a:xfrm>
            <a:off x="6985000" y="4445000"/>
            <a:ext cx="1460500" cy="6350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FFFFFF"/>
                </a:solidFill>
                <a:latin typeface="Inter"/>
              </a:rPr>
              <a:t>GND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453301A4-AA72-48B7-B38F-154D73525AD3}"/>
              </a:ext>
            </a:extLst>
          </p:cNvPr>
          <p:cNvSpPr/>
          <p:nvPr/>
        </p:nvSpPr>
        <p:spPr>
          <a:xfrm>
            <a:off x="8636000" y="4445000"/>
            <a:ext cx="1460500" cy="635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BAUD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9D6545E-0E4C-46EC-A2E6-2A5B18108AF7}"/>
              </a:ext>
            </a:extLst>
          </p:cNvPr>
          <p:cNvSpPr txBox="1"/>
          <p:nvPr/>
        </p:nvSpPr>
        <p:spPr>
          <a:xfrm>
            <a:off x="3683000" y="5397500"/>
            <a:ext cx="8128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Assíncrono · sem clock · 2 fios · Serial Monitor, GPS, GSM, Bluetooth</a:t>
            </a:r>
          </a:p>
        </p:txBody>
      </p:sp>
    </p:spTree>
    <p:extLst>
      <p:ext uri="{BB962C8B-B14F-4D97-AF65-F5344CB8AC3E}">
        <p14:creationId xmlns:p14="http://schemas.microsoft.com/office/powerpoint/2010/main" val="30413214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DD6C6DB-F8D3-4889-94A3-47FD8BB34DF5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3E88125-59E8-4293-B480-A0D8C5980D8C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Topologia ponto-a-ponto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1755490-12E8-4F73-8481-98FC6D565C51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Apenas 2 dispositivos por barramento — TX cruza com RX do outro lado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1E13D385-C206-4539-B8F6-FE6C444F049F}"/>
              </a:ext>
            </a:extLst>
          </p:cNvPr>
          <p:cNvSpPr/>
          <p:nvPr/>
        </p:nvSpPr>
        <p:spPr>
          <a:xfrm>
            <a:off x="1016000" y="2032000"/>
            <a:ext cx="2540000" cy="2540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0BDDB3B-D3D8-4397-95CC-B6E67F21C83F}"/>
              </a:ext>
            </a:extLst>
          </p:cNvPr>
          <p:cNvSpPr txBox="1"/>
          <p:nvPr/>
        </p:nvSpPr>
        <p:spPr>
          <a:xfrm>
            <a:off x="1016000" y="2222500"/>
            <a:ext cx="254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FFFFFF"/>
                </a:solidFill>
                <a:latin typeface="Inter"/>
              </a:rPr>
              <a:t>ESP32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5FA0EF88-F8F9-41F3-99BA-5C54D973B624}"/>
              </a:ext>
            </a:extLst>
          </p:cNvPr>
          <p:cNvSpPr/>
          <p:nvPr/>
        </p:nvSpPr>
        <p:spPr>
          <a:xfrm>
            <a:off x="8636000" y="2032000"/>
            <a:ext cx="2540000" cy="2540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C0BFDCC-C1F3-46CC-8FDC-D1825BBE41CF}"/>
              </a:ext>
            </a:extLst>
          </p:cNvPr>
          <p:cNvSpPr txBox="1"/>
          <p:nvPr/>
        </p:nvSpPr>
        <p:spPr>
          <a:xfrm>
            <a:off x="8636000" y="2222500"/>
            <a:ext cx="254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PC / GPS / GSM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CF1767DA-8C51-4944-8373-888F453C0CEC}"/>
              </a:ext>
            </a:extLst>
          </p:cNvPr>
          <p:cNvSpPr/>
          <p:nvPr/>
        </p:nvSpPr>
        <p:spPr>
          <a:xfrm>
            <a:off x="2667000" y="2921000"/>
            <a:ext cx="889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TX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B829927-74CB-48DA-B218-7D8AD014F80B}"/>
              </a:ext>
            </a:extLst>
          </p:cNvPr>
          <p:cNvSpPr/>
          <p:nvPr/>
        </p:nvSpPr>
        <p:spPr>
          <a:xfrm>
            <a:off x="2667000" y="3492500"/>
            <a:ext cx="889000" cy="4064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RX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6F75035F-31BB-4193-A035-3B71560640C5}"/>
              </a:ext>
            </a:extLst>
          </p:cNvPr>
          <p:cNvSpPr/>
          <p:nvPr/>
        </p:nvSpPr>
        <p:spPr>
          <a:xfrm>
            <a:off x="2667000" y="4064000"/>
            <a:ext cx="889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GND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36C7D796-43E5-4702-8D31-CB0C90B547C9}"/>
              </a:ext>
            </a:extLst>
          </p:cNvPr>
          <p:cNvSpPr/>
          <p:nvPr/>
        </p:nvSpPr>
        <p:spPr>
          <a:xfrm>
            <a:off x="7747000" y="2921000"/>
            <a:ext cx="889000" cy="4064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RX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21DB95B3-2D72-4CAA-98D5-877A8EB3E172}"/>
              </a:ext>
            </a:extLst>
          </p:cNvPr>
          <p:cNvSpPr/>
          <p:nvPr/>
        </p:nvSpPr>
        <p:spPr>
          <a:xfrm>
            <a:off x="7747000" y="3492500"/>
            <a:ext cx="889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TX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8A66F94B-CBC4-4492-BABC-8A908FD7DC6B}"/>
              </a:ext>
            </a:extLst>
          </p:cNvPr>
          <p:cNvSpPr/>
          <p:nvPr/>
        </p:nvSpPr>
        <p:spPr>
          <a:xfrm>
            <a:off x="7747000" y="4064000"/>
            <a:ext cx="889000" cy="4064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GND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D88A8422-A2DF-4D60-9E34-B000FD5BC124}"/>
              </a:ext>
            </a:extLst>
          </p:cNvPr>
          <p:cNvSpPr/>
          <p:nvPr/>
        </p:nvSpPr>
        <p:spPr>
          <a:xfrm>
            <a:off x="3556000" y="3124200"/>
            <a:ext cx="2032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F90BEB6-DCCE-4703-BBE9-B129A16AE83B}"/>
              </a:ext>
            </a:extLst>
          </p:cNvPr>
          <p:cNvSpPr/>
          <p:nvPr/>
        </p:nvSpPr>
        <p:spPr>
          <a:xfrm>
            <a:off x="5588000" y="3124200"/>
            <a:ext cx="38100" cy="5715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586CE0B-0DA7-4EBF-98F7-4501E7F825BD}"/>
              </a:ext>
            </a:extLst>
          </p:cNvPr>
          <p:cNvSpPr/>
          <p:nvPr/>
        </p:nvSpPr>
        <p:spPr>
          <a:xfrm>
            <a:off x="5588000" y="3695700"/>
            <a:ext cx="215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78DE4D4E-7FEA-4864-B14F-5AA2949DDB37}"/>
              </a:ext>
            </a:extLst>
          </p:cNvPr>
          <p:cNvSpPr/>
          <p:nvPr/>
        </p:nvSpPr>
        <p:spPr>
          <a:xfrm>
            <a:off x="3556000" y="3695700"/>
            <a:ext cx="2032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F0D32D9C-1D50-45B4-9E0E-EA5185967AE5}"/>
              </a:ext>
            </a:extLst>
          </p:cNvPr>
          <p:cNvSpPr/>
          <p:nvPr/>
        </p:nvSpPr>
        <p:spPr>
          <a:xfrm>
            <a:off x="5626100" y="3124200"/>
            <a:ext cx="38100" cy="5715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F757CD1C-E4E9-40BA-AA02-F4C006B07474}"/>
              </a:ext>
            </a:extLst>
          </p:cNvPr>
          <p:cNvSpPr/>
          <p:nvPr/>
        </p:nvSpPr>
        <p:spPr>
          <a:xfrm>
            <a:off x="5626100" y="3124200"/>
            <a:ext cx="21209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D5D0360-513D-4101-86C9-8723FAF25185}"/>
              </a:ext>
            </a:extLst>
          </p:cNvPr>
          <p:cNvSpPr/>
          <p:nvPr/>
        </p:nvSpPr>
        <p:spPr>
          <a:xfrm>
            <a:off x="3556000" y="4267200"/>
            <a:ext cx="4191000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AE7A55AC-E6CC-4483-BF73-AAC15A1F8964}"/>
              </a:ext>
            </a:extLst>
          </p:cNvPr>
          <p:cNvSpPr txBox="1"/>
          <p:nvPr/>
        </p:nvSpPr>
        <p:spPr>
          <a:xfrm>
            <a:off x="4826000" y="2540000"/>
            <a:ext cx="1397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9F7AEA"/>
                </a:solidFill>
                <a:latin typeface="Consolas"/>
              </a:rPr>
              <a:t>TX→RX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8D99CD7F-F3C3-4064-80E2-F362F0224B2F}"/>
              </a:ext>
            </a:extLst>
          </p:cNvPr>
          <p:cNvSpPr txBox="1"/>
          <p:nvPr/>
        </p:nvSpPr>
        <p:spPr>
          <a:xfrm>
            <a:off x="4826000" y="4356100"/>
            <a:ext cx="1397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Consolas"/>
              </a:rPr>
              <a:t>RX←TX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940599E-C35B-4550-A2EA-F6E4C60939D1}"/>
              </a:ext>
            </a:extLst>
          </p:cNvPr>
          <p:cNvSpPr/>
          <p:nvPr/>
        </p:nvSpPr>
        <p:spPr>
          <a:xfrm>
            <a:off x="635000" y="5207000"/>
            <a:ext cx="10922000" cy="1270000"/>
          </a:xfrm>
          <a:prstGeom prst="roundRect">
            <a:avLst/>
          </a:prstGeom>
          <a:solidFill>
            <a:srgbClr val="F3E8FF"/>
          </a:solidFill>
          <a:ln w="127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BFC72D9-CA80-4846-A0D2-8A286C664F02}"/>
              </a:ext>
            </a:extLst>
          </p:cNvPr>
          <p:cNvSpPr txBox="1"/>
          <p:nvPr/>
        </p:nvSpPr>
        <p:spPr>
          <a:xfrm>
            <a:off x="952500" y="53975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5B21B6"/>
                </a:solidFill>
                <a:latin typeface="Inter"/>
              </a:rPr>
              <a:t>⚠  Pegadinha clássica: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E60CF35C-1B75-4B24-A111-EBFADFD2B324}"/>
              </a:ext>
            </a:extLst>
          </p:cNvPr>
          <p:cNvSpPr txBox="1"/>
          <p:nvPr/>
        </p:nvSpPr>
        <p:spPr>
          <a:xfrm>
            <a:off x="952500" y="5740400"/>
            <a:ext cx="10414000" cy="660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1A1A2E"/>
                </a:solidFill>
                <a:latin typeface="Inter"/>
              </a:rPr>
              <a:t>TX deve ir no RX do outro dispositivo (e vice-versa). Conectar TX↔TX é o erro #1 de iniciantes.
GND obrigatório — sem referência comum, os bits viram lixo.</a:t>
            </a:r>
          </a:p>
        </p:txBody>
      </p:sp>
    </p:spTree>
    <p:extLst>
      <p:ext uri="{BB962C8B-B14F-4D97-AF65-F5344CB8AC3E}">
        <p14:creationId xmlns:p14="http://schemas.microsoft.com/office/powerpoint/2010/main" val="4009177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F9E5BAFA-8729-446C-BE05-1D6F05A01906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C949A6F-B0E3-4196-A118-1F107ECBA044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Anatomia do frame UART (8N1)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721A6E9-EEAC-4042-8B73-177A7FBF7BB4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8 bits de dados · sem paridade · 1 stop bit · transmitindo 'A' (0x41 = 01000001)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18EA160-B34D-4568-B7A1-17F4B853C5B7}"/>
              </a:ext>
            </a:extLst>
          </p:cNvPr>
          <p:cNvSpPr/>
          <p:nvPr/>
        </p:nvSpPr>
        <p:spPr>
          <a:xfrm>
            <a:off x="762000" y="1651000"/>
            <a:ext cx="10668000" cy="27940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F35FD6B4-041D-4A31-9678-27025C871518}"/>
              </a:ext>
            </a:extLst>
          </p:cNvPr>
          <p:cNvSpPr/>
          <p:nvPr/>
        </p:nvSpPr>
        <p:spPr>
          <a:xfrm>
            <a:off x="825500" y="2286000"/>
            <a:ext cx="6985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2B3C4C9-1E7E-4B2B-8105-E699A24E973A}"/>
              </a:ext>
            </a:extLst>
          </p:cNvPr>
          <p:cNvSpPr/>
          <p:nvPr/>
        </p:nvSpPr>
        <p:spPr>
          <a:xfrm>
            <a:off x="1524000" y="2324100"/>
            <a:ext cx="254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F5618A5-6F82-4BCA-8AF4-D65E4842AAF0}"/>
              </a:ext>
            </a:extLst>
          </p:cNvPr>
          <p:cNvSpPr/>
          <p:nvPr/>
        </p:nvSpPr>
        <p:spPr>
          <a:xfrm>
            <a:off x="1524000" y="3556000"/>
            <a:ext cx="889000" cy="381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EF3F014-9C8F-4EF8-B05C-E22AC31268A1}"/>
              </a:ext>
            </a:extLst>
          </p:cNvPr>
          <p:cNvSpPr/>
          <p:nvPr/>
        </p:nvSpPr>
        <p:spPr>
          <a:xfrm>
            <a:off x="2413000" y="2324100"/>
            <a:ext cx="254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7BBC5A62-6173-4F5D-9CF2-7007CCFF7020}"/>
              </a:ext>
            </a:extLst>
          </p:cNvPr>
          <p:cNvSpPr/>
          <p:nvPr/>
        </p:nvSpPr>
        <p:spPr>
          <a:xfrm>
            <a:off x="2413000" y="228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C94883E-1861-4FEF-8DB4-713F4C4EFDEF}"/>
              </a:ext>
            </a:extLst>
          </p:cNvPr>
          <p:cNvSpPr/>
          <p:nvPr/>
        </p:nvSpPr>
        <p:spPr>
          <a:xfrm>
            <a:off x="3302000" y="2324100"/>
            <a:ext cx="254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098D491-A03C-4C20-A404-736B10A6BD11}"/>
              </a:ext>
            </a:extLst>
          </p:cNvPr>
          <p:cNvSpPr/>
          <p:nvPr/>
        </p:nvSpPr>
        <p:spPr>
          <a:xfrm>
            <a:off x="3302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589E856-D7BB-4074-B145-A7C3E24DB33C}"/>
              </a:ext>
            </a:extLst>
          </p:cNvPr>
          <p:cNvSpPr/>
          <p:nvPr/>
        </p:nvSpPr>
        <p:spPr>
          <a:xfrm>
            <a:off x="4191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77A3F53-A3BB-44AC-88BB-890BAE33D98C}"/>
              </a:ext>
            </a:extLst>
          </p:cNvPr>
          <p:cNvSpPr/>
          <p:nvPr/>
        </p:nvSpPr>
        <p:spPr>
          <a:xfrm>
            <a:off x="5080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C0834B3-3037-46D1-BAD5-48A0BB72590A}"/>
              </a:ext>
            </a:extLst>
          </p:cNvPr>
          <p:cNvSpPr/>
          <p:nvPr/>
        </p:nvSpPr>
        <p:spPr>
          <a:xfrm>
            <a:off x="5969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97200C5-94A9-490F-A018-91AF40B2F8F0}"/>
              </a:ext>
            </a:extLst>
          </p:cNvPr>
          <p:cNvSpPr/>
          <p:nvPr/>
        </p:nvSpPr>
        <p:spPr>
          <a:xfrm>
            <a:off x="6858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E43D7F5B-4352-42B7-8457-8D640848594D}"/>
              </a:ext>
            </a:extLst>
          </p:cNvPr>
          <p:cNvSpPr/>
          <p:nvPr/>
        </p:nvSpPr>
        <p:spPr>
          <a:xfrm>
            <a:off x="7747000" y="2324100"/>
            <a:ext cx="254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3D0675F1-4931-444B-8E7D-8A701D55A4F1}"/>
              </a:ext>
            </a:extLst>
          </p:cNvPr>
          <p:cNvSpPr/>
          <p:nvPr/>
        </p:nvSpPr>
        <p:spPr>
          <a:xfrm>
            <a:off x="7747000" y="228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9F806F99-E2D9-4900-B455-AC9D201043DE}"/>
              </a:ext>
            </a:extLst>
          </p:cNvPr>
          <p:cNvSpPr/>
          <p:nvPr/>
        </p:nvSpPr>
        <p:spPr>
          <a:xfrm>
            <a:off x="8636000" y="2324100"/>
            <a:ext cx="25400" cy="1270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BBB3EBF8-EA44-409A-997A-2D6F491D9B4B}"/>
              </a:ext>
            </a:extLst>
          </p:cNvPr>
          <p:cNvSpPr/>
          <p:nvPr/>
        </p:nvSpPr>
        <p:spPr>
          <a:xfrm>
            <a:off x="8636000" y="3556000"/>
            <a:ext cx="889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B091F04-C7DA-48FE-8716-0CC08EFF07C0}"/>
              </a:ext>
            </a:extLst>
          </p:cNvPr>
          <p:cNvSpPr/>
          <p:nvPr/>
        </p:nvSpPr>
        <p:spPr>
          <a:xfrm>
            <a:off x="9525000" y="2324100"/>
            <a:ext cx="25400" cy="1270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AAC983ED-BA97-4073-BA91-497C4B87024D}"/>
              </a:ext>
            </a:extLst>
          </p:cNvPr>
          <p:cNvSpPr/>
          <p:nvPr/>
        </p:nvSpPr>
        <p:spPr>
          <a:xfrm>
            <a:off x="9525000" y="2286000"/>
            <a:ext cx="889000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4BAD2145-A3E1-4A65-BB8E-8FFE78E0A55C}"/>
              </a:ext>
            </a:extLst>
          </p:cNvPr>
          <p:cNvSpPr/>
          <p:nvPr/>
        </p:nvSpPr>
        <p:spPr>
          <a:xfrm>
            <a:off x="10414000" y="2286000"/>
            <a:ext cx="635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A868707A-94DD-49F0-B375-853EECE18736}"/>
              </a:ext>
            </a:extLst>
          </p:cNvPr>
          <p:cNvSpPr/>
          <p:nvPr/>
        </p:nvSpPr>
        <p:spPr>
          <a:xfrm>
            <a:off x="1524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3F3BF0E9-E913-4036-BC5E-7115E05F89EB}"/>
              </a:ext>
            </a:extLst>
          </p:cNvPr>
          <p:cNvSpPr txBox="1"/>
          <p:nvPr/>
        </p:nvSpPr>
        <p:spPr>
          <a:xfrm>
            <a:off x="1460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FF6B6B"/>
                </a:solidFill>
                <a:latin typeface="Consolas"/>
              </a:rPr>
              <a:t>START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E22CCA9E-905F-4F5E-896F-4E7F69FF5B43}"/>
              </a:ext>
            </a:extLst>
          </p:cNvPr>
          <p:cNvSpPr/>
          <p:nvPr/>
        </p:nvSpPr>
        <p:spPr>
          <a:xfrm>
            <a:off x="2413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74EA774C-C468-4D1D-AFCB-8A5866467E71}"/>
              </a:ext>
            </a:extLst>
          </p:cNvPr>
          <p:cNvSpPr txBox="1"/>
          <p:nvPr/>
        </p:nvSpPr>
        <p:spPr>
          <a:xfrm>
            <a:off x="2349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D0=1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7006567D-E136-4CE6-B191-9907CD6159D6}"/>
              </a:ext>
            </a:extLst>
          </p:cNvPr>
          <p:cNvSpPr/>
          <p:nvPr/>
        </p:nvSpPr>
        <p:spPr>
          <a:xfrm>
            <a:off x="3302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565F8CBD-9FA0-4D21-A558-C6E76DD54827}"/>
              </a:ext>
            </a:extLst>
          </p:cNvPr>
          <p:cNvSpPr txBox="1"/>
          <p:nvPr/>
        </p:nvSpPr>
        <p:spPr>
          <a:xfrm>
            <a:off x="3238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D1=0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58CA68B4-021F-45AC-B264-54F34C2A355C}"/>
              </a:ext>
            </a:extLst>
          </p:cNvPr>
          <p:cNvSpPr/>
          <p:nvPr/>
        </p:nvSpPr>
        <p:spPr>
          <a:xfrm>
            <a:off x="4191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DE0E0E6F-A7B7-4547-B01A-6CA28387AFA2}"/>
              </a:ext>
            </a:extLst>
          </p:cNvPr>
          <p:cNvSpPr txBox="1"/>
          <p:nvPr/>
        </p:nvSpPr>
        <p:spPr>
          <a:xfrm>
            <a:off x="4127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D2=0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21032DD6-BEAA-4D56-9B9D-CDC097FDF4B9}"/>
              </a:ext>
            </a:extLst>
          </p:cNvPr>
          <p:cNvSpPr/>
          <p:nvPr/>
        </p:nvSpPr>
        <p:spPr>
          <a:xfrm>
            <a:off x="5080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C5B2886E-4B95-4BB2-B7C0-906C5A02ACBD}"/>
              </a:ext>
            </a:extLst>
          </p:cNvPr>
          <p:cNvSpPr txBox="1"/>
          <p:nvPr/>
        </p:nvSpPr>
        <p:spPr>
          <a:xfrm>
            <a:off x="5016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D3=0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369FD552-FD45-44FA-8390-BEA5FFC2D495}"/>
              </a:ext>
            </a:extLst>
          </p:cNvPr>
          <p:cNvSpPr/>
          <p:nvPr/>
        </p:nvSpPr>
        <p:spPr>
          <a:xfrm>
            <a:off x="5969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0EA8EFBE-AEB4-47FF-8F13-43F3D7CDAD88}"/>
              </a:ext>
            </a:extLst>
          </p:cNvPr>
          <p:cNvSpPr txBox="1"/>
          <p:nvPr/>
        </p:nvSpPr>
        <p:spPr>
          <a:xfrm>
            <a:off x="5905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D4=0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105B99BF-F2C7-42B2-97C5-66F73C76F97F}"/>
              </a:ext>
            </a:extLst>
          </p:cNvPr>
          <p:cNvSpPr/>
          <p:nvPr/>
        </p:nvSpPr>
        <p:spPr>
          <a:xfrm>
            <a:off x="6858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2AACC1DD-7BE6-4B70-8243-7786275898E6}"/>
              </a:ext>
            </a:extLst>
          </p:cNvPr>
          <p:cNvSpPr txBox="1"/>
          <p:nvPr/>
        </p:nvSpPr>
        <p:spPr>
          <a:xfrm>
            <a:off x="6794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D5=0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B8D162CE-CA06-4A50-9318-90FA34EC64D5}"/>
              </a:ext>
            </a:extLst>
          </p:cNvPr>
          <p:cNvSpPr/>
          <p:nvPr/>
        </p:nvSpPr>
        <p:spPr>
          <a:xfrm>
            <a:off x="7747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99ECD50-9C50-471F-ABDC-FB52FEB29A74}"/>
              </a:ext>
            </a:extLst>
          </p:cNvPr>
          <p:cNvSpPr txBox="1"/>
          <p:nvPr/>
        </p:nvSpPr>
        <p:spPr>
          <a:xfrm>
            <a:off x="7683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D6=1</a:t>
            </a:r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4078EFDB-1423-461D-9408-E317E0AD9390}"/>
              </a:ext>
            </a:extLst>
          </p:cNvPr>
          <p:cNvSpPr/>
          <p:nvPr/>
        </p:nvSpPr>
        <p:spPr>
          <a:xfrm>
            <a:off x="8636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A1A6B14A-361E-4404-8131-410CFD2D7EE0}"/>
              </a:ext>
            </a:extLst>
          </p:cNvPr>
          <p:cNvSpPr txBox="1"/>
          <p:nvPr/>
        </p:nvSpPr>
        <p:spPr>
          <a:xfrm>
            <a:off x="8572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D7=0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AF41DE25-73F8-4239-9C77-939C218062F5}"/>
              </a:ext>
            </a:extLst>
          </p:cNvPr>
          <p:cNvSpPr/>
          <p:nvPr/>
        </p:nvSpPr>
        <p:spPr>
          <a:xfrm>
            <a:off x="9525000" y="4064000"/>
            <a:ext cx="12700" cy="1016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0325F68F-9BE4-4193-AAE7-E4DB3916EF0F}"/>
              </a:ext>
            </a:extLst>
          </p:cNvPr>
          <p:cNvSpPr txBox="1"/>
          <p:nvPr/>
        </p:nvSpPr>
        <p:spPr>
          <a:xfrm>
            <a:off x="9461500" y="4165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STOP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208BAC62-21F1-46C0-B927-6F7D474BAAFB}"/>
              </a:ext>
            </a:extLst>
          </p:cNvPr>
          <p:cNvSpPr txBox="1"/>
          <p:nvPr/>
        </p:nvSpPr>
        <p:spPr>
          <a:xfrm>
            <a:off x="889000" y="19685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Consolas"/>
              </a:rPr>
              <a:t>IDLE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501BB88D-6EF2-4350-8988-33BE8396279C}"/>
              </a:ext>
            </a:extLst>
          </p:cNvPr>
          <p:cNvSpPr txBox="1"/>
          <p:nvPr/>
        </p:nvSpPr>
        <p:spPr>
          <a:xfrm>
            <a:off x="10541000" y="19685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4A3B8"/>
                </a:solidFill>
                <a:latin typeface="Consolas"/>
              </a:rPr>
              <a:t>IDLE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87FAAF44-8722-4EBA-A47D-88F3F3CCEF34}"/>
              </a:ext>
            </a:extLst>
          </p:cNvPr>
          <p:cNvSpPr txBox="1"/>
          <p:nvPr/>
        </p:nvSpPr>
        <p:spPr>
          <a:xfrm>
            <a:off x="825500" y="21336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94A3B8"/>
                </a:solidFill>
                <a:latin typeface="Consolas"/>
              </a:rPr>
              <a:t>H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7AB32760-1002-4BA0-806C-F20FF638E91A}"/>
              </a:ext>
            </a:extLst>
          </p:cNvPr>
          <p:cNvSpPr txBox="1"/>
          <p:nvPr/>
        </p:nvSpPr>
        <p:spPr>
          <a:xfrm>
            <a:off x="825500" y="34036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94A3B8"/>
                </a:solidFill>
                <a:latin typeface="Consolas"/>
              </a:rPr>
              <a:t>L</a:t>
            </a:r>
          </a:p>
        </p:txBody>
      </p:sp>
      <p:sp>
        <p:nvSpPr>
          <p:cNvPr id="48" name="Retângulo: Cantos Arredondados 47">
            <a:extLst>
              <a:ext uri="{FF2B5EF4-FFF2-40B4-BE49-F238E27FC236}">
                <a16:creationId xmlns:a16="http://schemas.microsoft.com/office/drawing/2014/main" id="{9F771468-F219-41B0-8430-E4A1D1AB211C}"/>
              </a:ext>
            </a:extLst>
          </p:cNvPr>
          <p:cNvSpPr/>
          <p:nvPr/>
        </p:nvSpPr>
        <p:spPr>
          <a:xfrm>
            <a:off x="635000" y="5016500"/>
            <a:ext cx="3619500" cy="1460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6B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2B10DA0C-13A7-4BDB-9070-BC2C660ADE7E}"/>
              </a:ext>
            </a:extLst>
          </p:cNvPr>
          <p:cNvSpPr txBox="1"/>
          <p:nvPr/>
        </p:nvSpPr>
        <p:spPr>
          <a:xfrm>
            <a:off x="863600" y="5168900"/>
            <a:ext cx="330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FF6B6B"/>
                </a:solidFill>
                <a:latin typeface="Inter"/>
              </a:rPr>
              <a:t>START bit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9B8843B2-C710-4380-BCF7-E04E61EB5877}"/>
              </a:ext>
            </a:extLst>
          </p:cNvPr>
          <p:cNvSpPr txBox="1"/>
          <p:nvPr/>
        </p:nvSpPr>
        <p:spPr>
          <a:xfrm>
            <a:off x="863600" y="5588000"/>
            <a:ext cx="33020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Linha vai de H→L
→ marca início</a:t>
            </a: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BC35B05B-C2B1-4631-A9A6-9D4D10259CE1}"/>
              </a:ext>
            </a:extLst>
          </p:cNvPr>
          <p:cNvSpPr/>
          <p:nvPr/>
        </p:nvSpPr>
        <p:spPr>
          <a:xfrm>
            <a:off x="4381500" y="5016500"/>
            <a:ext cx="3619500" cy="1460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BBCAF31C-F120-497C-8E35-2BB5998B0EE9}"/>
              </a:ext>
            </a:extLst>
          </p:cNvPr>
          <p:cNvSpPr txBox="1"/>
          <p:nvPr/>
        </p:nvSpPr>
        <p:spPr>
          <a:xfrm>
            <a:off x="4610100" y="5168900"/>
            <a:ext cx="330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9F7AEA"/>
                </a:solidFill>
                <a:latin typeface="Inter"/>
              </a:rPr>
              <a:t>Dados (LSB first)</a:t>
            </a: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736C5FEF-57CE-4329-B8C5-F7AA17F74053}"/>
              </a:ext>
            </a:extLst>
          </p:cNvPr>
          <p:cNvSpPr txBox="1"/>
          <p:nvPr/>
        </p:nvSpPr>
        <p:spPr>
          <a:xfrm>
            <a:off x="4610100" y="5588000"/>
            <a:ext cx="33020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8 bits, bit menos
significativo primeiro</a:t>
            </a:r>
          </a:p>
        </p:txBody>
      </p:sp>
      <p:sp>
        <p:nvSpPr>
          <p:cNvPr id="54" name="Retângulo: Cantos Arredondados 53">
            <a:extLst>
              <a:ext uri="{FF2B5EF4-FFF2-40B4-BE49-F238E27FC236}">
                <a16:creationId xmlns:a16="http://schemas.microsoft.com/office/drawing/2014/main" id="{640CA00C-F806-412E-AFD8-623AE5E7DE12}"/>
              </a:ext>
            </a:extLst>
          </p:cNvPr>
          <p:cNvSpPr/>
          <p:nvPr/>
        </p:nvSpPr>
        <p:spPr>
          <a:xfrm>
            <a:off x="8128000" y="5016500"/>
            <a:ext cx="3619500" cy="14605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D19F64F3-EEA1-4158-B84A-B0A088036AA7}"/>
              </a:ext>
            </a:extLst>
          </p:cNvPr>
          <p:cNvSpPr txBox="1"/>
          <p:nvPr/>
        </p:nvSpPr>
        <p:spPr>
          <a:xfrm>
            <a:off x="8356600" y="5168900"/>
            <a:ext cx="3302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00D4AA"/>
                </a:solidFill>
                <a:latin typeface="Inter"/>
              </a:rPr>
              <a:t>STOP bit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EE2D0B1A-5700-4C11-ADB2-1424D8B15ABB}"/>
              </a:ext>
            </a:extLst>
          </p:cNvPr>
          <p:cNvSpPr txBox="1"/>
          <p:nvPr/>
        </p:nvSpPr>
        <p:spPr>
          <a:xfrm>
            <a:off x="8356600" y="5588000"/>
            <a:ext cx="33020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Linha volta a H
→ marca fim</a:t>
            </a:r>
          </a:p>
        </p:txBody>
      </p:sp>
    </p:spTree>
    <p:extLst>
      <p:ext uri="{BB962C8B-B14F-4D97-AF65-F5344CB8AC3E}">
        <p14:creationId xmlns:p14="http://schemas.microsoft.com/office/powerpoint/2010/main" val="13685754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A3D081E-C390-4CA7-98BC-D8B4463A172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B6C04FE-5465-4881-BD24-B475704338E3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Baud rate e erro de clock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D381D3E8-13F2-45A4-81FA-F3589AC80CB5}"/>
              </a:ext>
            </a:extLst>
          </p:cNvPr>
          <p:cNvSpPr/>
          <p:nvPr/>
        </p:nvSpPr>
        <p:spPr>
          <a:xfrm>
            <a:off x="508000" y="1397000"/>
            <a:ext cx="5461000" cy="254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CB86B43-8B3D-4CE2-ADE5-53115C15CB4C}"/>
              </a:ext>
            </a:extLst>
          </p:cNvPr>
          <p:cNvSpPr txBox="1"/>
          <p:nvPr/>
        </p:nvSpPr>
        <p:spPr>
          <a:xfrm>
            <a:off x="762000" y="15875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9F7AEA"/>
                </a:solidFill>
                <a:latin typeface="Inter"/>
              </a:rPr>
              <a:t>Tempo por bit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5FA36E-3867-46B5-B798-33F99F38A764}"/>
              </a:ext>
            </a:extLst>
          </p:cNvPr>
          <p:cNvSpPr txBox="1"/>
          <p:nvPr/>
        </p:nvSpPr>
        <p:spPr>
          <a:xfrm>
            <a:off x="762000" y="2095500"/>
            <a:ext cx="508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1A1A2E"/>
                </a:solidFill>
                <a:latin typeface="Consolas"/>
              </a:rPr>
              <a:t>T_bit = 1 / baud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48451FD-C027-4C34-9264-8D079AED6E81}"/>
              </a:ext>
            </a:extLst>
          </p:cNvPr>
          <p:cNvSpPr txBox="1"/>
          <p:nvPr/>
        </p:nvSpPr>
        <p:spPr>
          <a:xfrm>
            <a:off x="762000" y="2794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A5568"/>
                </a:solidFill>
                <a:latin typeface="Inter"/>
              </a:rPr>
              <a:t>Exemplos: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BA0F224-2BFD-463A-A307-0572CA333F45}"/>
              </a:ext>
            </a:extLst>
          </p:cNvPr>
          <p:cNvSpPr txBox="1"/>
          <p:nvPr/>
        </p:nvSpPr>
        <p:spPr>
          <a:xfrm>
            <a:off x="762000" y="3111500"/>
            <a:ext cx="228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Consolas"/>
              </a:rPr>
              <a:t>9 600 bps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ED967E6-5C40-4CF9-B15E-A52542555A71}"/>
              </a:ext>
            </a:extLst>
          </p:cNvPr>
          <p:cNvSpPr txBox="1"/>
          <p:nvPr/>
        </p:nvSpPr>
        <p:spPr>
          <a:xfrm>
            <a:off x="3048000" y="31115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F7AEA"/>
                </a:solidFill>
                <a:latin typeface="Consolas"/>
              </a:rPr>
              <a:t>→ 104 µs/bit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A68C18B-9843-4ED8-BA23-A63152F961A1}"/>
              </a:ext>
            </a:extLst>
          </p:cNvPr>
          <p:cNvSpPr txBox="1"/>
          <p:nvPr/>
        </p:nvSpPr>
        <p:spPr>
          <a:xfrm>
            <a:off x="762000" y="3390900"/>
            <a:ext cx="228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Consolas"/>
              </a:rPr>
              <a:t>115 200 bps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47976D2-6AF2-4BAE-9A63-CACF4D5BE0BE}"/>
              </a:ext>
            </a:extLst>
          </p:cNvPr>
          <p:cNvSpPr txBox="1"/>
          <p:nvPr/>
        </p:nvSpPr>
        <p:spPr>
          <a:xfrm>
            <a:off x="3048000" y="33909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F7AEA"/>
                </a:solidFill>
                <a:latin typeface="Consolas"/>
              </a:rPr>
              <a:t>→ 8.7 µs/bit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0492F99-14A4-434B-985C-ADD70B105826}"/>
              </a:ext>
            </a:extLst>
          </p:cNvPr>
          <p:cNvSpPr txBox="1"/>
          <p:nvPr/>
        </p:nvSpPr>
        <p:spPr>
          <a:xfrm>
            <a:off x="762000" y="3670300"/>
            <a:ext cx="228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Consolas"/>
              </a:rPr>
              <a:t>921 600 bps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627E28C-CF86-49CA-B482-ED2EAEBCD4B5}"/>
              </a:ext>
            </a:extLst>
          </p:cNvPr>
          <p:cNvSpPr txBox="1"/>
          <p:nvPr/>
        </p:nvSpPr>
        <p:spPr>
          <a:xfrm>
            <a:off x="3048000" y="36703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F7AEA"/>
                </a:solidFill>
                <a:latin typeface="Consolas"/>
              </a:rPr>
              <a:t>→ 1.1 µs/bit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77C78C2-7F4D-4C4C-ADAC-F042929E59C7}"/>
              </a:ext>
            </a:extLst>
          </p:cNvPr>
          <p:cNvSpPr/>
          <p:nvPr/>
        </p:nvSpPr>
        <p:spPr>
          <a:xfrm>
            <a:off x="6223000" y="1397000"/>
            <a:ext cx="5461000" cy="2540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27B5792-1D0F-4556-83C5-7CE40D962AFD}"/>
              </a:ext>
            </a:extLst>
          </p:cNvPr>
          <p:cNvSpPr txBox="1"/>
          <p:nvPr/>
        </p:nvSpPr>
        <p:spPr>
          <a:xfrm>
            <a:off x="6477000" y="15875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9F7AEA"/>
                </a:solidFill>
                <a:latin typeface="Inter"/>
              </a:rPr>
              <a:t>Baud rates padrão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BFF72884-0FFD-48DA-B95F-40E22959C251}"/>
              </a:ext>
            </a:extLst>
          </p:cNvPr>
          <p:cNvSpPr/>
          <p:nvPr/>
        </p:nvSpPr>
        <p:spPr>
          <a:xfrm>
            <a:off x="6477000" y="2095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1 200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1B57CF38-EAA7-4DFC-939C-2EA2F8E8C1C9}"/>
              </a:ext>
            </a:extLst>
          </p:cNvPr>
          <p:cNvSpPr/>
          <p:nvPr/>
        </p:nvSpPr>
        <p:spPr>
          <a:xfrm>
            <a:off x="7747000" y="2095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2 400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269FE53D-A8B5-4E2D-87FD-0F2172EC948D}"/>
              </a:ext>
            </a:extLst>
          </p:cNvPr>
          <p:cNvSpPr/>
          <p:nvPr/>
        </p:nvSpPr>
        <p:spPr>
          <a:xfrm>
            <a:off x="9017000" y="2095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9 600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E88C928-5D36-4A36-9A95-E4927DC56876}"/>
              </a:ext>
            </a:extLst>
          </p:cNvPr>
          <p:cNvSpPr/>
          <p:nvPr/>
        </p:nvSpPr>
        <p:spPr>
          <a:xfrm>
            <a:off x="10287000" y="2095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19 200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71825430-E516-48D6-8507-B1C9C1D82C23}"/>
              </a:ext>
            </a:extLst>
          </p:cNvPr>
          <p:cNvSpPr/>
          <p:nvPr/>
        </p:nvSpPr>
        <p:spPr>
          <a:xfrm>
            <a:off x="6477000" y="2857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38 400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6E752E87-0BFE-40F0-9B75-EB9A017C1DF1}"/>
              </a:ext>
            </a:extLst>
          </p:cNvPr>
          <p:cNvSpPr/>
          <p:nvPr/>
        </p:nvSpPr>
        <p:spPr>
          <a:xfrm>
            <a:off x="7747000" y="2857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57 600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D151D364-1DD9-4D77-9CDA-ADE9621FB01E}"/>
              </a:ext>
            </a:extLst>
          </p:cNvPr>
          <p:cNvSpPr/>
          <p:nvPr/>
        </p:nvSpPr>
        <p:spPr>
          <a:xfrm>
            <a:off x="9017000" y="2857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115 200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168CC144-E184-477E-B63D-43CD3B0DF7B4}"/>
              </a:ext>
            </a:extLst>
          </p:cNvPr>
          <p:cNvSpPr/>
          <p:nvPr/>
        </p:nvSpPr>
        <p:spPr>
          <a:xfrm>
            <a:off x="10287000" y="2857500"/>
            <a:ext cx="1143000" cy="635000"/>
          </a:xfrm>
          <a:prstGeom prst="roundRect">
            <a:avLst/>
          </a:prstGeom>
          <a:solidFill>
            <a:srgbClr val="F3E8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5B21B6"/>
                </a:solidFill>
                <a:latin typeface="Consolas"/>
              </a:rPr>
              <a:t>230 400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FDE7C0CA-10EB-4EFD-B99F-A49A1ED689E7}"/>
              </a:ext>
            </a:extLst>
          </p:cNvPr>
          <p:cNvSpPr/>
          <p:nvPr/>
        </p:nvSpPr>
        <p:spPr>
          <a:xfrm>
            <a:off x="508000" y="4191000"/>
            <a:ext cx="11176000" cy="2286000"/>
          </a:xfrm>
          <a:prstGeom prst="roundRect">
            <a:avLst/>
          </a:prstGeom>
          <a:solidFill>
            <a:srgbClr val="FEF3C7"/>
          </a:solidFill>
          <a:ln w="25400" cap="flat" cmpd="sng" algn="ctr">
            <a:solidFill>
              <a:srgbClr val="FBBF2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0BD04F84-95DE-4E90-A049-AE26A26737AF}"/>
              </a:ext>
            </a:extLst>
          </p:cNvPr>
          <p:cNvSpPr/>
          <p:nvPr/>
        </p:nvSpPr>
        <p:spPr>
          <a:xfrm>
            <a:off x="762000" y="4445000"/>
            <a:ext cx="635000" cy="635000"/>
          </a:xfrm>
          <a:prstGeom prst="ellipse">
            <a:avLst/>
          </a:prstGeom>
          <a:solidFill>
            <a:srgbClr val="FBBF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800" b="1">
                <a:solidFill>
                  <a:srgbClr val="FFFFFF"/>
                </a:solidFill>
                <a:latin typeface="Inter"/>
              </a:rPr>
              <a:t>!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8E996CB-0746-40F1-8865-CB9BC06C6B33}"/>
              </a:ext>
            </a:extLst>
          </p:cNvPr>
          <p:cNvSpPr txBox="1"/>
          <p:nvPr/>
        </p:nvSpPr>
        <p:spPr>
          <a:xfrm>
            <a:off x="1587500" y="4445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92400E"/>
                </a:solidFill>
                <a:latin typeface="Inter"/>
              </a:rPr>
              <a:t>Tolerância de erro de clock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1BD5F2D-1B70-48F6-86B6-E8434F17B93D}"/>
              </a:ext>
            </a:extLst>
          </p:cNvPr>
          <p:cNvSpPr txBox="1"/>
          <p:nvPr/>
        </p:nvSpPr>
        <p:spPr>
          <a:xfrm>
            <a:off x="1587500" y="4826000"/>
            <a:ext cx="9779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78350F"/>
                </a:solidFill>
                <a:latin typeface="Inter"/>
              </a:rPr>
              <a:t>Como não há clock compartilhado, transmissor e receptor amostram independentemente.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ACAFE949-4CE4-43CF-8AAA-76971F430FE5}"/>
              </a:ext>
            </a:extLst>
          </p:cNvPr>
          <p:cNvSpPr txBox="1"/>
          <p:nvPr/>
        </p:nvSpPr>
        <p:spPr>
          <a:xfrm>
            <a:off x="762000" y="53975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10B981"/>
                </a:solidFill>
                <a:latin typeface="Consolas"/>
              </a:rPr>
              <a:t>≤ 2 %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4632E47E-DED8-4985-8BA0-BAA8E7934292}"/>
              </a:ext>
            </a:extLst>
          </p:cNvPr>
          <p:cNvSpPr txBox="1"/>
          <p:nvPr/>
        </p:nvSpPr>
        <p:spPr>
          <a:xfrm>
            <a:off x="762000" y="57531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Margem segura — sempre funciona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00743D5C-F786-47E6-A8C7-C2D4D560C4D7}"/>
              </a:ext>
            </a:extLst>
          </p:cNvPr>
          <p:cNvSpPr txBox="1"/>
          <p:nvPr/>
        </p:nvSpPr>
        <p:spPr>
          <a:xfrm>
            <a:off x="4445000" y="53975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59E0B"/>
                </a:solidFill>
                <a:latin typeface="Consolas"/>
              </a:rPr>
              <a:t>2 – 5 %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F9A88FEC-D3AD-4AE0-9D11-BB2F3393135C}"/>
              </a:ext>
            </a:extLst>
          </p:cNvPr>
          <p:cNvSpPr txBox="1"/>
          <p:nvPr/>
        </p:nvSpPr>
        <p:spPr>
          <a:xfrm>
            <a:off x="4445000" y="57531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Funciona, mas susceptível a ruído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FD41A024-B155-457E-884A-EB96D1668281}"/>
              </a:ext>
            </a:extLst>
          </p:cNvPr>
          <p:cNvSpPr txBox="1"/>
          <p:nvPr/>
        </p:nvSpPr>
        <p:spPr>
          <a:xfrm>
            <a:off x="8128000" y="5397500"/>
            <a:ext cx="139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DC2626"/>
                </a:solidFill>
                <a:latin typeface="Consolas"/>
              </a:rPr>
              <a:t>&gt; 5 %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001EB7B-44B8-4DB0-9146-2BFCA258F193}"/>
              </a:ext>
            </a:extLst>
          </p:cNvPr>
          <p:cNvSpPr txBox="1"/>
          <p:nvPr/>
        </p:nvSpPr>
        <p:spPr>
          <a:xfrm>
            <a:off x="8128000" y="57531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Erros frequentes — verificar cristal/PLL</a:t>
            </a:r>
          </a:p>
        </p:txBody>
      </p:sp>
    </p:spTree>
    <p:extLst>
      <p:ext uri="{BB962C8B-B14F-4D97-AF65-F5344CB8AC3E}">
        <p14:creationId xmlns:p14="http://schemas.microsoft.com/office/powerpoint/2010/main" val="42592674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E660787-DB02-4D9E-B331-38840AE143F9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3E153D1-E280-4937-B572-D9924DD98B0A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1A1A2E"/>
                </a:solidFill>
                <a:latin typeface="Inter"/>
              </a:rPr>
              <a:t>Paridade, stop bits e flow control</a:t>
            </a:r>
            <a:endParaRPr lang="pt-BR" sz="3600" b="1">
              <a:solidFill>
                <a:srgbClr val="1A1A2E"/>
              </a:solidFill>
              <a:latin typeface="Inter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FA298DE-03A3-438E-BE62-AC722DAF2BD2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Os 3 parâmetros que TX e RX precisam combinar (além do baud)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64A531A8-89AB-4EE1-86BB-10991F6EF95D}"/>
              </a:ext>
            </a:extLst>
          </p:cNvPr>
          <p:cNvSpPr/>
          <p:nvPr/>
        </p:nvSpPr>
        <p:spPr>
          <a:xfrm>
            <a:off x="508000" y="1460500"/>
            <a:ext cx="3556000" cy="501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71E6323-34CD-4937-B303-E7A4124466AB}"/>
              </a:ext>
            </a:extLst>
          </p:cNvPr>
          <p:cNvSpPr/>
          <p:nvPr/>
        </p:nvSpPr>
        <p:spPr>
          <a:xfrm>
            <a:off x="508000" y="1460500"/>
            <a:ext cx="3556000" cy="101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F933E5C-A4FF-4C69-A3EC-8A23431DE7DE}"/>
              </a:ext>
            </a:extLst>
          </p:cNvPr>
          <p:cNvSpPr txBox="1"/>
          <p:nvPr/>
        </p:nvSpPr>
        <p:spPr>
          <a:xfrm>
            <a:off x="762000" y="1778000"/>
            <a:ext cx="3175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9F7AEA"/>
                </a:solidFill>
                <a:latin typeface="Inter"/>
              </a:rPr>
              <a:t>Paridade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027D6B3A-69B7-46E4-B1C0-E787EE8DEF65}"/>
              </a:ext>
            </a:extLst>
          </p:cNvPr>
          <p:cNvSpPr/>
          <p:nvPr/>
        </p:nvSpPr>
        <p:spPr>
          <a:xfrm>
            <a:off x="762000" y="2476500"/>
            <a:ext cx="3048000" cy="3302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None  (N)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B63264D-9926-4598-99D0-FFBDDCA77347}"/>
              </a:ext>
            </a:extLst>
          </p:cNvPr>
          <p:cNvSpPr txBox="1"/>
          <p:nvPr/>
        </p:nvSpPr>
        <p:spPr>
          <a:xfrm>
            <a:off x="762000" y="2857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Sem bit de paridade — padrão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4F64150B-A1EE-40E1-8BB9-9F6FD92666C1}"/>
              </a:ext>
            </a:extLst>
          </p:cNvPr>
          <p:cNvSpPr/>
          <p:nvPr/>
        </p:nvSpPr>
        <p:spPr>
          <a:xfrm>
            <a:off x="762000" y="3429000"/>
            <a:ext cx="3048000" cy="3302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Even  (E)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7F57FA9-4FFA-4ABB-8B24-06A3B7398788}"/>
              </a:ext>
            </a:extLst>
          </p:cNvPr>
          <p:cNvSpPr txBox="1"/>
          <p:nvPr/>
        </p:nvSpPr>
        <p:spPr>
          <a:xfrm>
            <a:off x="762000" y="38100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Bit faz nº de 1s ficar par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8FE8D4AE-D557-498E-90F1-1C18D1D0B89D}"/>
              </a:ext>
            </a:extLst>
          </p:cNvPr>
          <p:cNvSpPr/>
          <p:nvPr/>
        </p:nvSpPr>
        <p:spPr>
          <a:xfrm>
            <a:off x="762000" y="4381500"/>
            <a:ext cx="3048000" cy="3302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Odd   (O)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B754CB4-9A38-4776-91CC-5223D61CAE86}"/>
              </a:ext>
            </a:extLst>
          </p:cNvPr>
          <p:cNvSpPr txBox="1"/>
          <p:nvPr/>
        </p:nvSpPr>
        <p:spPr>
          <a:xfrm>
            <a:off x="762000" y="4762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Bit faz nº de 1s ficar ímpar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FDB2A6F-1C56-473D-9905-68D4CCB2CDC7}"/>
              </a:ext>
            </a:extLst>
          </p:cNvPr>
          <p:cNvSpPr/>
          <p:nvPr/>
        </p:nvSpPr>
        <p:spPr>
          <a:xfrm>
            <a:off x="660400" y="5588000"/>
            <a:ext cx="3251200" cy="6985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AE0E5CF-9D6E-4085-A18B-1AEFED99E689}"/>
              </a:ext>
            </a:extLst>
          </p:cNvPr>
          <p:cNvSpPr txBox="1"/>
          <p:nvPr/>
        </p:nvSpPr>
        <p:spPr>
          <a:xfrm>
            <a:off x="762000" y="5689600"/>
            <a:ext cx="3048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i="1">
                <a:solidFill>
                  <a:srgbClr val="475569"/>
                </a:solidFill>
                <a:latin typeface="Inter"/>
              </a:rPr>
              <a:t>Detecta 1 bit invertido. Não corrige.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749ED79-16C0-40FA-9479-BC5F2DB815C4}"/>
              </a:ext>
            </a:extLst>
          </p:cNvPr>
          <p:cNvSpPr/>
          <p:nvPr/>
        </p:nvSpPr>
        <p:spPr>
          <a:xfrm>
            <a:off x="4318000" y="1460500"/>
            <a:ext cx="3556000" cy="501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89B1B6A3-D98F-481E-8E2F-A449E9E7CB64}"/>
              </a:ext>
            </a:extLst>
          </p:cNvPr>
          <p:cNvSpPr/>
          <p:nvPr/>
        </p:nvSpPr>
        <p:spPr>
          <a:xfrm>
            <a:off x="4318000" y="1460500"/>
            <a:ext cx="3556000" cy="1016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8F5B0CD-045C-451C-8D58-FF3AE74E9293}"/>
              </a:ext>
            </a:extLst>
          </p:cNvPr>
          <p:cNvSpPr txBox="1"/>
          <p:nvPr/>
        </p:nvSpPr>
        <p:spPr>
          <a:xfrm>
            <a:off x="4572000" y="1778000"/>
            <a:ext cx="3175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4FC3F7"/>
                </a:solidFill>
                <a:latin typeface="Inter"/>
              </a:rPr>
              <a:t>Stop bits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DC245496-4D97-4C31-834A-356CB075703A}"/>
              </a:ext>
            </a:extLst>
          </p:cNvPr>
          <p:cNvSpPr/>
          <p:nvPr/>
        </p:nvSpPr>
        <p:spPr>
          <a:xfrm>
            <a:off x="4572000" y="2476500"/>
            <a:ext cx="3048000" cy="3302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B9A8D746-713B-4955-AB85-6C6D3A298841}"/>
              </a:ext>
            </a:extLst>
          </p:cNvPr>
          <p:cNvSpPr txBox="1"/>
          <p:nvPr/>
        </p:nvSpPr>
        <p:spPr>
          <a:xfrm>
            <a:off x="4572000" y="2857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Padrão (8N1) — mais rápido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64D206A6-4922-4E46-AEAE-5E993F179A6C}"/>
              </a:ext>
            </a:extLst>
          </p:cNvPr>
          <p:cNvSpPr/>
          <p:nvPr/>
        </p:nvSpPr>
        <p:spPr>
          <a:xfrm>
            <a:off x="4572000" y="3429000"/>
            <a:ext cx="3048000" cy="3302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1.5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FDAAC70-9521-4FE0-97C4-BECEBA3A3BC0}"/>
              </a:ext>
            </a:extLst>
          </p:cNvPr>
          <p:cNvSpPr txBox="1"/>
          <p:nvPr/>
        </p:nvSpPr>
        <p:spPr>
          <a:xfrm>
            <a:off x="4572000" y="38100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Raro, modems antigos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26F98200-7124-4171-AF4F-2CD46874B4C8}"/>
              </a:ext>
            </a:extLst>
          </p:cNvPr>
          <p:cNvSpPr/>
          <p:nvPr/>
        </p:nvSpPr>
        <p:spPr>
          <a:xfrm>
            <a:off x="4572000" y="4381500"/>
            <a:ext cx="3048000" cy="3302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2EB2B554-5115-454D-90E6-5D0F4A449294}"/>
              </a:ext>
            </a:extLst>
          </p:cNvPr>
          <p:cNvSpPr txBox="1"/>
          <p:nvPr/>
        </p:nvSpPr>
        <p:spPr>
          <a:xfrm>
            <a:off x="4572000" y="4762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Mais robusto, baud baixo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86C81E72-F3DB-46F4-90AA-594AAE39CE43}"/>
              </a:ext>
            </a:extLst>
          </p:cNvPr>
          <p:cNvSpPr/>
          <p:nvPr/>
        </p:nvSpPr>
        <p:spPr>
          <a:xfrm>
            <a:off x="4470400" y="5588000"/>
            <a:ext cx="3251200" cy="6985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CEE504E-BE7A-4F26-B4C3-BFA39E5E544D}"/>
              </a:ext>
            </a:extLst>
          </p:cNvPr>
          <p:cNvSpPr txBox="1"/>
          <p:nvPr/>
        </p:nvSpPr>
        <p:spPr>
          <a:xfrm>
            <a:off x="4572000" y="5689600"/>
            <a:ext cx="3048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i="1">
                <a:solidFill>
                  <a:srgbClr val="475569"/>
                </a:solidFill>
                <a:latin typeface="Inter"/>
              </a:rPr>
              <a:t>Mais stop bits = mais tempo entre frames.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18A8DCF0-23A9-4323-A459-C9464DF28DAC}"/>
              </a:ext>
            </a:extLst>
          </p:cNvPr>
          <p:cNvSpPr/>
          <p:nvPr/>
        </p:nvSpPr>
        <p:spPr>
          <a:xfrm>
            <a:off x="8128000" y="1460500"/>
            <a:ext cx="3556000" cy="501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039B1F3F-53E6-4ABC-85A4-1F7D61284F4F}"/>
              </a:ext>
            </a:extLst>
          </p:cNvPr>
          <p:cNvSpPr/>
          <p:nvPr/>
        </p:nvSpPr>
        <p:spPr>
          <a:xfrm>
            <a:off x="8128000" y="1460500"/>
            <a:ext cx="3556000" cy="101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509BB5F7-16A3-437D-8753-B53229D0295A}"/>
              </a:ext>
            </a:extLst>
          </p:cNvPr>
          <p:cNvSpPr txBox="1"/>
          <p:nvPr/>
        </p:nvSpPr>
        <p:spPr>
          <a:xfrm>
            <a:off x="8382000" y="1778000"/>
            <a:ext cx="3175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400" b="1">
                <a:solidFill>
                  <a:srgbClr val="00D4AA"/>
                </a:solidFill>
                <a:latin typeface="Inter"/>
              </a:rPr>
              <a:t>Flow control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BC4A6702-B981-451C-A5CA-AEE73A5BCD8E}"/>
              </a:ext>
            </a:extLst>
          </p:cNvPr>
          <p:cNvSpPr/>
          <p:nvPr/>
        </p:nvSpPr>
        <p:spPr>
          <a:xfrm>
            <a:off x="8382000" y="2476500"/>
            <a:ext cx="3048000" cy="3302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None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2FD3CD04-4417-4795-99B1-83B93BD9389B}"/>
              </a:ext>
            </a:extLst>
          </p:cNvPr>
          <p:cNvSpPr txBox="1"/>
          <p:nvPr/>
        </p:nvSpPr>
        <p:spPr>
          <a:xfrm>
            <a:off x="8382000" y="2857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Sem controle (mais comum)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5D9E9B41-A3E6-44A8-BC4E-7F075FD13C1E}"/>
              </a:ext>
            </a:extLst>
          </p:cNvPr>
          <p:cNvSpPr/>
          <p:nvPr/>
        </p:nvSpPr>
        <p:spPr>
          <a:xfrm>
            <a:off x="8382000" y="3429000"/>
            <a:ext cx="3048000" cy="3302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RTS / CTS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76F5B6A-B325-4432-B6EC-F43C335F8DD4}"/>
              </a:ext>
            </a:extLst>
          </p:cNvPr>
          <p:cNvSpPr txBox="1"/>
          <p:nvPr/>
        </p:nvSpPr>
        <p:spPr>
          <a:xfrm>
            <a:off x="8382000" y="38100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Hardware — 2 fios extra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F47BA15B-A7DE-4D1B-BE3B-17C235D355AA}"/>
              </a:ext>
            </a:extLst>
          </p:cNvPr>
          <p:cNvSpPr/>
          <p:nvPr/>
        </p:nvSpPr>
        <p:spPr>
          <a:xfrm>
            <a:off x="8382000" y="4381500"/>
            <a:ext cx="3048000" cy="3302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FFFFFF"/>
                </a:solidFill>
                <a:latin typeface="Consolas"/>
              </a:rPr>
              <a:t>XON / XOFF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63EFFA66-B0EA-449D-AB2D-4BE0D2A1D91E}"/>
              </a:ext>
            </a:extLst>
          </p:cNvPr>
          <p:cNvSpPr txBox="1"/>
          <p:nvPr/>
        </p:nvSpPr>
        <p:spPr>
          <a:xfrm>
            <a:off x="8382000" y="4762500"/>
            <a:ext cx="3048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Software — caracteres especiais</a:t>
            </a:r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5C9ADAE2-0E0D-4F58-BEA7-BF14CCB5C02F}"/>
              </a:ext>
            </a:extLst>
          </p:cNvPr>
          <p:cNvSpPr/>
          <p:nvPr/>
        </p:nvSpPr>
        <p:spPr>
          <a:xfrm>
            <a:off x="8280400" y="5588000"/>
            <a:ext cx="3251200" cy="6985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A4362CD4-BF93-4469-A22F-2DA29A897A1C}"/>
              </a:ext>
            </a:extLst>
          </p:cNvPr>
          <p:cNvSpPr txBox="1"/>
          <p:nvPr/>
        </p:nvSpPr>
        <p:spPr>
          <a:xfrm>
            <a:off x="8382000" y="5689600"/>
            <a:ext cx="3048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i="1">
                <a:solidFill>
                  <a:srgbClr val="475569"/>
                </a:solidFill>
                <a:latin typeface="Inter"/>
              </a:rPr>
              <a:t>Necessário p/ taxas muito altas.</a:t>
            </a:r>
          </a:p>
        </p:txBody>
      </p:sp>
    </p:spTree>
    <p:extLst>
      <p:ext uri="{BB962C8B-B14F-4D97-AF65-F5344CB8AC3E}">
        <p14:creationId xmlns:p14="http://schemas.microsoft.com/office/powerpoint/2010/main" val="24914295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4DEF446-F18F-41D2-AB85-84D6209FABCE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6EB94E0-D63E-4E41-8FEC-E8441AD0303A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UART na ESP32: 3 controladores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9FAC20B-157C-473F-89D2-B7095B3A97A0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UART0/1/2 com pinos default + remapeáveis via GPIO Matrix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96564DF-EE30-44CE-964A-4795C1CE37D5}"/>
              </a:ext>
            </a:extLst>
          </p:cNvPr>
          <p:cNvSpPr/>
          <p:nvPr/>
        </p:nvSpPr>
        <p:spPr>
          <a:xfrm>
            <a:off x="508000" y="1460500"/>
            <a:ext cx="3556000" cy="4000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E57A698-6DDD-460C-9E1D-7D92D0D754E8}"/>
              </a:ext>
            </a:extLst>
          </p:cNvPr>
          <p:cNvSpPr/>
          <p:nvPr/>
        </p:nvSpPr>
        <p:spPr>
          <a:xfrm>
            <a:off x="508000" y="1460500"/>
            <a:ext cx="3556000" cy="101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9C8A975-DA60-4F84-8DE3-53951ABB86C9}"/>
              </a:ext>
            </a:extLst>
          </p:cNvPr>
          <p:cNvSpPr txBox="1"/>
          <p:nvPr/>
        </p:nvSpPr>
        <p:spPr>
          <a:xfrm>
            <a:off x="762000" y="1778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9F7AEA"/>
                </a:solidFill>
                <a:latin typeface="Inter"/>
              </a:rPr>
              <a:t>UART0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81503127-DC9C-4A3E-AFB8-F8754F6788B2}"/>
              </a:ext>
            </a:extLst>
          </p:cNvPr>
          <p:cNvSpPr/>
          <p:nvPr/>
        </p:nvSpPr>
        <p:spPr>
          <a:xfrm>
            <a:off x="3302000" y="1879600"/>
            <a:ext cx="635000" cy="304800"/>
          </a:xfrm>
          <a:prstGeom prst="roundRect">
            <a:avLst/>
          </a:prstGeom>
          <a:solidFill>
            <a:srgbClr val="FEE2E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100" b="1">
                <a:solidFill>
                  <a:srgbClr val="DC2626"/>
                </a:solidFill>
                <a:latin typeface="Inter"/>
              </a:rPr>
              <a:t>USB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BC8D585-E94A-4125-A211-4ECDC81E6C6F}"/>
              </a:ext>
            </a:extLst>
          </p:cNvPr>
          <p:cNvSpPr/>
          <p:nvPr/>
        </p:nvSpPr>
        <p:spPr>
          <a:xfrm>
            <a:off x="762000" y="2387600"/>
            <a:ext cx="3048000" cy="4064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A5B4FC"/>
                </a:solidFill>
                <a:latin typeface="Consolas"/>
              </a:rPr>
              <a:t>Serial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883E46E-B0C7-466A-A6BE-98B02E40525C}"/>
              </a:ext>
            </a:extLst>
          </p:cNvPr>
          <p:cNvSpPr/>
          <p:nvPr/>
        </p:nvSpPr>
        <p:spPr>
          <a:xfrm>
            <a:off x="762000" y="2984500"/>
            <a:ext cx="762000" cy="381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Inter"/>
              </a:rPr>
              <a:t>TX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E1A3A3B-69D4-415F-BDB3-39F0917DB8B3}"/>
              </a:ext>
            </a:extLst>
          </p:cNvPr>
          <p:cNvSpPr txBox="1"/>
          <p:nvPr/>
        </p:nvSpPr>
        <p:spPr>
          <a:xfrm>
            <a:off x="1651000" y="3009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1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DD402B89-35D4-4984-96D4-279C37C9B803}"/>
              </a:ext>
            </a:extLst>
          </p:cNvPr>
          <p:cNvSpPr/>
          <p:nvPr/>
        </p:nvSpPr>
        <p:spPr>
          <a:xfrm>
            <a:off x="762000" y="3492500"/>
            <a:ext cx="762000" cy="381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Inter"/>
              </a:rPr>
              <a:t>RX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769A85B-BEA3-43EC-890F-8C8868469667}"/>
              </a:ext>
            </a:extLst>
          </p:cNvPr>
          <p:cNvSpPr txBox="1"/>
          <p:nvPr/>
        </p:nvSpPr>
        <p:spPr>
          <a:xfrm>
            <a:off x="1651000" y="3517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3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7AEF8BF1-6F58-4B1F-AA9F-CDA3AD83CA49}"/>
              </a:ext>
            </a:extLst>
          </p:cNvPr>
          <p:cNvSpPr/>
          <p:nvPr/>
        </p:nvSpPr>
        <p:spPr>
          <a:xfrm>
            <a:off x="660400" y="4254500"/>
            <a:ext cx="3251200" cy="10160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0CE4B8A1-2A8A-4ACF-90F5-E914E2009B92}"/>
              </a:ext>
            </a:extLst>
          </p:cNvPr>
          <p:cNvSpPr txBox="1"/>
          <p:nvPr/>
        </p:nvSpPr>
        <p:spPr>
          <a:xfrm>
            <a:off x="787400" y="43561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64748B"/>
                </a:solidFill>
                <a:latin typeface="Inter"/>
              </a:rPr>
              <a:t>USO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EE45D4D-ED77-459B-921B-97C657AD9147}"/>
              </a:ext>
            </a:extLst>
          </p:cNvPr>
          <p:cNvSpPr txBox="1"/>
          <p:nvPr/>
        </p:nvSpPr>
        <p:spPr>
          <a:xfrm>
            <a:off x="787400" y="45974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USB / Serial Monitor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4EF14BFF-DEB0-4F07-8927-0ACCD9D92247}"/>
              </a:ext>
            </a:extLst>
          </p:cNvPr>
          <p:cNvSpPr/>
          <p:nvPr/>
        </p:nvSpPr>
        <p:spPr>
          <a:xfrm>
            <a:off x="4318000" y="1460500"/>
            <a:ext cx="3556000" cy="4000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F1C1D10C-283A-4096-82BE-4070838112E4}"/>
              </a:ext>
            </a:extLst>
          </p:cNvPr>
          <p:cNvSpPr/>
          <p:nvPr/>
        </p:nvSpPr>
        <p:spPr>
          <a:xfrm>
            <a:off x="4318000" y="1460500"/>
            <a:ext cx="3556000" cy="1016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A0C4E08-4202-48BE-AA97-BFFA8C61F1DD}"/>
              </a:ext>
            </a:extLst>
          </p:cNvPr>
          <p:cNvSpPr txBox="1"/>
          <p:nvPr/>
        </p:nvSpPr>
        <p:spPr>
          <a:xfrm>
            <a:off x="4572000" y="1778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FFD93D"/>
                </a:solidFill>
                <a:latin typeface="Inter"/>
              </a:rPr>
              <a:t>UART1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56AE7496-0122-42AD-ADD1-B6B8D33C5827}"/>
              </a:ext>
            </a:extLst>
          </p:cNvPr>
          <p:cNvSpPr/>
          <p:nvPr/>
        </p:nvSpPr>
        <p:spPr>
          <a:xfrm>
            <a:off x="4572000" y="2387600"/>
            <a:ext cx="3048000" cy="4064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A5B4FC"/>
                </a:solidFill>
                <a:latin typeface="Consolas"/>
              </a:rPr>
              <a:t>Serial1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4EF724D6-51D9-4591-9AC3-940CF56A2A5F}"/>
              </a:ext>
            </a:extLst>
          </p:cNvPr>
          <p:cNvSpPr/>
          <p:nvPr/>
        </p:nvSpPr>
        <p:spPr>
          <a:xfrm>
            <a:off x="4572000" y="2984500"/>
            <a:ext cx="762000" cy="381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TX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D8FBA178-7B02-431A-AFC4-B29874F9489D}"/>
              </a:ext>
            </a:extLst>
          </p:cNvPr>
          <p:cNvSpPr txBox="1"/>
          <p:nvPr/>
        </p:nvSpPr>
        <p:spPr>
          <a:xfrm>
            <a:off x="5461000" y="3009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10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BD7E34FA-0F5F-4DB6-8267-273E6AF9B9E8}"/>
              </a:ext>
            </a:extLst>
          </p:cNvPr>
          <p:cNvSpPr/>
          <p:nvPr/>
        </p:nvSpPr>
        <p:spPr>
          <a:xfrm>
            <a:off x="4572000" y="3492500"/>
            <a:ext cx="762000" cy="3810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RX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4091571-D182-45A2-A300-3004EBE0FBFE}"/>
              </a:ext>
            </a:extLst>
          </p:cNvPr>
          <p:cNvSpPr txBox="1"/>
          <p:nvPr/>
        </p:nvSpPr>
        <p:spPr>
          <a:xfrm>
            <a:off x="5461000" y="3517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9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0075576A-0184-442C-9936-40914A362F76}"/>
              </a:ext>
            </a:extLst>
          </p:cNvPr>
          <p:cNvSpPr/>
          <p:nvPr/>
        </p:nvSpPr>
        <p:spPr>
          <a:xfrm>
            <a:off x="4470400" y="4254500"/>
            <a:ext cx="3251200" cy="10160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2CFDF71F-2B98-4874-A2F1-B837FA523B41}"/>
              </a:ext>
            </a:extLst>
          </p:cNvPr>
          <p:cNvSpPr txBox="1"/>
          <p:nvPr/>
        </p:nvSpPr>
        <p:spPr>
          <a:xfrm>
            <a:off x="4597400" y="43561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64748B"/>
                </a:solidFill>
                <a:latin typeface="Inter"/>
              </a:rPr>
              <a:t>USO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DB925CA9-766C-4290-AB06-B951E405D3C7}"/>
              </a:ext>
            </a:extLst>
          </p:cNvPr>
          <p:cNvSpPr txBox="1"/>
          <p:nvPr/>
        </p:nvSpPr>
        <p:spPr>
          <a:xfrm>
            <a:off x="4597400" y="45974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⚠ Flash interno — remapear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4ECCA1D1-AA61-4343-A400-6574C0C48283}"/>
              </a:ext>
            </a:extLst>
          </p:cNvPr>
          <p:cNvSpPr/>
          <p:nvPr/>
        </p:nvSpPr>
        <p:spPr>
          <a:xfrm>
            <a:off x="8128000" y="1460500"/>
            <a:ext cx="3556000" cy="4000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F8B8A264-D684-4DF5-809C-331EB194CBF0}"/>
              </a:ext>
            </a:extLst>
          </p:cNvPr>
          <p:cNvSpPr/>
          <p:nvPr/>
        </p:nvSpPr>
        <p:spPr>
          <a:xfrm>
            <a:off x="8128000" y="1460500"/>
            <a:ext cx="3556000" cy="101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47BB34B8-2472-4D6B-BFF7-381DF2C42784}"/>
              </a:ext>
            </a:extLst>
          </p:cNvPr>
          <p:cNvSpPr txBox="1"/>
          <p:nvPr/>
        </p:nvSpPr>
        <p:spPr>
          <a:xfrm>
            <a:off x="8382000" y="1778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00D4AA"/>
                </a:solidFill>
                <a:latin typeface="Inter"/>
              </a:rPr>
              <a:t>UART2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5779C3C3-2148-440D-AD68-C7AA2A25AFB1}"/>
              </a:ext>
            </a:extLst>
          </p:cNvPr>
          <p:cNvSpPr/>
          <p:nvPr/>
        </p:nvSpPr>
        <p:spPr>
          <a:xfrm>
            <a:off x="8382000" y="2387600"/>
            <a:ext cx="3048000" cy="4064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A5B4FC"/>
                </a:solidFill>
                <a:latin typeface="Consolas"/>
              </a:rPr>
              <a:t>Serial2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BA8A2F61-14AD-4C0C-A5DA-B6A65B78F59B}"/>
              </a:ext>
            </a:extLst>
          </p:cNvPr>
          <p:cNvSpPr/>
          <p:nvPr/>
        </p:nvSpPr>
        <p:spPr>
          <a:xfrm>
            <a:off x="8382000" y="2984500"/>
            <a:ext cx="762000" cy="381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Inter"/>
              </a:rPr>
              <a:t>TX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A05C24A-6CB4-4FBB-87EC-020F968E1D0F}"/>
              </a:ext>
            </a:extLst>
          </p:cNvPr>
          <p:cNvSpPr txBox="1"/>
          <p:nvPr/>
        </p:nvSpPr>
        <p:spPr>
          <a:xfrm>
            <a:off x="9271000" y="3009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17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F4793805-EE41-46CA-A49A-9D00D065D821}"/>
              </a:ext>
            </a:extLst>
          </p:cNvPr>
          <p:cNvSpPr/>
          <p:nvPr/>
        </p:nvSpPr>
        <p:spPr>
          <a:xfrm>
            <a:off x="8382000" y="3492500"/>
            <a:ext cx="762000" cy="381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Inter"/>
              </a:rPr>
              <a:t>RX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3256B78-0F2A-47BB-B551-A4BFA8BCDC14}"/>
              </a:ext>
            </a:extLst>
          </p:cNvPr>
          <p:cNvSpPr txBox="1"/>
          <p:nvPr/>
        </p:nvSpPr>
        <p:spPr>
          <a:xfrm>
            <a:off x="9271000" y="3517900"/>
            <a:ext cx="215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Consolas"/>
              </a:rPr>
              <a:t>GPIO 16</a:t>
            </a:r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26005C87-3A84-4060-8361-DC603DD2ABAB}"/>
              </a:ext>
            </a:extLst>
          </p:cNvPr>
          <p:cNvSpPr/>
          <p:nvPr/>
        </p:nvSpPr>
        <p:spPr>
          <a:xfrm>
            <a:off x="8280400" y="4254500"/>
            <a:ext cx="3251200" cy="1016000"/>
          </a:xfrm>
          <a:prstGeom prst="round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66A25595-FC77-4309-B7CC-4DB0C92D9748}"/>
              </a:ext>
            </a:extLst>
          </p:cNvPr>
          <p:cNvSpPr txBox="1"/>
          <p:nvPr/>
        </p:nvSpPr>
        <p:spPr>
          <a:xfrm>
            <a:off x="8407400" y="43561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64748B"/>
                </a:solidFill>
                <a:latin typeface="Inter"/>
              </a:rPr>
              <a:t>USO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BCAEF7B1-9F9D-4417-A758-495DC2CC6939}"/>
              </a:ext>
            </a:extLst>
          </p:cNvPr>
          <p:cNvSpPr txBox="1"/>
          <p:nvPr/>
        </p:nvSpPr>
        <p:spPr>
          <a:xfrm>
            <a:off x="8407400" y="45974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Livre — GPS, GSM, etc.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7972644C-04D9-4ABD-911D-2A4083C40203}"/>
              </a:ext>
            </a:extLst>
          </p:cNvPr>
          <p:cNvSpPr/>
          <p:nvPr/>
        </p:nvSpPr>
        <p:spPr>
          <a:xfrm>
            <a:off x="508000" y="5651500"/>
            <a:ext cx="11176000" cy="8255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13DDBFD5-1D86-49EA-A6AD-C40FCD03A5C8}"/>
              </a:ext>
            </a:extLst>
          </p:cNvPr>
          <p:cNvSpPr txBox="1"/>
          <p:nvPr/>
        </p:nvSpPr>
        <p:spPr>
          <a:xfrm>
            <a:off x="762000" y="58674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A5B4FC"/>
                </a:solidFill>
                <a:latin typeface="Consolas"/>
              </a:rPr>
              <a:t>Serial2.begin(9600, SERIAL_8N1, /* RX */ 16, /* TX */ 17);   // ou outros GPIOs</a:t>
            </a:r>
          </a:p>
        </p:txBody>
      </p:sp>
    </p:spTree>
    <p:extLst>
      <p:ext uri="{BB962C8B-B14F-4D97-AF65-F5344CB8AC3E}">
        <p14:creationId xmlns:p14="http://schemas.microsoft.com/office/powerpoint/2010/main" val="30619943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910A0F2A-D5D9-4ED1-B565-6AC42739258C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9B99AD7-B4FE-49F3-B921-D9843D6BC7B2}"/>
              </a:ext>
            </a:extLst>
          </p:cNvPr>
          <p:cNvSpPr txBox="1"/>
          <p:nvPr/>
        </p:nvSpPr>
        <p:spPr>
          <a:xfrm>
            <a:off x="508000" y="279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9F7AEA"/>
                </a:solidFill>
                <a:latin typeface="Inter"/>
              </a:rPr>
              <a:t>HANDS-ON · UART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3CF1DB6-47C9-4B1F-A972-722F3209131A}"/>
              </a:ext>
            </a:extLst>
          </p:cNvPr>
          <p:cNvSpPr txBox="1"/>
          <p:nvPr/>
        </p:nvSpPr>
        <p:spPr>
          <a:xfrm>
            <a:off x="508000" y="571500"/>
            <a:ext cx="11176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A1A2E"/>
                </a:solidFill>
                <a:latin typeface="Inter"/>
              </a:rPr>
              <a:t>AT commands no GSM SIM800L</a:t>
            </a:r>
            <a:endParaRPr lang="pt-BR" sz="3000" b="1">
              <a:solidFill>
                <a:srgbClr val="1A1A2E"/>
              </a:solidFill>
              <a:latin typeface="Inter"/>
            </a:endParaRPr>
          </a:p>
        </p:txBody>
      </p:sp>
      <p:grpSp>
        <p:nvGrpSpPr>
          <p:cNvPr id="18" name="Agrupar 17" descr="{Arduino}">
            <a:extLst>
              <a:ext uri="{FF2B5EF4-FFF2-40B4-BE49-F238E27FC236}">
                <a16:creationId xmlns:a16="http://schemas.microsoft.com/office/drawing/2014/main" id="{9C5F96F7-178B-BF8B-CB63-C8670AC7194B}"/>
              </a:ext>
            </a:extLst>
          </p:cNvPr>
          <p:cNvGrpSpPr/>
          <p:nvPr/>
        </p:nvGrpSpPr>
        <p:grpSpPr>
          <a:xfrm>
            <a:off x="508000" y="1333500"/>
            <a:ext cx="6477000" cy="5143500"/>
            <a:chOff x="508000" y="1333500"/>
            <a:chExt cx="6477000" cy="5143500"/>
          </a:xfrm>
        </p:grpSpPr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CFD1DFEC-1736-4775-8794-4FB4EBCCB183}"/>
                </a:ext>
              </a:extLst>
            </p:cNvPr>
            <p:cNvSpPr/>
            <p:nvPr/>
          </p:nvSpPr>
          <p:spPr>
            <a:xfrm>
              <a:off x="508000" y="1333500"/>
              <a:ext cx="6477000" cy="5143500"/>
            </a:xfrm>
            <a:prstGeom prst="roundRect">
              <a:avLst/>
            </a:prstGeom>
            <a:solidFill>
              <a:srgbClr val="1E293B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1918EEAB-B6D6-44AA-B78E-BBE19CAC53E3}"/>
                </a:ext>
              </a:extLst>
            </p:cNvPr>
            <p:cNvSpPr/>
            <p:nvPr/>
          </p:nvSpPr>
          <p:spPr>
            <a:xfrm>
              <a:off x="1743528" y="1435100"/>
              <a:ext cx="152400" cy="152400"/>
            </a:xfrm>
            <a:prstGeom prst="ellipse">
              <a:avLst/>
            </a:prstGeom>
            <a:solidFill>
              <a:srgbClr val="EF4444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86FD1B24-E652-4AA3-83FF-F40960EB3022}"/>
                </a:ext>
              </a:extLst>
            </p:cNvPr>
            <p:cNvSpPr/>
            <p:nvPr/>
          </p:nvSpPr>
          <p:spPr>
            <a:xfrm>
              <a:off x="1972128" y="1435100"/>
              <a:ext cx="152400" cy="152400"/>
            </a:xfrm>
            <a:prstGeom prst="ellipse">
              <a:avLst/>
            </a:prstGeom>
            <a:solidFill>
              <a:srgbClr val="FCD34D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AC1124C6-2B6E-4CD1-9A41-6AF31672CD70}"/>
                </a:ext>
              </a:extLst>
            </p:cNvPr>
            <p:cNvSpPr/>
            <p:nvPr/>
          </p:nvSpPr>
          <p:spPr>
            <a:xfrm>
              <a:off x="2200728" y="1435100"/>
              <a:ext cx="152400" cy="152400"/>
            </a:xfrm>
            <a:prstGeom prst="ellipse">
              <a:avLst/>
            </a:prstGeom>
            <a:solidFill>
              <a:srgbClr val="10B981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" name="Retângulo: Cantos Arredondados 8">
              <a:extLst>
                <a:ext uri="{FF2B5EF4-FFF2-40B4-BE49-F238E27FC236}">
                  <a16:creationId xmlns:a16="http://schemas.microsoft.com/office/drawing/2014/main" id="{B57A053D-E81A-4779-ABE3-57482BAF17CC}"/>
                </a:ext>
              </a:extLst>
            </p:cNvPr>
            <p:cNvSpPr/>
            <p:nvPr/>
          </p:nvSpPr>
          <p:spPr>
            <a:xfrm>
              <a:off x="3585028" y="1397000"/>
              <a:ext cx="2286000" cy="254000"/>
            </a:xfrm>
            <a:prstGeom prst="roundRect">
              <a:avLst/>
            </a:prstGeom>
            <a:solidFill>
              <a:srgbClr val="0F172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pt-BR" sz="1100" b="1">
                  <a:solidFill>
                    <a:srgbClr val="94A3B8"/>
                  </a:solidFill>
                  <a:latin typeface="Consolas"/>
                </a:rPr>
                <a:t>gsm_at.ino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9BB0454D-0474-4488-8BCC-4743E86C57DE}"/>
                </a:ext>
              </a:extLst>
            </p:cNvPr>
            <p:cNvSpPr txBox="1"/>
            <p:nvPr/>
          </p:nvSpPr>
          <p:spPr>
            <a:xfrm>
              <a:off x="698500" y="1905000"/>
              <a:ext cx="6096000" cy="44450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#include &lt;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HardwareSerial.h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&gt;
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HardwareSerial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gsm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(2);  // UART2
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void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 setup() {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Serial.begin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(115200);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gsm.begin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(9600, SERIAL_8N1, 16, 17);
  delay(3000);          // boot do modem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sendAT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("AT");         // teste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sendAT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("AT+CSQ");     //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signal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quality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sendAT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("AT+CREG?");   // network status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sendAT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("AT+CMGF=1");  // SMS modo texto
}
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void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sendAT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String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cmd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) {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gsm.println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cmd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);
  delay(500);
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while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 (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gsm.available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())
    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Serial.write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</a:t>
              </a:r>
              <a:r>
                <a:rPr lang="pt-BR" sz="1300" dirty="0" err="1">
                  <a:solidFill>
                    <a:srgbClr val="E2E8F0"/>
                  </a:solidFill>
                  <a:latin typeface="Consolas"/>
                </a:rPr>
                <a:t>gsm.read</a:t>
              </a:r>
              <a:r>
                <a:rPr lang="pt-BR" sz="1300" dirty="0">
                  <a:solidFill>
                    <a:srgbClr val="E2E8F0"/>
                  </a:solidFill>
                  <a:latin typeface="Consolas"/>
                </a:rPr>
                <a:t>());
}</a:t>
              </a:r>
            </a:p>
          </p:txBody>
        </p:sp>
      </p:grp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32641D5-B20A-4F91-B8D5-69A145AD7106}"/>
              </a:ext>
            </a:extLst>
          </p:cNvPr>
          <p:cNvSpPr/>
          <p:nvPr/>
        </p:nvSpPr>
        <p:spPr>
          <a:xfrm>
            <a:off x="7239000" y="1333500"/>
            <a:ext cx="4445000" cy="5143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D85637E-D2F1-4E08-B091-C2DDB73E7920}"/>
              </a:ext>
            </a:extLst>
          </p:cNvPr>
          <p:cNvSpPr txBox="1"/>
          <p:nvPr/>
        </p:nvSpPr>
        <p:spPr>
          <a:xfrm>
            <a:off x="7493000" y="1524000"/>
            <a:ext cx="4064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Serial Monitor  @ 115200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4CB93D7-8F17-4B39-80FE-20707CC492C0}"/>
              </a:ext>
            </a:extLst>
          </p:cNvPr>
          <p:cNvSpPr/>
          <p:nvPr/>
        </p:nvSpPr>
        <p:spPr>
          <a:xfrm>
            <a:off x="7493000" y="1905000"/>
            <a:ext cx="3937000" cy="3175000"/>
          </a:xfrm>
          <a:prstGeom prst="round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DFFB0DB-9CC4-4E82-955B-47236745738D}"/>
              </a:ext>
            </a:extLst>
          </p:cNvPr>
          <p:cNvSpPr txBox="1"/>
          <p:nvPr/>
        </p:nvSpPr>
        <p:spPr>
          <a:xfrm>
            <a:off x="7620000" y="2032000"/>
            <a:ext cx="3683000" cy="292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a-DK" sz="1200">
                <a:solidFill>
                  <a:srgbClr val="86EFAC"/>
                </a:solidFill>
                <a:latin typeface="Consolas"/>
              </a:rPr>
              <a:t>&gt; AT
OK
&gt; AT+CSQ
+CSQ: 22,0
OK
&gt; AT+CREG?
+CREG: 0,1
OK
&gt; AT+CMGF=1
OK
→ Modem pronto p/ SMS</a:t>
            </a:r>
            <a:endParaRPr lang="pt-BR" sz="1200">
              <a:solidFill>
                <a:srgbClr val="86EFAC"/>
              </a:solidFill>
              <a:latin typeface="Consolas"/>
            </a:endParaRP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F6E6B98-DAF5-40F3-8320-92912DF9DA32}"/>
              </a:ext>
            </a:extLst>
          </p:cNvPr>
          <p:cNvSpPr/>
          <p:nvPr/>
        </p:nvSpPr>
        <p:spPr>
          <a:xfrm>
            <a:off x="7493000" y="5270500"/>
            <a:ext cx="3937000" cy="1016000"/>
          </a:xfrm>
          <a:prstGeom prst="roundRect">
            <a:avLst/>
          </a:prstGeom>
          <a:solidFill>
            <a:srgbClr val="F5F3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A61C9CE-C6FB-48D3-9B72-5AF953EEE0A9}"/>
              </a:ext>
            </a:extLst>
          </p:cNvPr>
          <p:cNvSpPr txBox="1"/>
          <p:nvPr/>
        </p:nvSpPr>
        <p:spPr>
          <a:xfrm>
            <a:off x="7620000" y="5334000"/>
            <a:ext cx="3683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9F7AEA"/>
                </a:solidFill>
                <a:latin typeface="Inter"/>
              </a:rPr>
              <a:t>Comandos AT essenciais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7E06268-9B3D-4886-8F25-8C72AA235547}"/>
              </a:ext>
            </a:extLst>
          </p:cNvPr>
          <p:cNvSpPr txBox="1"/>
          <p:nvPr/>
        </p:nvSpPr>
        <p:spPr>
          <a:xfrm>
            <a:off x="7620000" y="5613400"/>
            <a:ext cx="3683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a-DK" sz="1200">
                <a:solidFill>
                  <a:srgbClr val="5B21B6"/>
                </a:solidFill>
                <a:latin typeface="Consolas"/>
              </a:rPr>
              <a:t>AT  ·  AT+CSQ  ·  AT+CREG?
AT+CMGS="+55.."  ·  AT+CGNSPWR=1</a:t>
            </a:r>
            <a:endParaRPr lang="pt-BR" sz="1200">
              <a:solidFill>
                <a:srgbClr val="5B21B6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3930901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3B542E8-2C7B-482A-BF96-D69C5551D4AE}"/>
              </a:ext>
            </a:extLst>
          </p:cNvPr>
          <p:cNvSpPr/>
          <p:nvPr/>
        </p:nvSpPr>
        <p:spPr>
          <a:xfrm>
            <a:off x="0" y="0"/>
            <a:ext cx="3111500" cy="6858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3D72DDED-0A2F-4AEE-9C8F-F5D20C775B8E}"/>
              </a:ext>
            </a:extLst>
          </p:cNvPr>
          <p:cNvSpPr/>
          <p:nvPr/>
        </p:nvSpPr>
        <p:spPr>
          <a:xfrm>
            <a:off x="-762000" y="-1016000"/>
            <a:ext cx="3048000" cy="3048000"/>
          </a:xfrm>
          <a:prstGeom prst="ellipse">
            <a:avLst/>
          </a:prstGeom>
          <a:solidFill>
            <a:srgbClr val="FFE9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2CEDEC4-885F-4288-A53C-3DD723084F01}"/>
              </a:ext>
            </a:extLst>
          </p:cNvPr>
          <p:cNvSpPr/>
          <p:nvPr/>
        </p:nvSpPr>
        <p:spPr>
          <a:xfrm>
            <a:off x="1651000" y="5207000"/>
            <a:ext cx="2286000" cy="22860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EE85909-8721-486D-A865-749084106537}"/>
              </a:ext>
            </a:extLst>
          </p:cNvPr>
          <p:cNvSpPr txBox="1"/>
          <p:nvPr/>
        </p:nvSpPr>
        <p:spPr>
          <a:xfrm>
            <a:off x="254000" y="2540000"/>
            <a:ext cx="27940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0" b="1">
                <a:solidFill>
                  <a:srgbClr val="1A1A2E"/>
                </a:solidFill>
                <a:latin typeface="Inter"/>
              </a:rPr>
              <a:t>04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21D5485-C617-4BAB-9642-ECEBBC4C6ABF}"/>
              </a:ext>
            </a:extLst>
          </p:cNvPr>
          <p:cNvSpPr txBox="1"/>
          <p:nvPr/>
        </p:nvSpPr>
        <p:spPr>
          <a:xfrm>
            <a:off x="3683000" y="1651000"/>
            <a:ext cx="762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B45309"/>
                </a:solidFill>
                <a:latin typeface="Inter"/>
              </a:rPr>
              <a:t>MÓDULO 04 · ÁUDIO DIGITAL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423489A-F63F-4043-A8D9-E932C7B7193C}"/>
              </a:ext>
            </a:extLst>
          </p:cNvPr>
          <p:cNvSpPr txBox="1"/>
          <p:nvPr/>
        </p:nvSpPr>
        <p:spPr>
          <a:xfrm>
            <a:off x="3683000" y="2095500"/>
            <a:ext cx="7620000" cy="127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9600" b="1">
                <a:solidFill>
                  <a:srgbClr val="1A1A2E"/>
                </a:solidFill>
                <a:latin typeface="Inter"/>
              </a:rPr>
              <a:t>I²S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D8D365D-BFD8-4700-85A0-E31E69433A70}"/>
              </a:ext>
            </a:extLst>
          </p:cNvPr>
          <p:cNvSpPr txBox="1"/>
          <p:nvPr/>
        </p:nvSpPr>
        <p:spPr>
          <a:xfrm>
            <a:off x="3683000" y="3530600"/>
            <a:ext cx="76200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>
                <a:solidFill>
                  <a:srgbClr val="4A5568"/>
                </a:solidFill>
                <a:latin typeface="Inter"/>
              </a:rPr>
              <a:t>Inter-IC Sound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740943C-C9F6-4F3F-808F-E838EB61F181}"/>
              </a:ext>
            </a:extLst>
          </p:cNvPr>
          <p:cNvSpPr/>
          <p:nvPr/>
        </p:nvSpPr>
        <p:spPr>
          <a:xfrm>
            <a:off x="3683000" y="4064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D980CA5-D278-421F-BBFF-17FD56C50B93}"/>
              </a:ext>
            </a:extLst>
          </p:cNvPr>
          <p:cNvSpPr/>
          <p:nvPr/>
        </p:nvSpPr>
        <p:spPr>
          <a:xfrm>
            <a:off x="3683000" y="4445000"/>
            <a:ext cx="1460500" cy="6350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BCLK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9E2E000-25E9-43AD-B489-9BE0763481E2}"/>
              </a:ext>
            </a:extLst>
          </p:cNvPr>
          <p:cNvSpPr/>
          <p:nvPr/>
        </p:nvSpPr>
        <p:spPr>
          <a:xfrm>
            <a:off x="5334000" y="4445000"/>
            <a:ext cx="1460500" cy="6350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WS / LRCK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FD646D85-A9F1-4C95-A03E-E92C17AE41B0}"/>
              </a:ext>
            </a:extLst>
          </p:cNvPr>
          <p:cNvSpPr/>
          <p:nvPr/>
        </p:nvSpPr>
        <p:spPr>
          <a:xfrm>
            <a:off x="6985000" y="4445000"/>
            <a:ext cx="1460500" cy="6350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SD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5C88465C-F1F9-4846-96B3-23CC8CA87016}"/>
              </a:ext>
            </a:extLst>
          </p:cNvPr>
          <p:cNvSpPr/>
          <p:nvPr/>
        </p:nvSpPr>
        <p:spPr>
          <a:xfrm>
            <a:off x="8636000" y="4445000"/>
            <a:ext cx="1460500" cy="6350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MCLK*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AAE85FE-7A9B-45AC-B477-3F64B24E066F}"/>
              </a:ext>
            </a:extLst>
          </p:cNvPr>
          <p:cNvSpPr txBox="1"/>
          <p:nvPr/>
        </p:nvSpPr>
        <p:spPr>
          <a:xfrm>
            <a:off x="3683000" y="5397500"/>
            <a:ext cx="7874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PCM digital · áudio estéreo · samples sincronizados ao clock</a:t>
            </a:r>
          </a:p>
        </p:txBody>
      </p:sp>
    </p:spTree>
    <p:extLst>
      <p:ext uri="{BB962C8B-B14F-4D97-AF65-F5344CB8AC3E}">
        <p14:creationId xmlns:p14="http://schemas.microsoft.com/office/powerpoint/2010/main" val="16726300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A5907FA-4532-4F03-8734-C5F5DA59AD2A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9AAB50B-7480-4404-B86C-0B184C8D7F4D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Por que I²S existe?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11E39BE-6B96-4FF3-832F-9630F7E54BED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Som digital exige cadência precisa de samples — SPI/I²C não foram pensados para áudio contínuo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7DCD1EC9-5CDA-446C-BBE6-E8DD0CC3F128}"/>
              </a:ext>
            </a:extLst>
          </p:cNvPr>
          <p:cNvSpPr/>
          <p:nvPr/>
        </p:nvSpPr>
        <p:spPr>
          <a:xfrm>
            <a:off x="508000" y="1460500"/>
            <a:ext cx="11176000" cy="2476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0225CB02-CFDE-4515-8079-71AE148265CF}"/>
              </a:ext>
            </a:extLst>
          </p:cNvPr>
          <p:cNvSpPr/>
          <p:nvPr/>
        </p:nvSpPr>
        <p:spPr>
          <a:xfrm>
            <a:off x="825500" y="1841500"/>
            <a:ext cx="1651000" cy="17145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505E0E3-E91E-42C3-9A62-F89637317FEA}"/>
              </a:ext>
            </a:extLst>
          </p:cNvPr>
          <p:cNvSpPr txBox="1"/>
          <p:nvPr/>
        </p:nvSpPr>
        <p:spPr>
          <a:xfrm>
            <a:off x="825500" y="2159000"/>
            <a:ext cx="1651000" cy="70788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pt-BR" sz="4000" dirty="0"/>
              <a:t>🎤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D0A6A62-3F26-4767-8255-61B5507C13CC}"/>
              </a:ext>
            </a:extLst>
          </p:cNvPr>
          <p:cNvSpPr txBox="1"/>
          <p:nvPr/>
        </p:nvSpPr>
        <p:spPr>
          <a:xfrm>
            <a:off x="825500" y="2819400"/>
            <a:ext cx="1651000" cy="49244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pt-BR" sz="1300" b="1" dirty="0">
                <a:solidFill>
                  <a:srgbClr val="FFFFFF"/>
                </a:solidFill>
                <a:latin typeface="Inter"/>
              </a:rPr>
              <a:t>Microfone
(analógico)</a:t>
            </a: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611AB029-AD7B-4118-953F-4E7DAF259A3C}"/>
              </a:ext>
            </a:extLst>
          </p:cNvPr>
          <p:cNvSpPr/>
          <p:nvPr/>
        </p:nvSpPr>
        <p:spPr>
          <a:xfrm>
            <a:off x="2603500" y="2476500"/>
            <a:ext cx="635000" cy="381000"/>
          </a:xfrm>
          <a:prstGeom prst="rightArrow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92D7CA0-D5B8-4095-8C02-83104FFF5E56}"/>
              </a:ext>
            </a:extLst>
          </p:cNvPr>
          <p:cNvSpPr/>
          <p:nvPr/>
        </p:nvSpPr>
        <p:spPr>
          <a:xfrm>
            <a:off x="3365500" y="1905000"/>
            <a:ext cx="4445000" cy="1587500"/>
          </a:xfrm>
          <a:prstGeom prst="rect">
            <a:avLst/>
          </a:prstGeom>
          <a:solidFill>
            <a:srgbClr val="FFFBEB"/>
          </a:solidFill>
          <a:ln w="127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425B3F4-7A1B-469A-B5E8-FCFDA6F52C82}"/>
              </a:ext>
            </a:extLst>
          </p:cNvPr>
          <p:cNvSpPr txBox="1"/>
          <p:nvPr/>
        </p:nvSpPr>
        <p:spPr>
          <a:xfrm>
            <a:off x="3429000" y="2006600"/>
            <a:ext cx="431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B45309"/>
                </a:solidFill>
                <a:latin typeface="Inter"/>
              </a:rPr>
              <a:t>ADC amostra @ 44.1 kHz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9247F99E-4C1F-402F-9902-F116C5D8664D}"/>
              </a:ext>
            </a:extLst>
          </p:cNvPr>
          <p:cNvSpPr/>
          <p:nvPr/>
        </p:nvSpPr>
        <p:spPr>
          <a:xfrm>
            <a:off x="3492500" y="2921000"/>
            <a:ext cx="25400" cy="914400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66996247-EBB4-4668-8D1D-A7F75B777C1E}"/>
              </a:ext>
            </a:extLst>
          </p:cNvPr>
          <p:cNvSpPr/>
          <p:nvPr/>
        </p:nvSpPr>
        <p:spPr>
          <a:xfrm>
            <a:off x="3454400" y="2882900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0544880-E94A-459C-BC16-7196C80E75D8}"/>
              </a:ext>
            </a:extLst>
          </p:cNvPr>
          <p:cNvSpPr/>
          <p:nvPr/>
        </p:nvSpPr>
        <p:spPr>
          <a:xfrm>
            <a:off x="3692071" y="2774961"/>
            <a:ext cx="25400" cy="146038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9FE248BE-F59F-4EA4-ABAD-6F9F7C4925B0}"/>
              </a:ext>
            </a:extLst>
          </p:cNvPr>
          <p:cNvSpPr/>
          <p:nvPr/>
        </p:nvSpPr>
        <p:spPr>
          <a:xfrm>
            <a:off x="3653971" y="2736861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13A85F4E-D41E-48B3-931C-995E27F42769}"/>
              </a:ext>
            </a:extLst>
          </p:cNvPr>
          <p:cNvSpPr/>
          <p:nvPr/>
        </p:nvSpPr>
        <p:spPr>
          <a:xfrm>
            <a:off x="3891642" y="2671996"/>
            <a:ext cx="25400" cy="249003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E4714C1F-6F3B-4EDD-BD16-EA8E3E996F03}"/>
              </a:ext>
            </a:extLst>
          </p:cNvPr>
          <p:cNvSpPr/>
          <p:nvPr/>
        </p:nvSpPr>
        <p:spPr>
          <a:xfrm>
            <a:off x="3853542" y="2633896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690B68ED-A25E-44C1-AEDB-E697900E63A7}"/>
              </a:ext>
            </a:extLst>
          </p:cNvPr>
          <p:cNvSpPr/>
          <p:nvPr/>
        </p:nvSpPr>
        <p:spPr>
          <a:xfrm>
            <a:off x="4091214" y="2642475"/>
            <a:ext cx="25400" cy="278524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37057EA3-BB28-4096-BCF4-6F6BFA87CC7A}"/>
              </a:ext>
            </a:extLst>
          </p:cNvPr>
          <p:cNvSpPr/>
          <p:nvPr/>
        </p:nvSpPr>
        <p:spPr>
          <a:xfrm>
            <a:off x="4053114" y="2604375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BE8956AC-999E-4D04-B1EF-6497A1650C97}"/>
              </a:ext>
            </a:extLst>
          </p:cNvPr>
          <p:cNvSpPr/>
          <p:nvPr/>
        </p:nvSpPr>
        <p:spPr>
          <a:xfrm>
            <a:off x="4290785" y="2695106"/>
            <a:ext cx="25400" cy="225893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B4241991-0A4A-4BD9-ACC6-36D64C1D03D1}"/>
              </a:ext>
            </a:extLst>
          </p:cNvPr>
          <p:cNvSpPr/>
          <p:nvPr/>
        </p:nvSpPr>
        <p:spPr>
          <a:xfrm>
            <a:off x="4252685" y="2657006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141FE84F-34ED-4A0A-9A9D-7DF600AE003A}"/>
              </a:ext>
            </a:extLst>
          </p:cNvPr>
          <p:cNvSpPr/>
          <p:nvPr/>
        </p:nvSpPr>
        <p:spPr>
          <a:xfrm>
            <a:off x="4490357" y="2814363"/>
            <a:ext cx="25400" cy="106636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85C41E6E-C881-4FE2-A65C-C83F81011510}"/>
              </a:ext>
            </a:extLst>
          </p:cNvPr>
          <p:cNvSpPr/>
          <p:nvPr/>
        </p:nvSpPr>
        <p:spPr>
          <a:xfrm>
            <a:off x="4452257" y="2776263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A3EA7D3D-98C0-4804-9005-11027E54D0BD}"/>
              </a:ext>
            </a:extLst>
          </p:cNvPr>
          <p:cNvSpPr/>
          <p:nvPr/>
        </p:nvSpPr>
        <p:spPr>
          <a:xfrm>
            <a:off x="4689928" y="2921000"/>
            <a:ext cx="25400" cy="44074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EC7347E1-D41F-4FB5-9332-B03F146FBCFE}"/>
              </a:ext>
            </a:extLst>
          </p:cNvPr>
          <p:cNvSpPr/>
          <p:nvPr/>
        </p:nvSpPr>
        <p:spPr>
          <a:xfrm>
            <a:off x="4651828" y="2926974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0C543BA8-EBEC-4F25-AC29-7A4226354976}"/>
              </a:ext>
            </a:extLst>
          </p:cNvPr>
          <p:cNvSpPr/>
          <p:nvPr/>
        </p:nvSpPr>
        <p:spPr>
          <a:xfrm>
            <a:off x="4889500" y="2921000"/>
            <a:ext cx="25400" cy="181784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84F69DCB-257C-475C-9ED4-6E354753CD4D}"/>
              </a:ext>
            </a:extLst>
          </p:cNvPr>
          <p:cNvSpPr/>
          <p:nvPr/>
        </p:nvSpPr>
        <p:spPr>
          <a:xfrm>
            <a:off x="4851400" y="3064684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BAAC74B9-A039-42B3-98FF-DBC29878A05A}"/>
              </a:ext>
            </a:extLst>
          </p:cNvPr>
          <p:cNvSpPr/>
          <p:nvPr/>
        </p:nvSpPr>
        <p:spPr>
          <a:xfrm>
            <a:off x="5089071" y="2921000"/>
            <a:ext cx="25400" cy="265877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5923422D-B286-4E19-9171-3C3F76585E5C}"/>
              </a:ext>
            </a:extLst>
          </p:cNvPr>
          <p:cNvSpPr/>
          <p:nvPr/>
        </p:nvSpPr>
        <p:spPr>
          <a:xfrm>
            <a:off x="5050971" y="3148777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B9500D15-DDCF-428B-9144-B270BBFDCC04}"/>
              </a:ext>
            </a:extLst>
          </p:cNvPr>
          <p:cNvSpPr/>
          <p:nvPr/>
        </p:nvSpPr>
        <p:spPr>
          <a:xfrm>
            <a:off x="5288642" y="2921000"/>
            <a:ext cx="25400" cy="271549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65A03D8F-1BC8-428A-8941-7372F264A67B}"/>
              </a:ext>
            </a:extLst>
          </p:cNvPr>
          <p:cNvSpPr/>
          <p:nvPr/>
        </p:nvSpPr>
        <p:spPr>
          <a:xfrm>
            <a:off x="5250542" y="3154449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01E26942-454A-4807-9292-F02EEB4CC944}"/>
              </a:ext>
            </a:extLst>
          </p:cNvPr>
          <p:cNvSpPr/>
          <p:nvPr/>
        </p:nvSpPr>
        <p:spPr>
          <a:xfrm>
            <a:off x="5488214" y="2921000"/>
            <a:ext cx="25400" cy="197127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A047376F-34B3-4593-B1A1-1247F986EDD8}"/>
              </a:ext>
            </a:extLst>
          </p:cNvPr>
          <p:cNvSpPr/>
          <p:nvPr/>
        </p:nvSpPr>
        <p:spPr>
          <a:xfrm>
            <a:off x="5450114" y="3080027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DF8AD472-45AE-4603-A392-D777EAFBF86D}"/>
              </a:ext>
            </a:extLst>
          </p:cNvPr>
          <p:cNvSpPr/>
          <p:nvPr/>
        </p:nvSpPr>
        <p:spPr>
          <a:xfrm>
            <a:off x="5687785" y="2921000"/>
            <a:ext cx="25400" cy="64563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6D9E8A26-0C05-44D9-AB74-C2FC7EFED5B3}"/>
              </a:ext>
            </a:extLst>
          </p:cNvPr>
          <p:cNvSpPr/>
          <p:nvPr/>
        </p:nvSpPr>
        <p:spPr>
          <a:xfrm>
            <a:off x="5649685" y="2947463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46D81343-4DF9-4D7E-AFC5-1CD7025C203D}"/>
              </a:ext>
            </a:extLst>
          </p:cNvPr>
          <p:cNvSpPr/>
          <p:nvPr/>
        </p:nvSpPr>
        <p:spPr>
          <a:xfrm>
            <a:off x="5887357" y="2833955"/>
            <a:ext cx="25400" cy="87044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20F52622-AE45-47FB-B896-6C8AD7824864}"/>
              </a:ext>
            </a:extLst>
          </p:cNvPr>
          <p:cNvSpPr/>
          <p:nvPr/>
        </p:nvSpPr>
        <p:spPr>
          <a:xfrm>
            <a:off x="5849257" y="2795855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1B91E484-AB1E-4F8E-ACFD-BB6E97CAB951}"/>
              </a:ext>
            </a:extLst>
          </p:cNvPr>
          <p:cNvSpPr/>
          <p:nvPr/>
        </p:nvSpPr>
        <p:spPr>
          <a:xfrm>
            <a:off x="6086928" y="2708021"/>
            <a:ext cx="25400" cy="212978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55BBAE67-225C-4525-8910-2F566F20178E}"/>
              </a:ext>
            </a:extLst>
          </p:cNvPr>
          <p:cNvSpPr/>
          <p:nvPr/>
        </p:nvSpPr>
        <p:spPr>
          <a:xfrm>
            <a:off x="6048828" y="2669921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DF3BBEA2-18AC-4A0C-883E-98F56B018048}"/>
              </a:ext>
            </a:extLst>
          </p:cNvPr>
          <p:cNvSpPr/>
          <p:nvPr/>
        </p:nvSpPr>
        <p:spPr>
          <a:xfrm>
            <a:off x="6286500" y="2644905"/>
            <a:ext cx="25400" cy="276094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2F08C0C0-A470-48E5-BD0E-B02C10D8EC03}"/>
              </a:ext>
            </a:extLst>
          </p:cNvPr>
          <p:cNvSpPr/>
          <p:nvPr/>
        </p:nvSpPr>
        <p:spPr>
          <a:xfrm>
            <a:off x="6248400" y="2606805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53225ABC-9D7C-4147-99D5-89453048F514}"/>
              </a:ext>
            </a:extLst>
          </p:cNvPr>
          <p:cNvSpPr/>
          <p:nvPr/>
        </p:nvSpPr>
        <p:spPr>
          <a:xfrm>
            <a:off x="6486071" y="2663224"/>
            <a:ext cx="25400" cy="257775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50756430-A9A2-4E41-B1CE-85D3719D0E4E}"/>
              </a:ext>
            </a:extLst>
          </p:cNvPr>
          <p:cNvSpPr/>
          <p:nvPr/>
        </p:nvSpPr>
        <p:spPr>
          <a:xfrm>
            <a:off x="6447971" y="2625124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211B3E51-E796-4C46-8083-F1E60BFBBD5E}"/>
              </a:ext>
            </a:extLst>
          </p:cNvPr>
          <p:cNvSpPr/>
          <p:nvPr/>
        </p:nvSpPr>
        <p:spPr>
          <a:xfrm>
            <a:off x="6685642" y="2757574"/>
            <a:ext cx="25400" cy="163425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Elipse 44">
            <a:extLst>
              <a:ext uri="{FF2B5EF4-FFF2-40B4-BE49-F238E27FC236}">
                <a16:creationId xmlns:a16="http://schemas.microsoft.com/office/drawing/2014/main" id="{72B92C4A-B749-442C-B6F0-DECCDD4E7826}"/>
              </a:ext>
            </a:extLst>
          </p:cNvPr>
          <p:cNvSpPr/>
          <p:nvPr/>
        </p:nvSpPr>
        <p:spPr>
          <a:xfrm>
            <a:off x="6647542" y="2719474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F13F7FC3-253B-4337-BBAD-CDFEDE5AF685}"/>
              </a:ext>
            </a:extLst>
          </p:cNvPr>
          <p:cNvSpPr/>
          <p:nvPr/>
        </p:nvSpPr>
        <p:spPr>
          <a:xfrm>
            <a:off x="6885214" y="2900126"/>
            <a:ext cx="25400" cy="20873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A1B9A013-4699-4F00-82E8-23685B55E691}"/>
              </a:ext>
            </a:extLst>
          </p:cNvPr>
          <p:cNvSpPr/>
          <p:nvPr/>
        </p:nvSpPr>
        <p:spPr>
          <a:xfrm>
            <a:off x="6847114" y="2862026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61398C2E-F793-4C24-B154-4088DD19F3B6}"/>
              </a:ext>
            </a:extLst>
          </p:cNvPr>
          <p:cNvSpPr/>
          <p:nvPr/>
        </p:nvSpPr>
        <p:spPr>
          <a:xfrm>
            <a:off x="7084785" y="2921000"/>
            <a:ext cx="25400" cy="127835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50A3BC2D-E674-4849-B592-4EFA2F8043DD}"/>
              </a:ext>
            </a:extLst>
          </p:cNvPr>
          <p:cNvSpPr/>
          <p:nvPr/>
        </p:nvSpPr>
        <p:spPr>
          <a:xfrm>
            <a:off x="7046685" y="3010735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776710D0-8849-4F93-94DB-9486CB6DE5AF}"/>
              </a:ext>
            </a:extLst>
          </p:cNvPr>
          <p:cNvSpPr/>
          <p:nvPr/>
        </p:nvSpPr>
        <p:spPr>
          <a:xfrm>
            <a:off x="7284357" y="2921000"/>
            <a:ext cx="25400" cy="238839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Elipse 50">
            <a:extLst>
              <a:ext uri="{FF2B5EF4-FFF2-40B4-BE49-F238E27FC236}">
                <a16:creationId xmlns:a16="http://schemas.microsoft.com/office/drawing/2014/main" id="{180A87A6-4115-4546-A81E-6E1A722A156E}"/>
              </a:ext>
            </a:extLst>
          </p:cNvPr>
          <p:cNvSpPr/>
          <p:nvPr/>
        </p:nvSpPr>
        <p:spPr>
          <a:xfrm>
            <a:off x="7246257" y="3121739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2F086BE0-FE98-4A33-B4EB-24B07DB1AFF1}"/>
              </a:ext>
            </a:extLst>
          </p:cNvPr>
          <p:cNvSpPr/>
          <p:nvPr/>
        </p:nvSpPr>
        <p:spPr>
          <a:xfrm>
            <a:off x="7483928" y="2921000"/>
            <a:ext cx="25400" cy="279397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7D281BB4-6F0E-4A5D-A3CA-148E4C2FE5E2}"/>
              </a:ext>
            </a:extLst>
          </p:cNvPr>
          <p:cNvSpPr/>
          <p:nvPr/>
        </p:nvSpPr>
        <p:spPr>
          <a:xfrm>
            <a:off x="7445828" y="3162297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D1B061BE-7183-4889-AF84-67BF0609A5F3}"/>
              </a:ext>
            </a:extLst>
          </p:cNvPr>
          <p:cNvSpPr/>
          <p:nvPr/>
        </p:nvSpPr>
        <p:spPr>
          <a:xfrm>
            <a:off x="7683500" y="2921000"/>
            <a:ext cx="25400" cy="237546"/>
          </a:xfrm>
          <a:prstGeom prst="rect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Elipse 54">
            <a:extLst>
              <a:ext uri="{FF2B5EF4-FFF2-40B4-BE49-F238E27FC236}">
                <a16:creationId xmlns:a16="http://schemas.microsoft.com/office/drawing/2014/main" id="{CDFD1F7F-DD0A-409D-83B1-BC222C13C1B5}"/>
              </a:ext>
            </a:extLst>
          </p:cNvPr>
          <p:cNvSpPr/>
          <p:nvPr/>
        </p:nvSpPr>
        <p:spPr>
          <a:xfrm>
            <a:off x="7645400" y="3120446"/>
            <a:ext cx="101600" cy="1016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EC80DB54-3495-48D0-9F4B-7E8D10A3BA7D}"/>
              </a:ext>
            </a:extLst>
          </p:cNvPr>
          <p:cNvSpPr/>
          <p:nvPr/>
        </p:nvSpPr>
        <p:spPr>
          <a:xfrm>
            <a:off x="3492500" y="2921000"/>
            <a:ext cx="4191000" cy="127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AC04FA41-1F99-4B1E-85FA-720130156EE6}"/>
              </a:ext>
            </a:extLst>
          </p:cNvPr>
          <p:cNvSpPr txBox="1"/>
          <p:nvPr/>
        </p:nvSpPr>
        <p:spPr>
          <a:xfrm>
            <a:off x="3429000" y="3200400"/>
            <a:ext cx="4318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92400E"/>
                </a:solidFill>
                <a:latin typeface="Consolas"/>
              </a:rPr>
              <a:t>44 100 amostras / s · 16 bits cada</a:t>
            </a:r>
          </a:p>
        </p:txBody>
      </p:sp>
      <p:sp>
        <p:nvSpPr>
          <p:cNvPr id="58" name="Seta: para a Direita 57">
            <a:extLst>
              <a:ext uri="{FF2B5EF4-FFF2-40B4-BE49-F238E27FC236}">
                <a16:creationId xmlns:a16="http://schemas.microsoft.com/office/drawing/2014/main" id="{3D4C5F93-5C81-4DB4-8D06-53D4A5AC3600}"/>
              </a:ext>
            </a:extLst>
          </p:cNvPr>
          <p:cNvSpPr/>
          <p:nvPr/>
        </p:nvSpPr>
        <p:spPr>
          <a:xfrm>
            <a:off x="7937500" y="2476500"/>
            <a:ext cx="635000" cy="381000"/>
          </a:xfrm>
          <a:prstGeom prst="rightArrow">
            <a:avLst/>
          </a:prstGeom>
          <a:solidFill>
            <a:srgbClr val="B4530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B504066B-9F0B-4C26-ACC5-2C3091DCEDB7}"/>
              </a:ext>
            </a:extLst>
          </p:cNvPr>
          <p:cNvSpPr/>
          <p:nvPr/>
        </p:nvSpPr>
        <p:spPr>
          <a:xfrm>
            <a:off x="8699500" y="1841500"/>
            <a:ext cx="2730500" cy="17145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B7725423-21F3-4423-9B6A-5DFAE8A3734F}"/>
              </a:ext>
            </a:extLst>
          </p:cNvPr>
          <p:cNvSpPr txBox="1"/>
          <p:nvPr/>
        </p:nvSpPr>
        <p:spPr>
          <a:xfrm>
            <a:off x="8699500" y="21590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ESP32</a:t>
            </a:r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A095380B-9607-4FF4-BFB8-54BD1563C30F}"/>
              </a:ext>
            </a:extLst>
          </p:cNvPr>
          <p:cNvSpPr txBox="1"/>
          <p:nvPr/>
        </p:nvSpPr>
        <p:spPr>
          <a:xfrm>
            <a:off x="8699500" y="2667000"/>
            <a:ext cx="27305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FFD93D"/>
                </a:solidFill>
                <a:latin typeface="Inter"/>
              </a:rPr>
              <a:t>recebe via I²S
sem jitter / sem perda</a:t>
            </a: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907DC3E8-AE89-44FF-BF4D-0A6679F20A9E}"/>
              </a:ext>
            </a:extLst>
          </p:cNvPr>
          <p:cNvSpPr/>
          <p:nvPr/>
        </p:nvSpPr>
        <p:spPr>
          <a:xfrm>
            <a:off x="508000" y="4191000"/>
            <a:ext cx="36195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5FC5A70A-F65B-439C-B0C6-BDEF38F828CF}"/>
              </a:ext>
            </a:extLst>
          </p:cNvPr>
          <p:cNvSpPr/>
          <p:nvPr/>
        </p:nvSpPr>
        <p:spPr>
          <a:xfrm>
            <a:off x="508000" y="4191000"/>
            <a:ext cx="3619500" cy="762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47FD6FD5-88AC-4BC8-B8AD-5CD3DA89EDC6}"/>
              </a:ext>
            </a:extLst>
          </p:cNvPr>
          <p:cNvSpPr/>
          <p:nvPr/>
        </p:nvSpPr>
        <p:spPr>
          <a:xfrm>
            <a:off x="762000" y="4508500"/>
            <a:ext cx="533400" cy="5334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A1A2E"/>
                </a:solidFill>
                <a:latin typeface="Inter"/>
              </a:rPr>
              <a:t>1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14E7A5C6-5CCC-47A6-8FB1-3249DD3407E4}"/>
              </a:ext>
            </a:extLst>
          </p:cNvPr>
          <p:cNvSpPr txBox="1"/>
          <p:nvPr/>
        </p:nvSpPr>
        <p:spPr>
          <a:xfrm>
            <a:off x="1460500" y="4546600"/>
            <a:ext cx="2476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1A1A2E"/>
                </a:solidFill>
                <a:latin typeface="Inter"/>
              </a:rPr>
              <a:t>Cadência rígida</a:t>
            </a: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BF64261-49CE-4A81-A02D-EBCA9A75B422}"/>
              </a:ext>
            </a:extLst>
          </p:cNvPr>
          <p:cNvSpPr txBox="1"/>
          <p:nvPr/>
        </p:nvSpPr>
        <p:spPr>
          <a:xfrm>
            <a:off x="762000" y="5270500"/>
            <a:ext cx="3175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Cada sample chega na hora certa: clock dedicado evita jitter audível</a:t>
            </a:r>
          </a:p>
        </p:txBody>
      </p:sp>
      <p:sp>
        <p:nvSpPr>
          <p:cNvPr id="67" name="Retângulo: Cantos Arredondados 66">
            <a:extLst>
              <a:ext uri="{FF2B5EF4-FFF2-40B4-BE49-F238E27FC236}">
                <a16:creationId xmlns:a16="http://schemas.microsoft.com/office/drawing/2014/main" id="{090FFBC0-B971-493B-BEDA-ED5C2502517F}"/>
              </a:ext>
            </a:extLst>
          </p:cNvPr>
          <p:cNvSpPr/>
          <p:nvPr/>
        </p:nvSpPr>
        <p:spPr>
          <a:xfrm>
            <a:off x="4254500" y="4191000"/>
            <a:ext cx="36195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5FC7664E-5C82-4A11-8FAE-FF90295E0BC7}"/>
              </a:ext>
            </a:extLst>
          </p:cNvPr>
          <p:cNvSpPr/>
          <p:nvPr/>
        </p:nvSpPr>
        <p:spPr>
          <a:xfrm>
            <a:off x="4254500" y="4191000"/>
            <a:ext cx="3619500" cy="762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Elipse 68">
            <a:extLst>
              <a:ext uri="{FF2B5EF4-FFF2-40B4-BE49-F238E27FC236}">
                <a16:creationId xmlns:a16="http://schemas.microsoft.com/office/drawing/2014/main" id="{29D1B069-AC97-4648-89BE-6518F77A449C}"/>
              </a:ext>
            </a:extLst>
          </p:cNvPr>
          <p:cNvSpPr/>
          <p:nvPr/>
        </p:nvSpPr>
        <p:spPr>
          <a:xfrm>
            <a:off x="4508500" y="4508500"/>
            <a:ext cx="533400" cy="5334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A1A2E"/>
                </a:solidFill>
                <a:latin typeface="Inter"/>
              </a:rPr>
              <a:t>2</a:t>
            </a:r>
          </a:p>
        </p:txBody>
      </p:sp>
      <p:sp>
        <p:nvSpPr>
          <p:cNvPr id="70" name="CaixaDeTexto 69">
            <a:extLst>
              <a:ext uri="{FF2B5EF4-FFF2-40B4-BE49-F238E27FC236}">
                <a16:creationId xmlns:a16="http://schemas.microsoft.com/office/drawing/2014/main" id="{B55E5170-6631-4504-AEE4-A0CA6775C3DF}"/>
              </a:ext>
            </a:extLst>
          </p:cNvPr>
          <p:cNvSpPr txBox="1"/>
          <p:nvPr/>
        </p:nvSpPr>
        <p:spPr>
          <a:xfrm>
            <a:off x="5207000" y="4546600"/>
            <a:ext cx="2476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1A1A2E"/>
                </a:solidFill>
                <a:latin typeface="Inter"/>
              </a:rPr>
              <a:t>Stream contínuo</a:t>
            </a:r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2508ACC4-C38F-422D-B1CB-F0C8B2470526}"/>
              </a:ext>
            </a:extLst>
          </p:cNvPr>
          <p:cNvSpPr txBox="1"/>
          <p:nvPr/>
        </p:nvSpPr>
        <p:spPr>
          <a:xfrm>
            <a:off x="4508500" y="5270500"/>
            <a:ext cx="3175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Áudio não tem START/STOP — flui o tempo todo enquanto há som</a:t>
            </a:r>
          </a:p>
        </p:txBody>
      </p:sp>
      <p:sp>
        <p:nvSpPr>
          <p:cNvPr id="72" name="Retângulo: Cantos Arredondados 71">
            <a:extLst>
              <a:ext uri="{FF2B5EF4-FFF2-40B4-BE49-F238E27FC236}">
                <a16:creationId xmlns:a16="http://schemas.microsoft.com/office/drawing/2014/main" id="{7871B613-FE6A-483C-8908-57839FD49602}"/>
              </a:ext>
            </a:extLst>
          </p:cNvPr>
          <p:cNvSpPr/>
          <p:nvPr/>
        </p:nvSpPr>
        <p:spPr>
          <a:xfrm>
            <a:off x="8001000" y="4191000"/>
            <a:ext cx="36195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49EB363F-88BA-4D35-B9E9-A905937C0770}"/>
              </a:ext>
            </a:extLst>
          </p:cNvPr>
          <p:cNvSpPr/>
          <p:nvPr/>
        </p:nvSpPr>
        <p:spPr>
          <a:xfrm>
            <a:off x="8001000" y="4191000"/>
            <a:ext cx="3619500" cy="762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Elipse 73">
            <a:extLst>
              <a:ext uri="{FF2B5EF4-FFF2-40B4-BE49-F238E27FC236}">
                <a16:creationId xmlns:a16="http://schemas.microsoft.com/office/drawing/2014/main" id="{DAE26A53-335E-48DD-8650-ACD2873C4FFD}"/>
              </a:ext>
            </a:extLst>
          </p:cNvPr>
          <p:cNvSpPr/>
          <p:nvPr/>
        </p:nvSpPr>
        <p:spPr>
          <a:xfrm>
            <a:off x="8255000" y="4508500"/>
            <a:ext cx="533400" cy="5334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000" b="1">
                <a:solidFill>
                  <a:srgbClr val="1A1A2E"/>
                </a:solidFill>
                <a:latin typeface="Inter"/>
              </a:rPr>
              <a:t>3</a:t>
            </a:r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BB4510A4-43ED-41B6-9E16-390C7D1B5EA8}"/>
              </a:ext>
            </a:extLst>
          </p:cNvPr>
          <p:cNvSpPr txBox="1"/>
          <p:nvPr/>
        </p:nvSpPr>
        <p:spPr>
          <a:xfrm>
            <a:off x="8953500" y="4546600"/>
            <a:ext cx="2476500" cy="444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900" b="1">
                <a:solidFill>
                  <a:srgbClr val="1A1A2E"/>
                </a:solidFill>
                <a:latin typeface="Inter"/>
              </a:rPr>
              <a:t>Estéreo nativo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6578AC54-E492-4783-9BC1-B674698B32B9}"/>
              </a:ext>
            </a:extLst>
          </p:cNvPr>
          <p:cNvSpPr txBox="1"/>
          <p:nvPr/>
        </p:nvSpPr>
        <p:spPr>
          <a:xfrm>
            <a:off x="8255000" y="5270500"/>
            <a:ext cx="31750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>
                <a:solidFill>
                  <a:srgbClr val="2D3748"/>
                </a:solidFill>
                <a:latin typeface="Inter"/>
              </a:rPr>
              <a:t>Linha WS alterna L/R no próprio frame, sem overhead de protocolo</a:t>
            </a:r>
          </a:p>
        </p:txBody>
      </p:sp>
    </p:spTree>
    <p:extLst>
      <p:ext uri="{BB962C8B-B14F-4D97-AF65-F5344CB8AC3E}">
        <p14:creationId xmlns:p14="http://schemas.microsoft.com/office/powerpoint/2010/main" val="18305552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104FAE1-C145-4614-AE04-9DA0DEF65F71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C364BF0-AD77-4CBB-A3F3-158ACB6AA4A3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Sinais I²S: BCLK, WS e SD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874FB0E-C634-42AE-B9FF-12339EF2C2AC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Frame estéreo: WS = 0 indica canal LEFT · WS = 1 indica canal RIGHT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C1305E8-E6DD-4CBE-833F-4021CB2196D8}"/>
              </a:ext>
            </a:extLst>
          </p:cNvPr>
          <p:cNvSpPr/>
          <p:nvPr/>
        </p:nvSpPr>
        <p:spPr>
          <a:xfrm>
            <a:off x="1143000" y="1524000"/>
            <a:ext cx="10541000" cy="36830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011E8BC-3651-4DCC-9367-302D3771D34E}"/>
              </a:ext>
            </a:extLst>
          </p:cNvPr>
          <p:cNvSpPr txBox="1"/>
          <p:nvPr/>
        </p:nvSpPr>
        <p:spPr>
          <a:xfrm>
            <a:off x="381000" y="1752600"/>
            <a:ext cx="6985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4FC3F7"/>
                </a:solidFill>
                <a:latin typeface="Consolas"/>
              </a:rPr>
              <a:t>BCLK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5DD5226-817C-4251-A651-05620799263A}"/>
              </a:ext>
            </a:extLst>
          </p:cNvPr>
          <p:cNvSpPr txBox="1"/>
          <p:nvPr/>
        </p:nvSpPr>
        <p:spPr>
          <a:xfrm>
            <a:off x="381000" y="2768600"/>
            <a:ext cx="6985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9F7AEA"/>
                </a:solidFill>
                <a:latin typeface="Consolas"/>
              </a:rPr>
              <a:t>WS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E4F1A6-1590-4052-9BC1-3DEB58C7C701}"/>
              </a:ext>
            </a:extLst>
          </p:cNvPr>
          <p:cNvSpPr txBox="1"/>
          <p:nvPr/>
        </p:nvSpPr>
        <p:spPr>
          <a:xfrm>
            <a:off x="381000" y="3911600"/>
            <a:ext cx="6985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00D4AA"/>
                </a:solidFill>
                <a:latin typeface="Consolas"/>
              </a:rPr>
              <a:t>SD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BDA1C6C-A220-4FC0-9FC3-1DAF4DE70AC4}"/>
              </a:ext>
            </a:extLst>
          </p:cNvPr>
          <p:cNvSpPr/>
          <p:nvPr/>
        </p:nvSpPr>
        <p:spPr>
          <a:xfrm>
            <a:off x="152400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43C0E03-CCB3-4D73-8F53-46C6691DA8A8}"/>
              </a:ext>
            </a:extLst>
          </p:cNvPr>
          <p:cNvSpPr/>
          <p:nvPr/>
        </p:nvSpPr>
        <p:spPr>
          <a:xfrm>
            <a:off x="183356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A28BA1F-365C-448F-8687-62D7CFCCF33F}"/>
              </a:ext>
            </a:extLst>
          </p:cNvPr>
          <p:cNvSpPr/>
          <p:nvPr/>
        </p:nvSpPr>
        <p:spPr>
          <a:xfrm>
            <a:off x="183356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C7A24E07-AF37-4864-9D31-764CBD1CCE44}"/>
              </a:ext>
            </a:extLst>
          </p:cNvPr>
          <p:cNvSpPr/>
          <p:nvPr/>
        </p:nvSpPr>
        <p:spPr>
          <a:xfrm>
            <a:off x="213042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CE5666B-FFB6-4180-B5F3-3DF80EAA2993}"/>
              </a:ext>
            </a:extLst>
          </p:cNvPr>
          <p:cNvSpPr/>
          <p:nvPr/>
        </p:nvSpPr>
        <p:spPr>
          <a:xfrm>
            <a:off x="214312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08C9D6B-D36F-4B31-8951-003F91308D4F}"/>
              </a:ext>
            </a:extLst>
          </p:cNvPr>
          <p:cNvSpPr/>
          <p:nvPr/>
        </p:nvSpPr>
        <p:spPr>
          <a:xfrm>
            <a:off x="245268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7DF48CAC-2405-4E1F-86CE-13AFC74E2901}"/>
              </a:ext>
            </a:extLst>
          </p:cNvPr>
          <p:cNvSpPr/>
          <p:nvPr/>
        </p:nvSpPr>
        <p:spPr>
          <a:xfrm>
            <a:off x="245268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F380CCE5-D587-4235-95B2-4B1475BD1497}"/>
              </a:ext>
            </a:extLst>
          </p:cNvPr>
          <p:cNvSpPr/>
          <p:nvPr/>
        </p:nvSpPr>
        <p:spPr>
          <a:xfrm>
            <a:off x="274955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626ED85-9ECF-494F-87BC-3D02C25D02DA}"/>
              </a:ext>
            </a:extLst>
          </p:cNvPr>
          <p:cNvSpPr/>
          <p:nvPr/>
        </p:nvSpPr>
        <p:spPr>
          <a:xfrm>
            <a:off x="276225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EA3379F-4F67-4F71-B7DB-A0E3086E6C6D}"/>
              </a:ext>
            </a:extLst>
          </p:cNvPr>
          <p:cNvSpPr/>
          <p:nvPr/>
        </p:nvSpPr>
        <p:spPr>
          <a:xfrm>
            <a:off x="307181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DC70FD4D-6B57-4484-9BAC-C004208C5A9E}"/>
              </a:ext>
            </a:extLst>
          </p:cNvPr>
          <p:cNvSpPr/>
          <p:nvPr/>
        </p:nvSpPr>
        <p:spPr>
          <a:xfrm>
            <a:off x="307181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194A74F2-D7E9-4249-A5BD-31EB804AD250}"/>
              </a:ext>
            </a:extLst>
          </p:cNvPr>
          <p:cNvSpPr/>
          <p:nvPr/>
        </p:nvSpPr>
        <p:spPr>
          <a:xfrm>
            <a:off x="336867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84D191AC-5A65-4DD1-93A3-8FDA861AC34D}"/>
              </a:ext>
            </a:extLst>
          </p:cNvPr>
          <p:cNvSpPr/>
          <p:nvPr/>
        </p:nvSpPr>
        <p:spPr>
          <a:xfrm>
            <a:off x="338137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EC8DE178-0D92-4214-B349-EF5E2A45FF2F}"/>
              </a:ext>
            </a:extLst>
          </p:cNvPr>
          <p:cNvSpPr/>
          <p:nvPr/>
        </p:nvSpPr>
        <p:spPr>
          <a:xfrm>
            <a:off x="369093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A8A8B19A-78D7-4117-940A-A300987EC5FB}"/>
              </a:ext>
            </a:extLst>
          </p:cNvPr>
          <p:cNvSpPr/>
          <p:nvPr/>
        </p:nvSpPr>
        <p:spPr>
          <a:xfrm>
            <a:off x="369093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0280E81B-1E2B-4D54-95AC-F4B6D2112D35}"/>
              </a:ext>
            </a:extLst>
          </p:cNvPr>
          <p:cNvSpPr/>
          <p:nvPr/>
        </p:nvSpPr>
        <p:spPr>
          <a:xfrm>
            <a:off x="398780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CF92E539-EF3E-4693-BAB4-93057DF1F793}"/>
              </a:ext>
            </a:extLst>
          </p:cNvPr>
          <p:cNvSpPr/>
          <p:nvPr/>
        </p:nvSpPr>
        <p:spPr>
          <a:xfrm>
            <a:off x="400050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8289E1EE-AC48-4FEE-828F-4CE1DCF0443E}"/>
              </a:ext>
            </a:extLst>
          </p:cNvPr>
          <p:cNvSpPr/>
          <p:nvPr/>
        </p:nvSpPr>
        <p:spPr>
          <a:xfrm>
            <a:off x="431006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E5FBAFA5-571D-4456-A5E6-7FE570C648A2}"/>
              </a:ext>
            </a:extLst>
          </p:cNvPr>
          <p:cNvSpPr/>
          <p:nvPr/>
        </p:nvSpPr>
        <p:spPr>
          <a:xfrm>
            <a:off x="431006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0EAE85CF-5E85-44B3-A745-1711864514FC}"/>
              </a:ext>
            </a:extLst>
          </p:cNvPr>
          <p:cNvSpPr/>
          <p:nvPr/>
        </p:nvSpPr>
        <p:spPr>
          <a:xfrm>
            <a:off x="460692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626836CF-A67E-481F-AFFD-ED08C467F984}"/>
              </a:ext>
            </a:extLst>
          </p:cNvPr>
          <p:cNvSpPr/>
          <p:nvPr/>
        </p:nvSpPr>
        <p:spPr>
          <a:xfrm>
            <a:off x="461962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35D26696-D994-404D-8581-CBC19CA98112}"/>
              </a:ext>
            </a:extLst>
          </p:cNvPr>
          <p:cNvSpPr/>
          <p:nvPr/>
        </p:nvSpPr>
        <p:spPr>
          <a:xfrm>
            <a:off x="492918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10BF7049-2884-4F51-89B1-422D73A164EF}"/>
              </a:ext>
            </a:extLst>
          </p:cNvPr>
          <p:cNvSpPr/>
          <p:nvPr/>
        </p:nvSpPr>
        <p:spPr>
          <a:xfrm>
            <a:off x="492918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8AE1E987-1549-4D57-B666-1F1A4D3EFB89}"/>
              </a:ext>
            </a:extLst>
          </p:cNvPr>
          <p:cNvSpPr/>
          <p:nvPr/>
        </p:nvSpPr>
        <p:spPr>
          <a:xfrm>
            <a:off x="522605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9032A692-011B-4A6F-882A-7835E3E14E1D}"/>
              </a:ext>
            </a:extLst>
          </p:cNvPr>
          <p:cNvSpPr/>
          <p:nvPr/>
        </p:nvSpPr>
        <p:spPr>
          <a:xfrm>
            <a:off x="523875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F399C44-15F9-4C65-887E-4AF10AEDD982}"/>
              </a:ext>
            </a:extLst>
          </p:cNvPr>
          <p:cNvSpPr/>
          <p:nvPr/>
        </p:nvSpPr>
        <p:spPr>
          <a:xfrm>
            <a:off x="554831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A7E8FF5D-B672-45DC-B755-4A1D2A223D4D}"/>
              </a:ext>
            </a:extLst>
          </p:cNvPr>
          <p:cNvSpPr/>
          <p:nvPr/>
        </p:nvSpPr>
        <p:spPr>
          <a:xfrm>
            <a:off x="554831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7C947CDB-0D68-417E-8365-06CBDA2C62F8}"/>
              </a:ext>
            </a:extLst>
          </p:cNvPr>
          <p:cNvSpPr/>
          <p:nvPr/>
        </p:nvSpPr>
        <p:spPr>
          <a:xfrm>
            <a:off x="584517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1A87E172-EE9B-4ACA-AC30-528487E52523}"/>
              </a:ext>
            </a:extLst>
          </p:cNvPr>
          <p:cNvSpPr/>
          <p:nvPr/>
        </p:nvSpPr>
        <p:spPr>
          <a:xfrm>
            <a:off x="585787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224013DE-C9D6-45F5-80B7-58E130151A90}"/>
              </a:ext>
            </a:extLst>
          </p:cNvPr>
          <p:cNvSpPr/>
          <p:nvPr/>
        </p:nvSpPr>
        <p:spPr>
          <a:xfrm>
            <a:off x="616743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696C2E1A-23FB-444F-9CA2-1532F8E854E8}"/>
              </a:ext>
            </a:extLst>
          </p:cNvPr>
          <p:cNvSpPr/>
          <p:nvPr/>
        </p:nvSpPr>
        <p:spPr>
          <a:xfrm>
            <a:off x="616743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9CE04CCC-707C-41BE-8730-1571F54A4BEE}"/>
              </a:ext>
            </a:extLst>
          </p:cNvPr>
          <p:cNvSpPr/>
          <p:nvPr/>
        </p:nvSpPr>
        <p:spPr>
          <a:xfrm>
            <a:off x="646430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F3CEEBDB-8F1A-4493-9080-4BE29CC18C94}"/>
              </a:ext>
            </a:extLst>
          </p:cNvPr>
          <p:cNvSpPr/>
          <p:nvPr/>
        </p:nvSpPr>
        <p:spPr>
          <a:xfrm>
            <a:off x="647700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1C63921A-BC48-40A8-9791-BD283BF3D1D1}"/>
              </a:ext>
            </a:extLst>
          </p:cNvPr>
          <p:cNvSpPr/>
          <p:nvPr/>
        </p:nvSpPr>
        <p:spPr>
          <a:xfrm>
            <a:off x="678656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4F71FEEE-75A4-46EA-B8FC-93D7D94A2C39}"/>
              </a:ext>
            </a:extLst>
          </p:cNvPr>
          <p:cNvSpPr/>
          <p:nvPr/>
        </p:nvSpPr>
        <p:spPr>
          <a:xfrm>
            <a:off x="678656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E510F883-8C01-4E9A-AC80-34990E36A575}"/>
              </a:ext>
            </a:extLst>
          </p:cNvPr>
          <p:cNvSpPr/>
          <p:nvPr/>
        </p:nvSpPr>
        <p:spPr>
          <a:xfrm>
            <a:off x="708342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A272B2D4-5456-434F-AF3B-B251E2CC158A}"/>
              </a:ext>
            </a:extLst>
          </p:cNvPr>
          <p:cNvSpPr/>
          <p:nvPr/>
        </p:nvSpPr>
        <p:spPr>
          <a:xfrm>
            <a:off x="709612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94338A20-EE01-433B-B998-5A3399916722}"/>
              </a:ext>
            </a:extLst>
          </p:cNvPr>
          <p:cNvSpPr/>
          <p:nvPr/>
        </p:nvSpPr>
        <p:spPr>
          <a:xfrm>
            <a:off x="740568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F825F62C-A8C4-4149-BAB1-C0A4D10C534C}"/>
              </a:ext>
            </a:extLst>
          </p:cNvPr>
          <p:cNvSpPr/>
          <p:nvPr/>
        </p:nvSpPr>
        <p:spPr>
          <a:xfrm>
            <a:off x="740568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A9DF1826-E891-407E-A8B6-54401053EB27}"/>
              </a:ext>
            </a:extLst>
          </p:cNvPr>
          <p:cNvSpPr/>
          <p:nvPr/>
        </p:nvSpPr>
        <p:spPr>
          <a:xfrm>
            <a:off x="770255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4C4F6CAC-8E33-4A52-80EB-AA7D7D773A6A}"/>
              </a:ext>
            </a:extLst>
          </p:cNvPr>
          <p:cNvSpPr/>
          <p:nvPr/>
        </p:nvSpPr>
        <p:spPr>
          <a:xfrm>
            <a:off x="771525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D9B70C45-E26D-412D-89F4-138F3AD6CDCE}"/>
              </a:ext>
            </a:extLst>
          </p:cNvPr>
          <p:cNvSpPr/>
          <p:nvPr/>
        </p:nvSpPr>
        <p:spPr>
          <a:xfrm>
            <a:off x="802481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178E83C2-740C-4992-8C79-F75CDADF568F}"/>
              </a:ext>
            </a:extLst>
          </p:cNvPr>
          <p:cNvSpPr/>
          <p:nvPr/>
        </p:nvSpPr>
        <p:spPr>
          <a:xfrm>
            <a:off x="802481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F4FE51D5-3FE6-488C-8B2A-BF24C03B2703}"/>
              </a:ext>
            </a:extLst>
          </p:cNvPr>
          <p:cNvSpPr/>
          <p:nvPr/>
        </p:nvSpPr>
        <p:spPr>
          <a:xfrm>
            <a:off x="832167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0D1511D3-6FA3-4A2A-A3D1-566F5162A8E1}"/>
              </a:ext>
            </a:extLst>
          </p:cNvPr>
          <p:cNvSpPr/>
          <p:nvPr/>
        </p:nvSpPr>
        <p:spPr>
          <a:xfrm>
            <a:off x="833437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527DEAC3-A769-4094-9CB1-D9EA413694BD}"/>
              </a:ext>
            </a:extLst>
          </p:cNvPr>
          <p:cNvSpPr/>
          <p:nvPr/>
        </p:nvSpPr>
        <p:spPr>
          <a:xfrm>
            <a:off x="864393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929879F2-C2A2-44FA-9796-C1260FEE7E55}"/>
              </a:ext>
            </a:extLst>
          </p:cNvPr>
          <p:cNvSpPr/>
          <p:nvPr/>
        </p:nvSpPr>
        <p:spPr>
          <a:xfrm>
            <a:off x="864393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FC627EBC-A117-4E6C-BB5C-48919D1C43B6}"/>
              </a:ext>
            </a:extLst>
          </p:cNvPr>
          <p:cNvSpPr/>
          <p:nvPr/>
        </p:nvSpPr>
        <p:spPr>
          <a:xfrm>
            <a:off x="894080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D81DF8C1-2FB7-4783-BD39-E578F51E908E}"/>
              </a:ext>
            </a:extLst>
          </p:cNvPr>
          <p:cNvSpPr/>
          <p:nvPr/>
        </p:nvSpPr>
        <p:spPr>
          <a:xfrm>
            <a:off x="895350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7D7C8A6F-6558-45AD-80BA-4D06B8A237FD}"/>
              </a:ext>
            </a:extLst>
          </p:cNvPr>
          <p:cNvSpPr/>
          <p:nvPr/>
        </p:nvSpPr>
        <p:spPr>
          <a:xfrm>
            <a:off x="926306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F1337430-F4F4-4E49-B603-BA4A2E3CB651}"/>
              </a:ext>
            </a:extLst>
          </p:cNvPr>
          <p:cNvSpPr/>
          <p:nvPr/>
        </p:nvSpPr>
        <p:spPr>
          <a:xfrm>
            <a:off x="926306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F16ED94C-380B-4818-A51B-1B939E26A642}"/>
              </a:ext>
            </a:extLst>
          </p:cNvPr>
          <p:cNvSpPr/>
          <p:nvPr/>
        </p:nvSpPr>
        <p:spPr>
          <a:xfrm>
            <a:off x="955992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2068C093-B891-4354-BB7D-C4592050CD3B}"/>
              </a:ext>
            </a:extLst>
          </p:cNvPr>
          <p:cNvSpPr/>
          <p:nvPr/>
        </p:nvSpPr>
        <p:spPr>
          <a:xfrm>
            <a:off x="957262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6CF1BD49-79B4-4F10-B477-8A16D949CA58}"/>
              </a:ext>
            </a:extLst>
          </p:cNvPr>
          <p:cNvSpPr/>
          <p:nvPr/>
        </p:nvSpPr>
        <p:spPr>
          <a:xfrm>
            <a:off x="988218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35B22584-041C-4B3E-911F-476E9B59881E}"/>
              </a:ext>
            </a:extLst>
          </p:cNvPr>
          <p:cNvSpPr/>
          <p:nvPr/>
        </p:nvSpPr>
        <p:spPr>
          <a:xfrm>
            <a:off x="988218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FC12AC10-73CD-4ABA-9746-2AAD0BDE426F}"/>
              </a:ext>
            </a:extLst>
          </p:cNvPr>
          <p:cNvSpPr/>
          <p:nvPr/>
        </p:nvSpPr>
        <p:spPr>
          <a:xfrm>
            <a:off x="10179050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E62AD927-3B8E-4A8B-87D1-84E77432D0B4}"/>
              </a:ext>
            </a:extLst>
          </p:cNvPr>
          <p:cNvSpPr/>
          <p:nvPr/>
        </p:nvSpPr>
        <p:spPr>
          <a:xfrm>
            <a:off x="10191750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F49EC3F7-6C0D-4A11-93C3-6A8C905FFADA}"/>
              </a:ext>
            </a:extLst>
          </p:cNvPr>
          <p:cNvSpPr/>
          <p:nvPr/>
        </p:nvSpPr>
        <p:spPr>
          <a:xfrm>
            <a:off x="10501312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85E869F9-607A-4F62-9D83-FE77FB819215}"/>
              </a:ext>
            </a:extLst>
          </p:cNvPr>
          <p:cNvSpPr/>
          <p:nvPr/>
        </p:nvSpPr>
        <p:spPr>
          <a:xfrm>
            <a:off x="10501312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0F1493B2-45DE-4B5A-BE1D-1D23214F4C4A}"/>
              </a:ext>
            </a:extLst>
          </p:cNvPr>
          <p:cNvSpPr/>
          <p:nvPr/>
        </p:nvSpPr>
        <p:spPr>
          <a:xfrm>
            <a:off x="10798175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C32D09DE-BA6C-45B7-8CA4-9456F43386AA}"/>
              </a:ext>
            </a:extLst>
          </p:cNvPr>
          <p:cNvSpPr/>
          <p:nvPr/>
        </p:nvSpPr>
        <p:spPr>
          <a:xfrm>
            <a:off x="10810875" y="2413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FE5A346F-77E9-401F-BFF8-496EA73B4461}"/>
              </a:ext>
            </a:extLst>
          </p:cNvPr>
          <p:cNvSpPr/>
          <p:nvPr/>
        </p:nvSpPr>
        <p:spPr>
          <a:xfrm>
            <a:off x="11120437" y="1943100"/>
            <a:ext cx="25400" cy="508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753914AF-E191-47BE-BAF9-7033CDB0EA3A}"/>
              </a:ext>
            </a:extLst>
          </p:cNvPr>
          <p:cNvSpPr/>
          <p:nvPr/>
        </p:nvSpPr>
        <p:spPr>
          <a:xfrm>
            <a:off x="11120437" y="1905000"/>
            <a:ext cx="309562" cy="381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DCE017FD-7960-42BF-8640-A3D84DD3844C}"/>
              </a:ext>
            </a:extLst>
          </p:cNvPr>
          <p:cNvSpPr/>
          <p:nvPr/>
        </p:nvSpPr>
        <p:spPr>
          <a:xfrm>
            <a:off x="1524000" y="3556000"/>
            <a:ext cx="4953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8B8806F5-237C-40A7-86E1-6F4854935C86}"/>
              </a:ext>
            </a:extLst>
          </p:cNvPr>
          <p:cNvSpPr/>
          <p:nvPr/>
        </p:nvSpPr>
        <p:spPr>
          <a:xfrm>
            <a:off x="6477000" y="2959100"/>
            <a:ext cx="25400" cy="635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51D2FA84-2480-4A05-A49B-F7353F6316A8}"/>
              </a:ext>
            </a:extLst>
          </p:cNvPr>
          <p:cNvSpPr/>
          <p:nvPr/>
        </p:nvSpPr>
        <p:spPr>
          <a:xfrm>
            <a:off x="6477000" y="2921000"/>
            <a:ext cx="4953000" cy="381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178E19D2-1AB4-4465-BEF0-089C96DC7CB9}"/>
              </a:ext>
            </a:extLst>
          </p:cNvPr>
          <p:cNvSpPr/>
          <p:nvPr/>
        </p:nvSpPr>
        <p:spPr>
          <a:xfrm>
            <a:off x="1524000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029E077A-7319-4D08-844F-796633F5A537}"/>
              </a:ext>
            </a:extLst>
          </p:cNvPr>
          <p:cNvSpPr/>
          <p:nvPr/>
        </p:nvSpPr>
        <p:spPr>
          <a:xfrm>
            <a:off x="2130425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B10393A4-18BB-40AB-B3BF-B06224B4A8A0}"/>
              </a:ext>
            </a:extLst>
          </p:cNvPr>
          <p:cNvSpPr/>
          <p:nvPr/>
        </p:nvSpPr>
        <p:spPr>
          <a:xfrm>
            <a:off x="2143125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0BEF6A92-89C5-4CD4-B613-DA679E8FE94D}"/>
              </a:ext>
            </a:extLst>
          </p:cNvPr>
          <p:cNvSpPr/>
          <p:nvPr/>
        </p:nvSpPr>
        <p:spPr>
          <a:xfrm>
            <a:off x="2749550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B03600EC-9A3A-4DA5-AFD0-C773FCC883B8}"/>
              </a:ext>
            </a:extLst>
          </p:cNvPr>
          <p:cNvSpPr/>
          <p:nvPr/>
        </p:nvSpPr>
        <p:spPr>
          <a:xfrm>
            <a:off x="2762250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BF56FF5B-682D-4C4D-ACD6-B2C8F7E83E43}"/>
              </a:ext>
            </a:extLst>
          </p:cNvPr>
          <p:cNvSpPr/>
          <p:nvPr/>
        </p:nvSpPr>
        <p:spPr>
          <a:xfrm>
            <a:off x="3381375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D9181D86-6290-4B8A-8994-68C4BA0912E9}"/>
              </a:ext>
            </a:extLst>
          </p:cNvPr>
          <p:cNvSpPr/>
          <p:nvPr/>
        </p:nvSpPr>
        <p:spPr>
          <a:xfrm>
            <a:off x="3987800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A1119889-0838-4373-979A-C51539FE89EA}"/>
              </a:ext>
            </a:extLst>
          </p:cNvPr>
          <p:cNvSpPr/>
          <p:nvPr/>
        </p:nvSpPr>
        <p:spPr>
          <a:xfrm>
            <a:off x="4000500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A3B3464A-3D76-4B30-BD2D-5C2335356157}"/>
              </a:ext>
            </a:extLst>
          </p:cNvPr>
          <p:cNvSpPr/>
          <p:nvPr/>
        </p:nvSpPr>
        <p:spPr>
          <a:xfrm>
            <a:off x="4619625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5D057FE6-A961-4A20-B7AF-0DB253086458}"/>
              </a:ext>
            </a:extLst>
          </p:cNvPr>
          <p:cNvSpPr/>
          <p:nvPr/>
        </p:nvSpPr>
        <p:spPr>
          <a:xfrm>
            <a:off x="5226050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971FB905-1C21-40E6-A45B-F6C518C20765}"/>
              </a:ext>
            </a:extLst>
          </p:cNvPr>
          <p:cNvSpPr/>
          <p:nvPr/>
        </p:nvSpPr>
        <p:spPr>
          <a:xfrm>
            <a:off x="5238750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:a16="http://schemas.microsoft.com/office/drawing/2014/main" id="{3718E587-2FD6-4717-8EAF-DF9951AE7568}"/>
              </a:ext>
            </a:extLst>
          </p:cNvPr>
          <p:cNvSpPr/>
          <p:nvPr/>
        </p:nvSpPr>
        <p:spPr>
          <a:xfrm>
            <a:off x="5845175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7" name="Retângulo 86">
            <a:extLst>
              <a:ext uri="{FF2B5EF4-FFF2-40B4-BE49-F238E27FC236}">
                <a16:creationId xmlns:a16="http://schemas.microsoft.com/office/drawing/2014/main" id="{E4D620CB-B316-4054-8600-4F08D59AA9D4}"/>
              </a:ext>
            </a:extLst>
          </p:cNvPr>
          <p:cNvSpPr/>
          <p:nvPr/>
        </p:nvSpPr>
        <p:spPr>
          <a:xfrm>
            <a:off x="5857875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5909AEF5-BE79-45C8-97DB-813936967A3C}"/>
              </a:ext>
            </a:extLst>
          </p:cNvPr>
          <p:cNvSpPr/>
          <p:nvPr/>
        </p:nvSpPr>
        <p:spPr>
          <a:xfrm>
            <a:off x="6477000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AA2ADC14-27DC-450A-8B59-93ABF17AF329}"/>
              </a:ext>
            </a:extLst>
          </p:cNvPr>
          <p:cNvSpPr/>
          <p:nvPr/>
        </p:nvSpPr>
        <p:spPr>
          <a:xfrm>
            <a:off x="7083425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0" name="Retângulo 89">
            <a:extLst>
              <a:ext uri="{FF2B5EF4-FFF2-40B4-BE49-F238E27FC236}">
                <a16:creationId xmlns:a16="http://schemas.microsoft.com/office/drawing/2014/main" id="{38AE7C4F-A6CD-4FF5-9606-5E35DE503DDA}"/>
              </a:ext>
            </a:extLst>
          </p:cNvPr>
          <p:cNvSpPr/>
          <p:nvPr/>
        </p:nvSpPr>
        <p:spPr>
          <a:xfrm>
            <a:off x="7096125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B88DDE4F-198B-483E-9EC1-4BF06323ACDF}"/>
              </a:ext>
            </a:extLst>
          </p:cNvPr>
          <p:cNvSpPr/>
          <p:nvPr/>
        </p:nvSpPr>
        <p:spPr>
          <a:xfrm>
            <a:off x="7715250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2" name="Retângulo 91">
            <a:extLst>
              <a:ext uri="{FF2B5EF4-FFF2-40B4-BE49-F238E27FC236}">
                <a16:creationId xmlns:a16="http://schemas.microsoft.com/office/drawing/2014/main" id="{3EF12DBD-282E-4423-9E4A-7E9B28908B23}"/>
              </a:ext>
            </a:extLst>
          </p:cNvPr>
          <p:cNvSpPr/>
          <p:nvPr/>
        </p:nvSpPr>
        <p:spPr>
          <a:xfrm>
            <a:off x="8321675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3" name="Retângulo 92">
            <a:extLst>
              <a:ext uri="{FF2B5EF4-FFF2-40B4-BE49-F238E27FC236}">
                <a16:creationId xmlns:a16="http://schemas.microsoft.com/office/drawing/2014/main" id="{E142BDF7-CC4F-4849-B10F-D35A7E95F0B7}"/>
              </a:ext>
            </a:extLst>
          </p:cNvPr>
          <p:cNvSpPr/>
          <p:nvPr/>
        </p:nvSpPr>
        <p:spPr>
          <a:xfrm>
            <a:off x="8334375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4" name="Retângulo 93">
            <a:extLst>
              <a:ext uri="{FF2B5EF4-FFF2-40B4-BE49-F238E27FC236}">
                <a16:creationId xmlns:a16="http://schemas.microsoft.com/office/drawing/2014/main" id="{A1D15685-27B1-4896-AF43-89EB2FB9FB00}"/>
              </a:ext>
            </a:extLst>
          </p:cNvPr>
          <p:cNvSpPr/>
          <p:nvPr/>
        </p:nvSpPr>
        <p:spPr>
          <a:xfrm>
            <a:off x="8940800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5" name="Retângulo 94">
            <a:extLst>
              <a:ext uri="{FF2B5EF4-FFF2-40B4-BE49-F238E27FC236}">
                <a16:creationId xmlns:a16="http://schemas.microsoft.com/office/drawing/2014/main" id="{FC25D354-0F65-4109-8C92-7DE553A2BBB9}"/>
              </a:ext>
            </a:extLst>
          </p:cNvPr>
          <p:cNvSpPr/>
          <p:nvPr/>
        </p:nvSpPr>
        <p:spPr>
          <a:xfrm>
            <a:off x="8953500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6" name="Retângulo 95">
            <a:extLst>
              <a:ext uri="{FF2B5EF4-FFF2-40B4-BE49-F238E27FC236}">
                <a16:creationId xmlns:a16="http://schemas.microsoft.com/office/drawing/2014/main" id="{55351112-3ECC-4D03-85A4-EAB003FCA64D}"/>
              </a:ext>
            </a:extLst>
          </p:cNvPr>
          <p:cNvSpPr/>
          <p:nvPr/>
        </p:nvSpPr>
        <p:spPr>
          <a:xfrm>
            <a:off x="9572625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7" name="Retângulo 96">
            <a:extLst>
              <a:ext uri="{FF2B5EF4-FFF2-40B4-BE49-F238E27FC236}">
                <a16:creationId xmlns:a16="http://schemas.microsoft.com/office/drawing/2014/main" id="{CEE0BFC2-0101-4EB3-AAE3-765994F41739}"/>
              </a:ext>
            </a:extLst>
          </p:cNvPr>
          <p:cNvSpPr/>
          <p:nvPr/>
        </p:nvSpPr>
        <p:spPr>
          <a:xfrm>
            <a:off x="10179050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8" name="Retângulo 97">
            <a:extLst>
              <a:ext uri="{FF2B5EF4-FFF2-40B4-BE49-F238E27FC236}">
                <a16:creationId xmlns:a16="http://schemas.microsoft.com/office/drawing/2014/main" id="{DA4DFE05-1C7A-4F32-811B-8F2B7D9809C7}"/>
              </a:ext>
            </a:extLst>
          </p:cNvPr>
          <p:cNvSpPr/>
          <p:nvPr/>
        </p:nvSpPr>
        <p:spPr>
          <a:xfrm>
            <a:off x="10191750" y="4699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9" name="Retângulo 98">
            <a:extLst>
              <a:ext uri="{FF2B5EF4-FFF2-40B4-BE49-F238E27FC236}">
                <a16:creationId xmlns:a16="http://schemas.microsoft.com/office/drawing/2014/main" id="{D8822B38-A472-4AD3-AEEC-6A1F6DF89137}"/>
              </a:ext>
            </a:extLst>
          </p:cNvPr>
          <p:cNvSpPr/>
          <p:nvPr/>
        </p:nvSpPr>
        <p:spPr>
          <a:xfrm>
            <a:off x="10798175" y="4102100"/>
            <a:ext cx="254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0" name="Retângulo 99">
            <a:extLst>
              <a:ext uri="{FF2B5EF4-FFF2-40B4-BE49-F238E27FC236}">
                <a16:creationId xmlns:a16="http://schemas.microsoft.com/office/drawing/2014/main" id="{F8996895-2793-43D0-80E8-671B2D3EFBB9}"/>
              </a:ext>
            </a:extLst>
          </p:cNvPr>
          <p:cNvSpPr/>
          <p:nvPr/>
        </p:nvSpPr>
        <p:spPr>
          <a:xfrm>
            <a:off x="10810875" y="4064000"/>
            <a:ext cx="619125" cy="381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1" name="Retângulo: Cantos Arredondados 100">
            <a:extLst>
              <a:ext uri="{FF2B5EF4-FFF2-40B4-BE49-F238E27FC236}">
                <a16:creationId xmlns:a16="http://schemas.microsoft.com/office/drawing/2014/main" id="{BB7E28BA-4863-4214-915F-E2FBF1EA7508}"/>
              </a:ext>
            </a:extLst>
          </p:cNvPr>
          <p:cNvSpPr/>
          <p:nvPr/>
        </p:nvSpPr>
        <p:spPr>
          <a:xfrm>
            <a:off x="2762250" y="1587500"/>
            <a:ext cx="2476500" cy="279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200" b="1">
                <a:solidFill>
                  <a:srgbClr val="FFFFFF"/>
                </a:solidFill>
                <a:latin typeface="Inter"/>
              </a:rPr>
              <a:t>LEFT (WS=0)</a:t>
            </a:r>
          </a:p>
        </p:txBody>
      </p:sp>
      <p:sp>
        <p:nvSpPr>
          <p:cNvPr id="102" name="Retângulo: Cantos Arredondados 101">
            <a:extLst>
              <a:ext uri="{FF2B5EF4-FFF2-40B4-BE49-F238E27FC236}">
                <a16:creationId xmlns:a16="http://schemas.microsoft.com/office/drawing/2014/main" id="{8205CEFF-89CD-4C09-B457-CB77284D223A}"/>
              </a:ext>
            </a:extLst>
          </p:cNvPr>
          <p:cNvSpPr/>
          <p:nvPr/>
        </p:nvSpPr>
        <p:spPr>
          <a:xfrm>
            <a:off x="7715250" y="1587500"/>
            <a:ext cx="2476500" cy="2794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200" b="1">
                <a:solidFill>
                  <a:srgbClr val="FFFFFF"/>
                </a:solidFill>
                <a:latin typeface="Inter"/>
              </a:rPr>
              <a:t>RIGHT (WS=1)</a:t>
            </a:r>
          </a:p>
        </p:txBody>
      </p:sp>
      <p:sp>
        <p:nvSpPr>
          <p:cNvPr id="103" name="Retângulo: Cantos Arredondados 102">
            <a:extLst>
              <a:ext uri="{FF2B5EF4-FFF2-40B4-BE49-F238E27FC236}">
                <a16:creationId xmlns:a16="http://schemas.microsoft.com/office/drawing/2014/main" id="{AE984181-7E75-468E-87D8-02CE8F4C002F}"/>
              </a:ext>
            </a:extLst>
          </p:cNvPr>
          <p:cNvSpPr/>
          <p:nvPr/>
        </p:nvSpPr>
        <p:spPr>
          <a:xfrm>
            <a:off x="635000" y="5397500"/>
            <a:ext cx="3619500" cy="1143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4" name="CaixaDeTexto 103">
            <a:extLst>
              <a:ext uri="{FF2B5EF4-FFF2-40B4-BE49-F238E27FC236}">
                <a16:creationId xmlns:a16="http://schemas.microsoft.com/office/drawing/2014/main" id="{EB3928C7-341B-4727-B2F0-C8309004D71E}"/>
              </a:ext>
            </a:extLst>
          </p:cNvPr>
          <p:cNvSpPr txBox="1"/>
          <p:nvPr/>
        </p:nvSpPr>
        <p:spPr>
          <a:xfrm>
            <a:off x="863600" y="5499100"/>
            <a:ext cx="3302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4FC3F7"/>
                </a:solidFill>
                <a:latin typeface="Inter"/>
              </a:rPr>
              <a:t>BCLK</a:t>
            </a:r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7599BD3E-7161-4B4A-BCC8-AF8A27ADB561}"/>
              </a:ext>
            </a:extLst>
          </p:cNvPr>
          <p:cNvSpPr txBox="1"/>
          <p:nvPr/>
        </p:nvSpPr>
        <p:spPr>
          <a:xfrm>
            <a:off x="863600" y="5842000"/>
            <a:ext cx="3302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Bit Clock
Um pulso por bit
de sample</a:t>
            </a:r>
          </a:p>
        </p:txBody>
      </p:sp>
      <p:sp>
        <p:nvSpPr>
          <p:cNvPr id="106" name="Retângulo: Cantos Arredondados 105">
            <a:extLst>
              <a:ext uri="{FF2B5EF4-FFF2-40B4-BE49-F238E27FC236}">
                <a16:creationId xmlns:a16="http://schemas.microsoft.com/office/drawing/2014/main" id="{426229EC-051C-4E77-AA5C-78209C0885B1}"/>
              </a:ext>
            </a:extLst>
          </p:cNvPr>
          <p:cNvSpPr/>
          <p:nvPr/>
        </p:nvSpPr>
        <p:spPr>
          <a:xfrm>
            <a:off x="4381500" y="5397500"/>
            <a:ext cx="3619500" cy="1143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7" name="CaixaDeTexto 106">
            <a:extLst>
              <a:ext uri="{FF2B5EF4-FFF2-40B4-BE49-F238E27FC236}">
                <a16:creationId xmlns:a16="http://schemas.microsoft.com/office/drawing/2014/main" id="{BBA1556F-446E-4C12-B20C-CA8FD98AC59A}"/>
              </a:ext>
            </a:extLst>
          </p:cNvPr>
          <p:cNvSpPr txBox="1"/>
          <p:nvPr/>
        </p:nvSpPr>
        <p:spPr>
          <a:xfrm>
            <a:off x="4610100" y="5499100"/>
            <a:ext cx="3302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9F7AEA"/>
                </a:solidFill>
                <a:latin typeface="Inter"/>
              </a:rPr>
              <a:t>WS / LRCK</a:t>
            </a:r>
          </a:p>
        </p:txBody>
      </p:sp>
      <p:sp>
        <p:nvSpPr>
          <p:cNvPr id="108" name="CaixaDeTexto 107">
            <a:extLst>
              <a:ext uri="{FF2B5EF4-FFF2-40B4-BE49-F238E27FC236}">
                <a16:creationId xmlns:a16="http://schemas.microsoft.com/office/drawing/2014/main" id="{C2659C57-4145-4A34-95C5-09EFEC3162E4}"/>
              </a:ext>
            </a:extLst>
          </p:cNvPr>
          <p:cNvSpPr txBox="1"/>
          <p:nvPr/>
        </p:nvSpPr>
        <p:spPr>
          <a:xfrm>
            <a:off x="4610100" y="5842000"/>
            <a:ext cx="3302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Word Select
Seleciona canal:
0 = L  ·  1 = R</a:t>
            </a:r>
          </a:p>
        </p:txBody>
      </p:sp>
      <p:sp>
        <p:nvSpPr>
          <p:cNvPr id="109" name="Retângulo: Cantos Arredondados 108">
            <a:extLst>
              <a:ext uri="{FF2B5EF4-FFF2-40B4-BE49-F238E27FC236}">
                <a16:creationId xmlns:a16="http://schemas.microsoft.com/office/drawing/2014/main" id="{95C2B733-E6F1-46AC-823A-B74EF0AB61A8}"/>
              </a:ext>
            </a:extLst>
          </p:cNvPr>
          <p:cNvSpPr/>
          <p:nvPr/>
        </p:nvSpPr>
        <p:spPr>
          <a:xfrm>
            <a:off x="8128000" y="5397500"/>
            <a:ext cx="3619500" cy="1143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0" name="CaixaDeTexto 109">
            <a:extLst>
              <a:ext uri="{FF2B5EF4-FFF2-40B4-BE49-F238E27FC236}">
                <a16:creationId xmlns:a16="http://schemas.microsoft.com/office/drawing/2014/main" id="{13D8D38D-71FE-42C9-87F2-38BCA441403B}"/>
              </a:ext>
            </a:extLst>
          </p:cNvPr>
          <p:cNvSpPr txBox="1"/>
          <p:nvPr/>
        </p:nvSpPr>
        <p:spPr>
          <a:xfrm>
            <a:off x="8356600" y="5499100"/>
            <a:ext cx="3302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00D4AA"/>
                </a:solidFill>
                <a:latin typeface="Inter"/>
              </a:rPr>
              <a:t>SD</a:t>
            </a:r>
          </a:p>
        </p:txBody>
      </p:sp>
      <p:sp>
        <p:nvSpPr>
          <p:cNvPr id="111" name="CaixaDeTexto 110">
            <a:extLst>
              <a:ext uri="{FF2B5EF4-FFF2-40B4-BE49-F238E27FC236}">
                <a16:creationId xmlns:a16="http://schemas.microsoft.com/office/drawing/2014/main" id="{96959124-F51C-4F58-A3DF-A64F0275BF18}"/>
              </a:ext>
            </a:extLst>
          </p:cNvPr>
          <p:cNvSpPr txBox="1"/>
          <p:nvPr/>
        </p:nvSpPr>
        <p:spPr>
          <a:xfrm>
            <a:off x="8356600" y="5842000"/>
            <a:ext cx="3302000" cy="698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Serial Data
Sample bit a bit,
MSB primeiro</a:t>
            </a:r>
          </a:p>
        </p:txBody>
      </p:sp>
    </p:spTree>
    <p:extLst>
      <p:ext uri="{BB962C8B-B14F-4D97-AF65-F5344CB8AC3E}">
        <p14:creationId xmlns:p14="http://schemas.microsoft.com/office/powerpoint/2010/main" val="2297943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2905EFB-A515-40C4-B541-C94EA7225B8D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6F7769C-1B23-42E3-858F-92715A857C81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400" b="1">
                <a:solidFill>
                  <a:srgbClr val="1A1A2E"/>
                </a:solidFill>
                <a:latin typeface="Inter"/>
              </a:rPr>
              <a:t>Modos I²S: Philips, Left-Justified, PCM</a:t>
            </a:r>
            <a:endParaRPr lang="pt-BR" sz="3400" b="1">
              <a:solidFill>
                <a:srgbClr val="1A1A2E"/>
              </a:solidFill>
              <a:latin typeface="Inter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87C9026-A3EA-4E50-9E67-4E27BDBFCFE8}"/>
              </a:ext>
            </a:extLst>
          </p:cNvPr>
          <p:cNvSpPr txBox="1"/>
          <p:nvPr/>
        </p:nvSpPr>
        <p:spPr>
          <a:xfrm>
            <a:off x="508000" y="9271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4A5568"/>
                </a:solidFill>
                <a:latin typeface="Inter"/>
              </a:rPr>
              <a:t>Diferença: quando o primeiro bit de dado aparece em relação à borda do WS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AC7B9A7E-0E3D-469F-87D0-CC73712155A6}"/>
              </a:ext>
            </a:extLst>
          </p:cNvPr>
          <p:cNvSpPr/>
          <p:nvPr/>
        </p:nvSpPr>
        <p:spPr>
          <a:xfrm>
            <a:off x="381000" y="1397000"/>
            <a:ext cx="11430000" cy="1524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100BDE0-F8EF-4BF4-8E8F-F58BBE67E0AB}"/>
              </a:ext>
            </a:extLst>
          </p:cNvPr>
          <p:cNvSpPr/>
          <p:nvPr/>
        </p:nvSpPr>
        <p:spPr>
          <a:xfrm>
            <a:off x="381000" y="1397000"/>
            <a:ext cx="76200" cy="1524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AD4B28C-F847-498A-9791-F3A20E4E70FA}"/>
              </a:ext>
            </a:extLst>
          </p:cNvPr>
          <p:cNvSpPr txBox="1"/>
          <p:nvPr/>
        </p:nvSpPr>
        <p:spPr>
          <a:xfrm>
            <a:off x="635000" y="1524000"/>
            <a:ext cx="508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Philips Standard (default)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CF23ABA-5472-4903-BFBF-CC1BF0E973E2}"/>
              </a:ext>
            </a:extLst>
          </p:cNvPr>
          <p:cNvSpPr txBox="1"/>
          <p:nvPr/>
        </p:nvSpPr>
        <p:spPr>
          <a:xfrm>
            <a:off x="635000" y="1854200"/>
            <a:ext cx="5588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Inter"/>
              </a:rPr>
              <a:t>Dado começa 1 BCLK DEPOIS da transição do WS · MSB primeiro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54601D5-4B94-4B96-BD5B-BEC806C84D27}"/>
              </a:ext>
            </a:extLst>
          </p:cNvPr>
          <p:cNvSpPr txBox="1"/>
          <p:nvPr/>
        </p:nvSpPr>
        <p:spPr>
          <a:xfrm>
            <a:off x="6477000" y="15621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WS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B817852-9D18-416D-8AB4-087FC0BB0C3F}"/>
              </a:ext>
            </a:extLst>
          </p:cNvPr>
          <p:cNvSpPr txBox="1"/>
          <p:nvPr/>
        </p:nvSpPr>
        <p:spPr>
          <a:xfrm>
            <a:off x="6477000" y="22606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SD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254E820-809D-43A0-90CE-59513EC1F3F7}"/>
              </a:ext>
            </a:extLst>
          </p:cNvPr>
          <p:cNvSpPr/>
          <p:nvPr/>
        </p:nvSpPr>
        <p:spPr>
          <a:xfrm>
            <a:off x="6858000" y="1714500"/>
            <a:ext cx="381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18274948-2709-4C3B-9BCE-7BDE826C8FC6}"/>
              </a:ext>
            </a:extLst>
          </p:cNvPr>
          <p:cNvSpPr/>
          <p:nvPr/>
        </p:nvSpPr>
        <p:spPr>
          <a:xfrm>
            <a:off x="7239000" y="1485900"/>
            <a:ext cx="25400" cy="228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FC9058A-1D41-4583-BCB0-7430F267505E}"/>
              </a:ext>
            </a:extLst>
          </p:cNvPr>
          <p:cNvSpPr/>
          <p:nvPr/>
        </p:nvSpPr>
        <p:spPr>
          <a:xfrm>
            <a:off x="7239000" y="1485900"/>
            <a:ext cx="4191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BF7C0FD2-1E89-4556-9D2E-D52D6E9BA849}"/>
              </a:ext>
            </a:extLst>
          </p:cNvPr>
          <p:cNvSpPr/>
          <p:nvPr/>
        </p:nvSpPr>
        <p:spPr>
          <a:xfrm>
            <a:off x="6858000" y="2413000"/>
            <a:ext cx="508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D8124D57-42EB-459E-B8BD-8C7523E774FD}"/>
              </a:ext>
            </a:extLst>
          </p:cNvPr>
          <p:cNvSpPr/>
          <p:nvPr/>
        </p:nvSpPr>
        <p:spPr>
          <a:xfrm>
            <a:off x="7366000" y="2184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BA2FC61-66FE-4D20-92C7-13EA2AE39F4E}"/>
              </a:ext>
            </a:extLst>
          </p:cNvPr>
          <p:cNvSpPr/>
          <p:nvPr/>
        </p:nvSpPr>
        <p:spPr>
          <a:xfrm>
            <a:off x="7366000" y="2184400"/>
            <a:ext cx="254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E1790949-CA28-47FD-A4C4-CA2085AE8661}"/>
              </a:ext>
            </a:extLst>
          </p:cNvPr>
          <p:cNvSpPr/>
          <p:nvPr/>
        </p:nvSpPr>
        <p:spPr>
          <a:xfrm>
            <a:off x="7620000" y="2184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CF4A023-D91B-4A48-8FCC-E0FC9A5756A7}"/>
              </a:ext>
            </a:extLst>
          </p:cNvPr>
          <p:cNvSpPr/>
          <p:nvPr/>
        </p:nvSpPr>
        <p:spPr>
          <a:xfrm>
            <a:off x="7620000" y="24130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D43181DC-5D96-4578-9F61-A48D69966EC4}"/>
              </a:ext>
            </a:extLst>
          </p:cNvPr>
          <p:cNvSpPr/>
          <p:nvPr/>
        </p:nvSpPr>
        <p:spPr>
          <a:xfrm>
            <a:off x="7810500" y="2184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5BDE532-3C33-423A-85E3-7E90A8D31C92}"/>
              </a:ext>
            </a:extLst>
          </p:cNvPr>
          <p:cNvSpPr/>
          <p:nvPr/>
        </p:nvSpPr>
        <p:spPr>
          <a:xfrm>
            <a:off x="7810500" y="21844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E4543AE8-C71A-4C1F-975B-4DBD49821FE8}"/>
              </a:ext>
            </a:extLst>
          </p:cNvPr>
          <p:cNvSpPr/>
          <p:nvPr/>
        </p:nvSpPr>
        <p:spPr>
          <a:xfrm>
            <a:off x="8001000" y="2184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29AF65AA-1FCA-44FA-A1DC-56A473706134}"/>
              </a:ext>
            </a:extLst>
          </p:cNvPr>
          <p:cNvSpPr/>
          <p:nvPr/>
        </p:nvSpPr>
        <p:spPr>
          <a:xfrm>
            <a:off x="8001000" y="2413000"/>
            <a:ext cx="381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22E317AA-B85B-4D28-AE90-5EA45EA14F81}"/>
              </a:ext>
            </a:extLst>
          </p:cNvPr>
          <p:cNvSpPr/>
          <p:nvPr/>
        </p:nvSpPr>
        <p:spPr>
          <a:xfrm>
            <a:off x="8382000" y="2413000"/>
            <a:ext cx="3048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268E0144-20F2-4D63-82B8-FBA503F95AE6}"/>
              </a:ext>
            </a:extLst>
          </p:cNvPr>
          <p:cNvSpPr txBox="1"/>
          <p:nvPr/>
        </p:nvSpPr>
        <p:spPr>
          <a:xfrm>
            <a:off x="7137400" y="19050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00D4AA"/>
                </a:solidFill>
                <a:latin typeface="Consolas"/>
              </a:rPr>
              <a:t>MSB ↓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54B5DB6A-35F6-4540-A602-9DC90427C9FA}"/>
              </a:ext>
            </a:extLst>
          </p:cNvPr>
          <p:cNvSpPr/>
          <p:nvPr/>
        </p:nvSpPr>
        <p:spPr>
          <a:xfrm>
            <a:off x="381000" y="3111500"/>
            <a:ext cx="11430000" cy="1524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CB75B74D-3704-469C-A529-F356980B83F4}"/>
              </a:ext>
            </a:extLst>
          </p:cNvPr>
          <p:cNvSpPr/>
          <p:nvPr/>
        </p:nvSpPr>
        <p:spPr>
          <a:xfrm>
            <a:off x="381000" y="3111500"/>
            <a:ext cx="76200" cy="1524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7FCA0C5-666C-4ABC-A281-B26C2B88EDD4}"/>
              </a:ext>
            </a:extLst>
          </p:cNvPr>
          <p:cNvSpPr txBox="1"/>
          <p:nvPr/>
        </p:nvSpPr>
        <p:spPr>
          <a:xfrm>
            <a:off x="635000" y="3238500"/>
            <a:ext cx="508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Left-Justified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7A27639C-843D-49CF-B6A4-7C180F6FBD0E}"/>
              </a:ext>
            </a:extLst>
          </p:cNvPr>
          <p:cNvSpPr txBox="1"/>
          <p:nvPr/>
        </p:nvSpPr>
        <p:spPr>
          <a:xfrm>
            <a:off x="635000" y="3568700"/>
            <a:ext cx="5588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Inter"/>
              </a:rPr>
              <a:t>Dado começa NO MESMO instante da transição do WS · MSB primeiro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1E2EB1B-7141-42C8-93CF-FAF71BD000CF}"/>
              </a:ext>
            </a:extLst>
          </p:cNvPr>
          <p:cNvSpPr txBox="1"/>
          <p:nvPr/>
        </p:nvSpPr>
        <p:spPr>
          <a:xfrm>
            <a:off x="6477000" y="32766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WS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5989CBC8-1702-4193-A39F-420E3D096F0C}"/>
              </a:ext>
            </a:extLst>
          </p:cNvPr>
          <p:cNvSpPr txBox="1"/>
          <p:nvPr/>
        </p:nvSpPr>
        <p:spPr>
          <a:xfrm>
            <a:off x="6477000" y="39751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SD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5DE16D19-FFC6-4595-B48F-2ED454FC03A1}"/>
              </a:ext>
            </a:extLst>
          </p:cNvPr>
          <p:cNvSpPr/>
          <p:nvPr/>
        </p:nvSpPr>
        <p:spPr>
          <a:xfrm>
            <a:off x="6858000" y="3429000"/>
            <a:ext cx="381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84E5A0EB-3CB0-4DD3-8A44-CCF167E8B339}"/>
              </a:ext>
            </a:extLst>
          </p:cNvPr>
          <p:cNvSpPr/>
          <p:nvPr/>
        </p:nvSpPr>
        <p:spPr>
          <a:xfrm>
            <a:off x="7239000" y="3200400"/>
            <a:ext cx="25400" cy="228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2D9EB957-E2F5-4C27-9B72-3949B261391F}"/>
              </a:ext>
            </a:extLst>
          </p:cNvPr>
          <p:cNvSpPr/>
          <p:nvPr/>
        </p:nvSpPr>
        <p:spPr>
          <a:xfrm>
            <a:off x="7239000" y="3200400"/>
            <a:ext cx="4191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008765A3-0ECA-407A-A15E-2E9936768C39}"/>
              </a:ext>
            </a:extLst>
          </p:cNvPr>
          <p:cNvSpPr/>
          <p:nvPr/>
        </p:nvSpPr>
        <p:spPr>
          <a:xfrm>
            <a:off x="6858000" y="4127500"/>
            <a:ext cx="381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B9E9E2FD-916E-4F3B-BBF3-50B83D66B2F2}"/>
              </a:ext>
            </a:extLst>
          </p:cNvPr>
          <p:cNvSpPr/>
          <p:nvPr/>
        </p:nvSpPr>
        <p:spPr>
          <a:xfrm>
            <a:off x="7239000" y="38989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4C6B538C-E373-41A1-84DC-160F79E7470F}"/>
              </a:ext>
            </a:extLst>
          </p:cNvPr>
          <p:cNvSpPr/>
          <p:nvPr/>
        </p:nvSpPr>
        <p:spPr>
          <a:xfrm>
            <a:off x="7239000" y="3898900"/>
            <a:ext cx="254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603F127C-1EB6-4498-8DA9-45D594302305}"/>
              </a:ext>
            </a:extLst>
          </p:cNvPr>
          <p:cNvSpPr/>
          <p:nvPr/>
        </p:nvSpPr>
        <p:spPr>
          <a:xfrm>
            <a:off x="7493000" y="38989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F568BF2F-0125-41BC-B64F-6524BB81B35B}"/>
              </a:ext>
            </a:extLst>
          </p:cNvPr>
          <p:cNvSpPr/>
          <p:nvPr/>
        </p:nvSpPr>
        <p:spPr>
          <a:xfrm>
            <a:off x="7493000" y="41275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D97BD69B-1100-466B-98BF-B5C4592E2B40}"/>
              </a:ext>
            </a:extLst>
          </p:cNvPr>
          <p:cNvSpPr/>
          <p:nvPr/>
        </p:nvSpPr>
        <p:spPr>
          <a:xfrm>
            <a:off x="7683500" y="38989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9516949A-6E70-492E-A348-84522B862B3B}"/>
              </a:ext>
            </a:extLst>
          </p:cNvPr>
          <p:cNvSpPr/>
          <p:nvPr/>
        </p:nvSpPr>
        <p:spPr>
          <a:xfrm>
            <a:off x="7683500" y="38989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BD920022-5243-4737-8265-B6B065BA4E05}"/>
              </a:ext>
            </a:extLst>
          </p:cNvPr>
          <p:cNvSpPr/>
          <p:nvPr/>
        </p:nvSpPr>
        <p:spPr>
          <a:xfrm>
            <a:off x="7874000" y="38989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19FC3E7E-7457-4F01-BE1D-C0E748A693D3}"/>
              </a:ext>
            </a:extLst>
          </p:cNvPr>
          <p:cNvSpPr/>
          <p:nvPr/>
        </p:nvSpPr>
        <p:spPr>
          <a:xfrm>
            <a:off x="7874000" y="4127500"/>
            <a:ext cx="381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658D11ED-F8E7-47FC-B3F4-AEE17022AF3D}"/>
              </a:ext>
            </a:extLst>
          </p:cNvPr>
          <p:cNvSpPr/>
          <p:nvPr/>
        </p:nvSpPr>
        <p:spPr>
          <a:xfrm>
            <a:off x="8255000" y="4127500"/>
            <a:ext cx="3175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7DA0AA31-823E-4952-87FC-A6F5AD3844E0}"/>
              </a:ext>
            </a:extLst>
          </p:cNvPr>
          <p:cNvSpPr txBox="1"/>
          <p:nvPr/>
        </p:nvSpPr>
        <p:spPr>
          <a:xfrm>
            <a:off x="7010400" y="36195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00D4AA"/>
                </a:solidFill>
                <a:latin typeface="Consolas"/>
              </a:rPr>
              <a:t>MSB ↓</a:t>
            </a:r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29F9F246-5914-410B-A341-A5114BC24D53}"/>
              </a:ext>
            </a:extLst>
          </p:cNvPr>
          <p:cNvSpPr/>
          <p:nvPr/>
        </p:nvSpPr>
        <p:spPr>
          <a:xfrm>
            <a:off x="381000" y="4826000"/>
            <a:ext cx="11430000" cy="1524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018726DC-447B-4503-BC3E-464781668056}"/>
              </a:ext>
            </a:extLst>
          </p:cNvPr>
          <p:cNvSpPr/>
          <p:nvPr/>
        </p:nvSpPr>
        <p:spPr>
          <a:xfrm>
            <a:off x="381000" y="4826000"/>
            <a:ext cx="76200" cy="1524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602FEF26-B0A3-4F1A-8F2D-56F6F54785BC}"/>
              </a:ext>
            </a:extLst>
          </p:cNvPr>
          <p:cNvSpPr txBox="1"/>
          <p:nvPr/>
        </p:nvSpPr>
        <p:spPr>
          <a:xfrm>
            <a:off x="635000" y="4953000"/>
            <a:ext cx="5080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PCM Short Frame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3706ADAB-CDD7-4391-AD41-AEC93ED648CC}"/>
              </a:ext>
            </a:extLst>
          </p:cNvPr>
          <p:cNvSpPr txBox="1"/>
          <p:nvPr/>
        </p:nvSpPr>
        <p:spPr>
          <a:xfrm>
            <a:off x="635000" y="5283200"/>
            <a:ext cx="5588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Inter"/>
              </a:rPr>
              <a:t>WS é apenas um PULSO curto · sync no canal · usado em codecs/PCM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FB2FC345-A420-4B6A-9E86-7CAABEBC9437}"/>
              </a:ext>
            </a:extLst>
          </p:cNvPr>
          <p:cNvSpPr txBox="1"/>
          <p:nvPr/>
        </p:nvSpPr>
        <p:spPr>
          <a:xfrm>
            <a:off x="6477000" y="49911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Consolas"/>
              </a:rPr>
              <a:t>WS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7F871EE1-BBA0-482C-AEC5-63846EA324BE}"/>
              </a:ext>
            </a:extLst>
          </p:cNvPr>
          <p:cNvSpPr txBox="1"/>
          <p:nvPr/>
        </p:nvSpPr>
        <p:spPr>
          <a:xfrm>
            <a:off x="6477000" y="56896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Consolas"/>
              </a:rPr>
              <a:t>SD</a:t>
            </a:r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E05399E6-7C02-427B-84FC-520A7E2CE050}"/>
              </a:ext>
            </a:extLst>
          </p:cNvPr>
          <p:cNvSpPr/>
          <p:nvPr/>
        </p:nvSpPr>
        <p:spPr>
          <a:xfrm>
            <a:off x="6858000" y="5143500"/>
            <a:ext cx="254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343CAF74-DAD4-481E-9BDF-8E4309C8FA5E}"/>
              </a:ext>
            </a:extLst>
          </p:cNvPr>
          <p:cNvSpPr/>
          <p:nvPr/>
        </p:nvSpPr>
        <p:spPr>
          <a:xfrm>
            <a:off x="7112000" y="4914900"/>
            <a:ext cx="25400" cy="228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34F63F52-FDF1-425C-88AC-740AD88A9493}"/>
              </a:ext>
            </a:extLst>
          </p:cNvPr>
          <p:cNvSpPr/>
          <p:nvPr/>
        </p:nvSpPr>
        <p:spPr>
          <a:xfrm>
            <a:off x="7112000" y="4914900"/>
            <a:ext cx="381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3130E761-BF9B-4A26-9747-9745F24B38BE}"/>
              </a:ext>
            </a:extLst>
          </p:cNvPr>
          <p:cNvSpPr/>
          <p:nvPr/>
        </p:nvSpPr>
        <p:spPr>
          <a:xfrm>
            <a:off x="7493000" y="4914900"/>
            <a:ext cx="25400" cy="228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2BCB5C46-0F3F-448C-B685-4FDA39118706}"/>
              </a:ext>
            </a:extLst>
          </p:cNvPr>
          <p:cNvSpPr/>
          <p:nvPr/>
        </p:nvSpPr>
        <p:spPr>
          <a:xfrm>
            <a:off x="7493000" y="5143500"/>
            <a:ext cx="393700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80611A73-216F-4450-8DF2-557EE717ECA2}"/>
              </a:ext>
            </a:extLst>
          </p:cNvPr>
          <p:cNvSpPr/>
          <p:nvPr/>
        </p:nvSpPr>
        <p:spPr>
          <a:xfrm>
            <a:off x="6858000" y="5842000"/>
            <a:ext cx="6985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5CFE26C6-EC63-4FB6-900C-841ECC618958}"/>
              </a:ext>
            </a:extLst>
          </p:cNvPr>
          <p:cNvSpPr/>
          <p:nvPr/>
        </p:nvSpPr>
        <p:spPr>
          <a:xfrm>
            <a:off x="7556500" y="5613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D0135762-4500-48CD-A092-82D3F311429D}"/>
              </a:ext>
            </a:extLst>
          </p:cNvPr>
          <p:cNvSpPr/>
          <p:nvPr/>
        </p:nvSpPr>
        <p:spPr>
          <a:xfrm>
            <a:off x="7556500" y="5613400"/>
            <a:ext cx="254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EB4F26F1-284F-455B-86A6-3DD73A4DB96C}"/>
              </a:ext>
            </a:extLst>
          </p:cNvPr>
          <p:cNvSpPr/>
          <p:nvPr/>
        </p:nvSpPr>
        <p:spPr>
          <a:xfrm>
            <a:off x="7810500" y="5613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7C7628BC-7A34-4254-B9E2-AD15BC925FDF}"/>
              </a:ext>
            </a:extLst>
          </p:cNvPr>
          <p:cNvSpPr/>
          <p:nvPr/>
        </p:nvSpPr>
        <p:spPr>
          <a:xfrm>
            <a:off x="7810500" y="58420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0AF357D2-2B5A-4600-A1C4-EE7672B70436}"/>
              </a:ext>
            </a:extLst>
          </p:cNvPr>
          <p:cNvSpPr/>
          <p:nvPr/>
        </p:nvSpPr>
        <p:spPr>
          <a:xfrm>
            <a:off x="8001000" y="5613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10A008B7-689E-4480-8CBA-791F8896BE0D}"/>
              </a:ext>
            </a:extLst>
          </p:cNvPr>
          <p:cNvSpPr/>
          <p:nvPr/>
        </p:nvSpPr>
        <p:spPr>
          <a:xfrm>
            <a:off x="8001000" y="5613400"/>
            <a:ext cx="1905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5A90F4DA-EFBB-4451-A47D-2AE2A32BE878}"/>
              </a:ext>
            </a:extLst>
          </p:cNvPr>
          <p:cNvSpPr/>
          <p:nvPr/>
        </p:nvSpPr>
        <p:spPr>
          <a:xfrm>
            <a:off x="8191500" y="5613400"/>
            <a:ext cx="25400" cy="228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1B5D7EA2-FE1B-4A9A-AC13-80664DFAAF75}"/>
              </a:ext>
            </a:extLst>
          </p:cNvPr>
          <p:cNvSpPr/>
          <p:nvPr/>
        </p:nvSpPr>
        <p:spPr>
          <a:xfrm>
            <a:off x="8191500" y="5842000"/>
            <a:ext cx="38100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B96B9041-3A4F-456A-B22E-DBBE4774A12B}"/>
              </a:ext>
            </a:extLst>
          </p:cNvPr>
          <p:cNvSpPr/>
          <p:nvPr/>
        </p:nvSpPr>
        <p:spPr>
          <a:xfrm>
            <a:off x="8572500" y="5842000"/>
            <a:ext cx="28575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08AEC324-0663-4846-BA86-84BCC53AFB05}"/>
              </a:ext>
            </a:extLst>
          </p:cNvPr>
          <p:cNvSpPr txBox="1"/>
          <p:nvPr/>
        </p:nvSpPr>
        <p:spPr>
          <a:xfrm>
            <a:off x="7327900" y="53340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" b="1">
                <a:solidFill>
                  <a:srgbClr val="00D4AA"/>
                </a:solidFill>
                <a:latin typeface="Consolas"/>
              </a:rPr>
              <a:t>MSB ↓</a:t>
            </a:r>
          </a:p>
        </p:txBody>
      </p:sp>
    </p:spTree>
    <p:extLst>
      <p:ext uri="{BB962C8B-B14F-4D97-AF65-F5344CB8AC3E}">
        <p14:creationId xmlns:p14="http://schemas.microsoft.com/office/powerpoint/2010/main" val="4145255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9D53032-AFAD-400F-AFC1-D9AB92FF93EA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9AEB31A-1CB0-4605-B5D5-5DAD420AC43F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I²S na ESP32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89CCA24-C103-4DAA-93AD-9AE69421EA98}"/>
              </a:ext>
            </a:extLst>
          </p:cNvPr>
          <p:cNvSpPr txBox="1"/>
          <p:nvPr/>
        </p:nvSpPr>
        <p:spPr>
          <a:xfrm>
            <a:off x="508000" y="9271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Dois controladores I²S independentes · suportam ADC/DAC interno · DMA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6EE03F95-9E13-44F7-888E-5A54B55D0D30}"/>
              </a:ext>
            </a:extLst>
          </p:cNvPr>
          <p:cNvSpPr/>
          <p:nvPr/>
        </p:nvSpPr>
        <p:spPr>
          <a:xfrm>
            <a:off x="508000" y="1460500"/>
            <a:ext cx="54610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C5F1834-E1DD-4423-809C-C188437814DC}"/>
              </a:ext>
            </a:extLst>
          </p:cNvPr>
          <p:cNvSpPr/>
          <p:nvPr/>
        </p:nvSpPr>
        <p:spPr>
          <a:xfrm>
            <a:off x="508000" y="1460500"/>
            <a:ext cx="76200" cy="22225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2C3DD51-440E-4CB3-A14B-F1F72642F7A8}"/>
              </a:ext>
            </a:extLst>
          </p:cNvPr>
          <p:cNvSpPr txBox="1"/>
          <p:nvPr/>
        </p:nvSpPr>
        <p:spPr>
          <a:xfrm>
            <a:off x="787400" y="1651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B45309"/>
                </a:solidFill>
                <a:latin typeface="Inter"/>
              </a:rPr>
              <a:t>I²S0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46EF85A-ADCE-4393-9D1B-08D3C822D08C}"/>
              </a:ext>
            </a:extLst>
          </p:cNvPr>
          <p:cNvSpPr txBox="1"/>
          <p:nvPr/>
        </p:nvSpPr>
        <p:spPr>
          <a:xfrm>
            <a:off x="787400" y="21336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400">
                <a:solidFill>
                  <a:srgbClr val="4A5568"/>
                </a:solidFill>
                <a:latin typeface="Inter"/>
              </a:rPr>
              <a:t>DAC interno · 8 bits via GPIO 25/26</a:t>
            </a:r>
            <a:endParaRPr lang="pt-BR" sz="1400">
              <a:solidFill>
                <a:srgbClr val="4A5568"/>
              </a:solidFill>
              <a:latin typeface="Inter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E80307D3-9715-4385-B016-A15FF8C7D4C7}"/>
              </a:ext>
            </a:extLst>
          </p:cNvPr>
          <p:cNvSpPr/>
          <p:nvPr/>
        </p:nvSpPr>
        <p:spPr>
          <a:xfrm>
            <a:off x="787400" y="2730500"/>
            <a:ext cx="1143000" cy="4064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BCLK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AD7D9B0-89E7-4019-BCEB-E65F598A667C}"/>
              </a:ext>
            </a:extLst>
          </p:cNvPr>
          <p:cNvSpPr txBox="1"/>
          <p:nvPr/>
        </p:nvSpPr>
        <p:spPr>
          <a:xfrm>
            <a:off x="787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26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B46DB0B0-321D-4951-AAB5-6468417A2906}"/>
              </a:ext>
            </a:extLst>
          </p:cNvPr>
          <p:cNvSpPr/>
          <p:nvPr/>
        </p:nvSpPr>
        <p:spPr>
          <a:xfrm>
            <a:off x="2057400" y="2730500"/>
            <a:ext cx="1143000" cy="4064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WS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2B13EEB-F4C0-4384-B593-B5A4E6A7C195}"/>
              </a:ext>
            </a:extLst>
          </p:cNvPr>
          <p:cNvSpPr txBox="1"/>
          <p:nvPr/>
        </p:nvSpPr>
        <p:spPr>
          <a:xfrm>
            <a:off x="2057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25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5C286629-5DE3-44F6-A9AA-64E422D86CCD}"/>
              </a:ext>
            </a:extLst>
          </p:cNvPr>
          <p:cNvSpPr/>
          <p:nvPr/>
        </p:nvSpPr>
        <p:spPr>
          <a:xfrm>
            <a:off x="3327400" y="2730500"/>
            <a:ext cx="1143000" cy="4064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DOUT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3F357DC-1B30-4CA4-A378-AF1CE58A9221}"/>
              </a:ext>
            </a:extLst>
          </p:cNvPr>
          <p:cNvSpPr txBox="1"/>
          <p:nvPr/>
        </p:nvSpPr>
        <p:spPr>
          <a:xfrm>
            <a:off x="3327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22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20AB568F-D667-4730-9A0D-BCB098265442}"/>
              </a:ext>
            </a:extLst>
          </p:cNvPr>
          <p:cNvSpPr/>
          <p:nvPr/>
        </p:nvSpPr>
        <p:spPr>
          <a:xfrm>
            <a:off x="4597400" y="2730500"/>
            <a:ext cx="1143000" cy="4064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DIN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6A6CEB04-D4F5-4A97-8860-47CF5DBD0A70}"/>
              </a:ext>
            </a:extLst>
          </p:cNvPr>
          <p:cNvSpPr txBox="1"/>
          <p:nvPr/>
        </p:nvSpPr>
        <p:spPr>
          <a:xfrm>
            <a:off x="4597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21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DEA1227-F86E-4899-9DE8-83ED313F466D}"/>
              </a:ext>
            </a:extLst>
          </p:cNvPr>
          <p:cNvSpPr/>
          <p:nvPr/>
        </p:nvSpPr>
        <p:spPr>
          <a:xfrm>
            <a:off x="6223000" y="1460500"/>
            <a:ext cx="5461000" cy="2222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46B61CD0-FE3A-4958-B697-4C65A6CEF39B}"/>
              </a:ext>
            </a:extLst>
          </p:cNvPr>
          <p:cNvSpPr/>
          <p:nvPr/>
        </p:nvSpPr>
        <p:spPr>
          <a:xfrm>
            <a:off x="6223000" y="1460500"/>
            <a:ext cx="76200" cy="22225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E736A02D-3E54-4D24-8114-58BFD9E498BF}"/>
              </a:ext>
            </a:extLst>
          </p:cNvPr>
          <p:cNvSpPr txBox="1"/>
          <p:nvPr/>
        </p:nvSpPr>
        <p:spPr>
          <a:xfrm>
            <a:off x="6502400" y="16510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9F7AEA"/>
                </a:solidFill>
                <a:latin typeface="Inter"/>
              </a:rPr>
              <a:t>I²S1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5DEDC83-054D-4C03-A479-844A17265D1C}"/>
              </a:ext>
            </a:extLst>
          </p:cNvPr>
          <p:cNvSpPr txBox="1"/>
          <p:nvPr/>
        </p:nvSpPr>
        <p:spPr>
          <a:xfrm>
            <a:off x="6502400" y="21336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4A5568"/>
                </a:solidFill>
                <a:latin typeface="Inter"/>
              </a:rPr>
              <a:t>Apenas externo · qualquer GPIO via Matrix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AC002F3C-2F06-4052-8038-F6E1499C68C8}"/>
              </a:ext>
            </a:extLst>
          </p:cNvPr>
          <p:cNvSpPr/>
          <p:nvPr/>
        </p:nvSpPr>
        <p:spPr>
          <a:xfrm>
            <a:off x="6502400" y="2730500"/>
            <a:ext cx="1143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BCLK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D1B3D4FD-C049-4BDB-97D9-EBFB107C6F83}"/>
              </a:ext>
            </a:extLst>
          </p:cNvPr>
          <p:cNvSpPr txBox="1"/>
          <p:nvPr/>
        </p:nvSpPr>
        <p:spPr>
          <a:xfrm>
            <a:off x="6502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27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57CD1AC6-EC7D-420E-807B-29A34B2C1283}"/>
              </a:ext>
            </a:extLst>
          </p:cNvPr>
          <p:cNvSpPr/>
          <p:nvPr/>
        </p:nvSpPr>
        <p:spPr>
          <a:xfrm>
            <a:off x="7772400" y="2730500"/>
            <a:ext cx="1143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WS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DF1F542C-D8A3-42D0-AC69-2E8065663819}"/>
              </a:ext>
            </a:extLst>
          </p:cNvPr>
          <p:cNvSpPr txBox="1"/>
          <p:nvPr/>
        </p:nvSpPr>
        <p:spPr>
          <a:xfrm>
            <a:off x="7772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26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7C5490F1-85F0-457A-81B0-61957DD6ACA5}"/>
              </a:ext>
            </a:extLst>
          </p:cNvPr>
          <p:cNvSpPr/>
          <p:nvPr/>
        </p:nvSpPr>
        <p:spPr>
          <a:xfrm>
            <a:off x="9042400" y="2730500"/>
            <a:ext cx="1143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DOUT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2536D935-59E8-424B-89EB-71A0D005D55F}"/>
              </a:ext>
            </a:extLst>
          </p:cNvPr>
          <p:cNvSpPr txBox="1"/>
          <p:nvPr/>
        </p:nvSpPr>
        <p:spPr>
          <a:xfrm>
            <a:off x="9042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25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A8EF5B79-2875-4CC1-856C-5693CF6F6251}"/>
              </a:ext>
            </a:extLst>
          </p:cNvPr>
          <p:cNvSpPr/>
          <p:nvPr/>
        </p:nvSpPr>
        <p:spPr>
          <a:xfrm>
            <a:off x="10312400" y="2730500"/>
            <a:ext cx="1143000" cy="4064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DIN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0A81AC48-2B3C-4836-80E5-7B7F9D20FADD}"/>
              </a:ext>
            </a:extLst>
          </p:cNvPr>
          <p:cNvSpPr txBox="1"/>
          <p:nvPr/>
        </p:nvSpPr>
        <p:spPr>
          <a:xfrm>
            <a:off x="10312400" y="31877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A1A2E"/>
                </a:solidFill>
                <a:latin typeface="Consolas"/>
              </a:rPr>
              <a:t>GPIO 23</a:t>
            </a:r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CB30442C-BFCC-49DA-B973-50EF114EE30B}"/>
              </a:ext>
            </a:extLst>
          </p:cNvPr>
          <p:cNvSpPr/>
          <p:nvPr/>
        </p:nvSpPr>
        <p:spPr>
          <a:xfrm>
            <a:off x="508000" y="3937000"/>
            <a:ext cx="5397500" cy="1206500"/>
          </a:xfrm>
          <a:prstGeom prst="roundRect">
            <a:avLst/>
          </a:prstGeom>
          <a:solidFill>
            <a:srgbClr val="FFFBEB"/>
          </a:solidFill>
          <a:ln w="12700" cap="flat" cmpd="sng" algn="ctr">
            <a:solidFill>
              <a:srgbClr val="FCD3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7F5EC084-7D7E-47EC-BBFE-1AB5838228EB}"/>
              </a:ext>
            </a:extLst>
          </p:cNvPr>
          <p:cNvSpPr txBox="1"/>
          <p:nvPr/>
        </p:nvSpPr>
        <p:spPr>
          <a:xfrm>
            <a:off x="698500" y="4165600"/>
            <a:ext cx="762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800"/>
              <a:t>🔊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415C00D-1068-4D68-AB63-16330F02E26E}"/>
              </a:ext>
            </a:extLst>
          </p:cNvPr>
          <p:cNvSpPr txBox="1"/>
          <p:nvPr/>
        </p:nvSpPr>
        <p:spPr>
          <a:xfrm>
            <a:off x="1587500" y="41402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DAC interno (I²S0)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C281348-37AE-4522-A0BF-C3B07C4FB243}"/>
              </a:ext>
            </a:extLst>
          </p:cNvPr>
          <p:cNvSpPr txBox="1"/>
          <p:nvPr/>
        </p:nvSpPr>
        <p:spPr>
          <a:xfrm>
            <a:off x="1587500" y="4521200"/>
            <a:ext cx="4064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Reproduz som direto pelos GPIO 25/26 · 8-bit</a:t>
            </a:r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B52B11CA-1AF7-428C-AA83-71DFB23FE5D2}"/>
              </a:ext>
            </a:extLst>
          </p:cNvPr>
          <p:cNvSpPr/>
          <p:nvPr/>
        </p:nvSpPr>
        <p:spPr>
          <a:xfrm>
            <a:off x="6159500" y="3937000"/>
            <a:ext cx="5397500" cy="1206500"/>
          </a:xfrm>
          <a:prstGeom prst="roundRect">
            <a:avLst/>
          </a:prstGeom>
          <a:solidFill>
            <a:srgbClr val="FFFBEB"/>
          </a:solidFill>
          <a:ln w="12700" cap="flat" cmpd="sng" algn="ctr">
            <a:solidFill>
              <a:srgbClr val="FCD3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FAD998D3-CEB4-4C21-A279-E6618BF3A8A4}"/>
              </a:ext>
            </a:extLst>
          </p:cNvPr>
          <p:cNvSpPr txBox="1"/>
          <p:nvPr/>
        </p:nvSpPr>
        <p:spPr>
          <a:xfrm>
            <a:off x="6350000" y="4165600"/>
            <a:ext cx="762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800"/>
              <a:t>🎤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BDA87AD0-1DC8-455F-AB43-364464A76EBB}"/>
              </a:ext>
            </a:extLst>
          </p:cNvPr>
          <p:cNvSpPr txBox="1"/>
          <p:nvPr/>
        </p:nvSpPr>
        <p:spPr>
          <a:xfrm>
            <a:off x="7239000" y="41402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ADC via I²S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A9943C1E-900F-4C09-950F-C71BF9DB23DB}"/>
              </a:ext>
            </a:extLst>
          </p:cNvPr>
          <p:cNvSpPr txBox="1"/>
          <p:nvPr/>
        </p:nvSpPr>
        <p:spPr>
          <a:xfrm>
            <a:off x="7239000" y="4521200"/>
            <a:ext cx="4064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Lê mics analógicos com sample rate alto</a:t>
            </a:r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FCBD81D4-E37C-4526-8BFF-DC04E2F302B3}"/>
              </a:ext>
            </a:extLst>
          </p:cNvPr>
          <p:cNvSpPr/>
          <p:nvPr/>
        </p:nvSpPr>
        <p:spPr>
          <a:xfrm>
            <a:off x="508000" y="5334000"/>
            <a:ext cx="5397500" cy="1206500"/>
          </a:xfrm>
          <a:prstGeom prst="roundRect">
            <a:avLst/>
          </a:prstGeom>
          <a:solidFill>
            <a:srgbClr val="FFFBEB"/>
          </a:solidFill>
          <a:ln w="12700" cap="flat" cmpd="sng" algn="ctr">
            <a:solidFill>
              <a:srgbClr val="FCD3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3729FEB2-6092-406C-88EC-90A3A49F5D22}"/>
              </a:ext>
            </a:extLst>
          </p:cNvPr>
          <p:cNvSpPr txBox="1"/>
          <p:nvPr/>
        </p:nvSpPr>
        <p:spPr>
          <a:xfrm>
            <a:off x="698500" y="5562600"/>
            <a:ext cx="762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800"/>
              <a:t>⚡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D02350D2-5526-4F04-8DD5-A6A050BA2EE2}"/>
              </a:ext>
            </a:extLst>
          </p:cNvPr>
          <p:cNvSpPr txBox="1"/>
          <p:nvPr/>
        </p:nvSpPr>
        <p:spPr>
          <a:xfrm>
            <a:off x="1587500" y="55372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DMA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017C72AD-DF4F-4450-AFE5-096CE6EA89BC}"/>
              </a:ext>
            </a:extLst>
          </p:cNvPr>
          <p:cNvSpPr txBox="1"/>
          <p:nvPr/>
        </p:nvSpPr>
        <p:spPr>
          <a:xfrm>
            <a:off x="1587500" y="5918200"/>
            <a:ext cx="4064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Transfere blocos sem ocupar CPU</a:t>
            </a:r>
          </a:p>
        </p:txBody>
      </p: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926866C0-F827-4950-B999-67489309C969}"/>
              </a:ext>
            </a:extLst>
          </p:cNvPr>
          <p:cNvSpPr/>
          <p:nvPr/>
        </p:nvSpPr>
        <p:spPr>
          <a:xfrm>
            <a:off x="6159500" y="5334000"/>
            <a:ext cx="5397500" cy="1206500"/>
          </a:xfrm>
          <a:prstGeom prst="roundRect">
            <a:avLst/>
          </a:prstGeom>
          <a:solidFill>
            <a:srgbClr val="FFFBEB"/>
          </a:solidFill>
          <a:ln w="12700" cap="flat" cmpd="sng" algn="ctr">
            <a:solidFill>
              <a:srgbClr val="FCD3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DB8BDABC-1C0D-4BE6-B0D6-05EE8FB1FE93}"/>
              </a:ext>
            </a:extLst>
          </p:cNvPr>
          <p:cNvSpPr txBox="1"/>
          <p:nvPr/>
        </p:nvSpPr>
        <p:spPr>
          <a:xfrm>
            <a:off x="6350000" y="5562600"/>
            <a:ext cx="762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800"/>
              <a:t>🎼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122920EC-4AFF-47FD-9463-F103F34788FB}"/>
              </a:ext>
            </a:extLst>
          </p:cNvPr>
          <p:cNvSpPr txBox="1"/>
          <p:nvPr/>
        </p:nvSpPr>
        <p:spPr>
          <a:xfrm>
            <a:off x="7239000" y="55372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MCLK opcional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210A14CF-1F9E-4A6C-9FE5-1BBF78D38D45}"/>
              </a:ext>
            </a:extLst>
          </p:cNvPr>
          <p:cNvSpPr txBox="1"/>
          <p:nvPr/>
        </p:nvSpPr>
        <p:spPr>
          <a:xfrm>
            <a:off x="7239000" y="5918200"/>
            <a:ext cx="4064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8350F"/>
                </a:solidFill>
                <a:latin typeface="Inter"/>
              </a:rPr>
              <a:t>Para codecs externos (GPIO 0/1/3)</a:t>
            </a:r>
          </a:p>
        </p:txBody>
      </p:sp>
    </p:spTree>
    <p:extLst>
      <p:ext uri="{BB962C8B-B14F-4D97-AF65-F5344CB8AC3E}">
        <p14:creationId xmlns:p14="http://schemas.microsoft.com/office/powerpoint/2010/main" val="11782377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A7CACFD-4ABD-4A09-B0F7-675F6B530D35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7C357C6-0DDF-44F6-AE2E-14DB016A7894}"/>
              </a:ext>
            </a:extLst>
          </p:cNvPr>
          <p:cNvSpPr txBox="1"/>
          <p:nvPr/>
        </p:nvSpPr>
        <p:spPr>
          <a:xfrm>
            <a:off x="508000" y="152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B45309"/>
                </a:solidFill>
                <a:latin typeface="Inter"/>
              </a:rPr>
              <a:t>HANDS-ON  ·  I²S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21A5241-0281-48D9-A35A-7C779B27B2DD}"/>
              </a:ext>
            </a:extLst>
          </p:cNvPr>
          <p:cNvSpPr txBox="1"/>
          <p:nvPr/>
        </p:nvSpPr>
        <p:spPr>
          <a:xfrm>
            <a:off x="508000" y="444500"/>
            <a:ext cx="11176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MAX98357A — tocar tom senoidal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1E0C22D-008C-4F02-9D6E-D123397C003D}"/>
              </a:ext>
            </a:extLst>
          </p:cNvPr>
          <p:cNvSpPr/>
          <p:nvPr/>
        </p:nvSpPr>
        <p:spPr>
          <a:xfrm>
            <a:off x="381000" y="1206500"/>
            <a:ext cx="6731000" cy="5207000"/>
          </a:xfrm>
          <a:prstGeom prst="round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grpSp>
        <p:nvGrpSpPr>
          <p:cNvPr id="91" name="Agrupar 90" descr="{Arduino}">
            <a:extLst>
              <a:ext uri="{FF2B5EF4-FFF2-40B4-BE49-F238E27FC236}">
                <a16:creationId xmlns:a16="http://schemas.microsoft.com/office/drawing/2014/main" id="{C4494642-42FA-B862-2206-38D270BF5E2D}"/>
              </a:ext>
            </a:extLst>
          </p:cNvPr>
          <p:cNvGrpSpPr/>
          <p:nvPr/>
        </p:nvGrpSpPr>
        <p:grpSpPr>
          <a:xfrm>
            <a:off x="609600" y="1263650"/>
            <a:ext cx="6350000" cy="5022850"/>
            <a:chOff x="609600" y="1263650"/>
            <a:chExt cx="6350000" cy="5022850"/>
          </a:xfrm>
        </p:grpSpPr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09802D9D-C6BC-4255-9B30-D4D14A5BEBD3}"/>
                </a:ext>
              </a:extLst>
            </p:cNvPr>
            <p:cNvSpPr/>
            <p:nvPr/>
          </p:nvSpPr>
          <p:spPr>
            <a:xfrm>
              <a:off x="1117600" y="1327150"/>
              <a:ext cx="139700" cy="139700"/>
            </a:xfrm>
            <a:prstGeom prst="ellipse">
              <a:avLst/>
            </a:prstGeom>
            <a:solidFill>
              <a:srgbClr val="FF5F56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16AB88B4-2D7A-4D3D-8CF1-37B91C9F9469}"/>
                </a:ext>
              </a:extLst>
            </p:cNvPr>
            <p:cNvSpPr/>
            <p:nvPr/>
          </p:nvSpPr>
          <p:spPr>
            <a:xfrm>
              <a:off x="1346200" y="1327150"/>
              <a:ext cx="139700" cy="139700"/>
            </a:xfrm>
            <a:prstGeom prst="ellipse">
              <a:avLst/>
            </a:prstGeom>
            <a:solidFill>
              <a:srgbClr val="FFBD2E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8BE94E2D-2F72-4DC2-A1EB-DB8A76CD266B}"/>
                </a:ext>
              </a:extLst>
            </p:cNvPr>
            <p:cNvSpPr/>
            <p:nvPr/>
          </p:nvSpPr>
          <p:spPr>
            <a:xfrm>
              <a:off x="1574800" y="1327150"/>
              <a:ext cx="139700" cy="139700"/>
            </a:xfrm>
            <a:prstGeom prst="ellipse">
              <a:avLst/>
            </a:prstGeom>
            <a:solidFill>
              <a:srgbClr val="27C93F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/>
            </a:p>
          </p:txBody>
        </p:sp>
        <p:sp>
          <p:nvSpPr>
            <p:cNvPr id="9" name="Retângulo: Cantos Arredondados 8">
              <a:extLst>
                <a:ext uri="{FF2B5EF4-FFF2-40B4-BE49-F238E27FC236}">
                  <a16:creationId xmlns:a16="http://schemas.microsoft.com/office/drawing/2014/main" id="{07F2DE66-D45B-4999-92B0-AC8D90700D20}"/>
                </a:ext>
              </a:extLst>
            </p:cNvPr>
            <p:cNvSpPr/>
            <p:nvPr/>
          </p:nvSpPr>
          <p:spPr>
            <a:xfrm>
              <a:off x="3048000" y="1263650"/>
              <a:ext cx="2540000" cy="279400"/>
            </a:xfrm>
            <a:prstGeom prst="roundRect">
              <a:avLst/>
            </a:prstGeom>
            <a:solidFill>
              <a:srgbClr val="0F172A"/>
            </a:solidFill>
            <a:ln w="1905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ctr" anchorCtr="0">
              <a:noAutofit/>
            </a:bodyPr>
            <a:lstStyle/>
            <a:p>
              <a:pPr algn="l"/>
              <a:r>
                <a:rPr lang="pt-BR" sz="1200">
                  <a:solidFill>
                    <a:srgbClr val="94A3B8"/>
                  </a:solidFill>
                  <a:latin typeface="Consolas"/>
                </a:rPr>
                <a:t>i2s_tone.ino</a:t>
              </a:r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DF9C8D71-56D7-403A-87AE-2C61B5F18C19}"/>
                </a:ext>
              </a:extLst>
            </p:cNvPr>
            <p:cNvSpPr txBox="1"/>
            <p:nvPr/>
          </p:nvSpPr>
          <p:spPr>
            <a:xfrm>
              <a:off x="609600" y="1778000"/>
              <a:ext cx="6350000" cy="45085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pt-BR" sz="1100">
                  <a:solidFill>
                    <a:srgbClr val="E2E8F0"/>
                  </a:solidFill>
                  <a:latin typeface="Consolas"/>
                </a:rPr>
                <a:t>#include &lt;driver/i2s.h&gt;
#define I2S_BCLK  26
#define I2S_LRC   25
#define I2S_DOUT  22
void setup() {
  i2s_config_t cfg = {
    .mode = I2S_MODE_MASTER | I2S_MODE_TX,
    .sample_rate = 44100,
    .bits_per_sample = I2S_BITS_PER_SAMPLE_16BIT,
    .channel_format = I2S_CHANNEL_FMT_RIGHT_LEFT,
    .communication_format = I2S_COMM_FORMAT_STAND_I2S,
    .dma_buf_count = 8, .dma_buf_len = 256
  };
  i2s_pin_config_t pins = {
    .bck_io_num = I2S_BCLK,
    .ws_io_num  = I2S_LRC,
    .data_out_num = I2S_DOUT
  };
  i2s_driver_install(I2S_NUM_0, &amp;cfg, 0, NULL);
  i2s_set_pin(I2S_NUM_0, &amp;pins);
}
void loop() {
  int16_t s = 12000 * sin(2*PI*440*t);
  i2s_write(I2S_NUM_0, &amp;s, 2, &amp;bw, 100);
}</a:t>
              </a:r>
            </a:p>
          </p:txBody>
        </p:sp>
      </p:grp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3C92779-9A3D-4B36-8BDD-8A57241FE4A2}"/>
              </a:ext>
            </a:extLst>
          </p:cNvPr>
          <p:cNvSpPr/>
          <p:nvPr/>
        </p:nvSpPr>
        <p:spPr>
          <a:xfrm>
            <a:off x="7366000" y="1206500"/>
            <a:ext cx="4445000" cy="520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12BAA7E-A70C-4147-8042-C0E2BA5F2074}"/>
              </a:ext>
            </a:extLst>
          </p:cNvPr>
          <p:cNvSpPr txBox="1"/>
          <p:nvPr/>
        </p:nvSpPr>
        <p:spPr>
          <a:xfrm>
            <a:off x="7620000" y="1397000"/>
            <a:ext cx="4064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Pinagem ESP32 ↔ MAX98357A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846406F-916C-482A-9FEE-C9053489B5A1}"/>
              </a:ext>
            </a:extLst>
          </p:cNvPr>
          <p:cNvSpPr txBox="1"/>
          <p:nvPr/>
        </p:nvSpPr>
        <p:spPr>
          <a:xfrm>
            <a:off x="7620000" y="1841500"/>
            <a:ext cx="1333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Consolas"/>
              </a:rPr>
              <a:t>GPIO 26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A7476B4-C095-4A99-AE45-7B4BB9131A6F}"/>
              </a:ext>
            </a:extLst>
          </p:cNvPr>
          <p:cNvSpPr txBox="1"/>
          <p:nvPr/>
        </p:nvSpPr>
        <p:spPr>
          <a:xfrm>
            <a:off x="9017000" y="1841500"/>
            <a:ext cx="38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33B38B65-419D-435E-B04F-60F20AD74981}"/>
              </a:ext>
            </a:extLst>
          </p:cNvPr>
          <p:cNvSpPr/>
          <p:nvPr/>
        </p:nvSpPr>
        <p:spPr>
          <a:xfrm>
            <a:off x="9461500" y="1841500"/>
            <a:ext cx="2032000" cy="3302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BCLK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82BA236-F507-484C-AA31-E446526E4693}"/>
              </a:ext>
            </a:extLst>
          </p:cNvPr>
          <p:cNvSpPr txBox="1"/>
          <p:nvPr/>
        </p:nvSpPr>
        <p:spPr>
          <a:xfrm>
            <a:off x="7620000" y="2247900"/>
            <a:ext cx="1333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Consolas"/>
              </a:rPr>
              <a:t>GPIO 25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2155619-9324-4D94-BC64-84299610F7FE}"/>
              </a:ext>
            </a:extLst>
          </p:cNvPr>
          <p:cNvSpPr txBox="1"/>
          <p:nvPr/>
        </p:nvSpPr>
        <p:spPr>
          <a:xfrm>
            <a:off x="9017000" y="2247900"/>
            <a:ext cx="38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99784A0-B9ED-442E-9C5C-30E3CB3E070A}"/>
              </a:ext>
            </a:extLst>
          </p:cNvPr>
          <p:cNvSpPr/>
          <p:nvPr/>
        </p:nvSpPr>
        <p:spPr>
          <a:xfrm>
            <a:off x="9461500" y="2247900"/>
            <a:ext cx="2032000" cy="3302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LRC (WS)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04B8FF-B5BC-4F52-AD65-A07E80AA8D44}"/>
              </a:ext>
            </a:extLst>
          </p:cNvPr>
          <p:cNvSpPr txBox="1"/>
          <p:nvPr/>
        </p:nvSpPr>
        <p:spPr>
          <a:xfrm>
            <a:off x="7620000" y="2654300"/>
            <a:ext cx="1333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Consolas"/>
              </a:rPr>
              <a:t>GPIO 22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24AD808-EC74-4E5C-B102-2DF967554039}"/>
              </a:ext>
            </a:extLst>
          </p:cNvPr>
          <p:cNvSpPr txBox="1"/>
          <p:nvPr/>
        </p:nvSpPr>
        <p:spPr>
          <a:xfrm>
            <a:off x="9017000" y="2654300"/>
            <a:ext cx="38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A012A975-4BFC-4963-9B9D-B69D02D53C11}"/>
              </a:ext>
            </a:extLst>
          </p:cNvPr>
          <p:cNvSpPr/>
          <p:nvPr/>
        </p:nvSpPr>
        <p:spPr>
          <a:xfrm>
            <a:off x="9461500" y="2654300"/>
            <a:ext cx="2032000" cy="3302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DIN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492BBEE-34D2-405F-91D8-CECE8613202A}"/>
              </a:ext>
            </a:extLst>
          </p:cNvPr>
          <p:cNvSpPr txBox="1"/>
          <p:nvPr/>
        </p:nvSpPr>
        <p:spPr>
          <a:xfrm>
            <a:off x="7620000" y="3060700"/>
            <a:ext cx="1333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Consolas"/>
              </a:rPr>
              <a:t>3.3V / 5V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693206BB-1A9D-4B03-A639-B825697E18EE}"/>
              </a:ext>
            </a:extLst>
          </p:cNvPr>
          <p:cNvSpPr txBox="1"/>
          <p:nvPr/>
        </p:nvSpPr>
        <p:spPr>
          <a:xfrm>
            <a:off x="9017000" y="3060700"/>
            <a:ext cx="38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37D498E-CDA2-42B7-A59B-22F5F10476A7}"/>
              </a:ext>
            </a:extLst>
          </p:cNvPr>
          <p:cNvSpPr/>
          <p:nvPr/>
        </p:nvSpPr>
        <p:spPr>
          <a:xfrm>
            <a:off x="9461500" y="3060700"/>
            <a:ext cx="2032000" cy="330200"/>
          </a:xfrm>
          <a:prstGeom prst="round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VIN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25591F41-A756-4737-AD31-63554699773D}"/>
              </a:ext>
            </a:extLst>
          </p:cNvPr>
          <p:cNvSpPr txBox="1"/>
          <p:nvPr/>
        </p:nvSpPr>
        <p:spPr>
          <a:xfrm>
            <a:off x="7620000" y="3467100"/>
            <a:ext cx="1333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Consolas"/>
              </a:rPr>
              <a:t>GND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3B4366B-64C9-4262-A426-9E1F71A6EC22}"/>
              </a:ext>
            </a:extLst>
          </p:cNvPr>
          <p:cNvSpPr txBox="1"/>
          <p:nvPr/>
        </p:nvSpPr>
        <p:spPr>
          <a:xfrm>
            <a:off x="9017000" y="3467100"/>
            <a:ext cx="38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F835187B-8BD5-4D4B-9CE8-02BCB753E5BA}"/>
              </a:ext>
            </a:extLst>
          </p:cNvPr>
          <p:cNvSpPr/>
          <p:nvPr/>
        </p:nvSpPr>
        <p:spPr>
          <a:xfrm>
            <a:off x="9461500" y="3467100"/>
            <a:ext cx="2032000" cy="330200"/>
          </a:xfrm>
          <a:prstGeom prst="round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GND</a:t>
            </a: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8D3934B1-DEB5-44B8-9A45-4041CC9C4873}"/>
              </a:ext>
            </a:extLst>
          </p:cNvPr>
          <p:cNvSpPr/>
          <p:nvPr/>
        </p:nvSpPr>
        <p:spPr>
          <a:xfrm>
            <a:off x="7620000" y="4064000"/>
            <a:ext cx="4064000" cy="2095500"/>
          </a:xfrm>
          <a:prstGeom prst="round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D548B4D9-D6A8-4B2A-9E7B-AE53E413960D}"/>
              </a:ext>
            </a:extLst>
          </p:cNvPr>
          <p:cNvSpPr txBox="1"/>
          <p:nvPr/>
        </p:nvSpPr>
        <p:spPr>
          <a:xfrm>
            <a:off x="7810500" y="4216400"/>
            <a:ext cx="3746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FFD93D"/>
                </a:solidFill>
                <a:latin typeface="Inter"/>
              </a:rPr>
              <a:t>440 Hz (tom A4)</a:t>
            </a: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F0621BBD-F645-4068-B4DB-8DCE33218543}"/>
              </a:ext>
            </a:extLst>
          </p:cNvPr>
          <p:cNvSpPr/>
          <p:nvPr/>
        </p:nvSpPr>
        <p:spPr>
          <a:xfrm>
            <a:off x="7874000" y="525780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FA78F12A-F1D8-4489-AC71-34519911DA63}"/>
              </a:ext>
            </a:extLst>
          </p:cNvPr>
          <p:cNvSpPr/>
          <p:nvPr/>
        </p:nvSpPr>
        <p:spPr>
          <a:xfrm>
            <a:off x="7933266" y="5350216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FD438377-29A0-4C75-8160-79D3D373F9E7}"/>
              </a:ext>
            </a:extLst>
          </p:cNvPr>
          <p:cNvSpPr/>
          <p:nvPr/>
        </p:nvSpPr>
        <p:spPr>
          <a:xfrm>
            <a:off x="7992533" y="543859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8E7B69F6-8BA7-44EA-A9D9-25EBC8078C67}"/>
              </a:ext>
            </a:extLst>
          </p:cNvPr>
          <p:cNvSpPr/>
          <p:nvPr/>
        </p:nvSpPr>
        <p:spPr>
          <a:xfrm>
            <a:off x="8051800" y="551907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33836533-0371-444C-8463-1689064B6201}"/>
              </a:ext>
            </a:extLst>
          </p:cNvPr>
          <p:cNvSpPr/>
          <p:nvPr/>
        </p:nvSpPr>
        <p:spPr>
          <a:xfrm>
            <a:off x="8111066" y="5588127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15BCC1D7-5C2B-4101-BCF6-DDA22C6E7DB9}"/>
              </a:ext>
            </a:extLst>
          </p:cNvPr>
          <p:cNvSpPr/>
          <p:nvPr/>
        </p:nvSpPr>
        <p:spPr>
          <a:xfrm>
            <a:off x="8170333" y="5642748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FA056E25-BE1B-47E0-A71D-AB4031EBED1D}"/>
              </a:ext>
            </a:extLst>
          </p:cNvPr>
          <p:cNvSpPr/>
          <p:nvPr/>
        </p:nvSpPr>
        <p:spPr>
          <a:xfrm>
            <a:off x="8229600" y="568054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A12A5F59-EE05-480A-8993-4DC872AC870A}"/>
              </a:ext>
            </a:extLst>
          </p:cNvPr>
          <p:cNvSpPr/>
          <p:nvPr/>
        </p:nvSpPr>
        <p:spPr>
          <a:xfrm>
            <a:off x="8288866" y="569986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56E950DC-484E-47ED-A2AA-E6CA2D5436EF}"/>
              </a:ext>
            </a:extLst>
          </p:cNvPr>
          <p:cNvSpPr/>
          <p:nvPr/>
        </p:nvSpPr>
        <p:spPr>
          <a:xfrm>
            <a:off x="8348133" y="569986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82CCBDB1-68E8-4E88-ADBF-DC2AC2191066}"/>
              </a:ext>
            </a:extLst>
          </p:cNvPr>
          <p:cNvSpPr/>
          <p:nvPr/>
        </p:nvSpPr>
        <p:spPr>
          <a:xfrm>
            <a:off x="8407400" y="568054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16825A97-FC88-466E-82E2-DBCE1E1BFB8D}"/>
              </a:ext>
            </a:extLst>
          </p:cNvPr>
          <p:cNvSpPr/>
          <p:nvPr/>
        </p:nvSpPr>
        <p:spPr>
          <a:xfrm>
            <a:off x="8466666" y="5642748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E6059961-5A9F-489C-90B7-D461BEBE668A}"/>
              </a:ext>
            </a:extLst>
          </p:cNvPr>
          <p:cNvSpPr/>
          <p:nvPr/>
        </p:nvSpPr>
        <p:spPr>
          <a:xfrm>
            <a:off x="8525933" y="5588127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AF3C1A26-508C-4D50-81AB-3A70A4770334}"/>
              </a:ext>
            </a:extLst>
          </p:cNvPr>
          <p:cNvSpPr/>
          <p:nvPr/>
        </p:nvSpPr>
        <p:spPr>
          <a:xfrm>
            <a:off x="8585200" y="551907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AE0ADA69-EDF1-4476-BBC6-5C0F838EFA3A}"/>
              </a:ext>
            </a:extLst>
          </p:cNvPr>
          <p:cNvSpPr/>
          <p:nvPr/>
        </p:nvSpPr>
        <p:spPr>
          <a:xfrm>
            <a:off x="8644466" y="543859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Elipse 43">
            <a:extLst>
              <a:ext uri="{FF2B5EF4-FFF2-40B4-BE49-F238E27FC236}">
                <a16:creationId xmlns:a16="http://schemas.microsoft.com/office/drawing/2014/main" id="{F3B5FB42-5165-4365-96FA-787F0FCDFEFD}"/>
              </a:ext>
            </a:extLst>
          </p:cNvPr>
          <p:cNvSpPr/>
          <p:nvPr/>
        </p:nvSpPr>
        <p:spPr>
          <a:xfrm>
            <a:off x="8703733" y="5350216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Elipse 44">
            <a:extLst>
              <a:ext uri="{FF2B5EF4-FFF2-40B4-BE49-F238E27FC236}">
                <a16:creationId xmlns:a16="http://schemas.microsoft.com/office/drawing/2014/main" id="{8B4EBBF3-1451-4598-8788-DAB81B1EEF50}"/>
              </a:ext>
            </a:extLst>
          </p:cNvPr>
          <p:cNvSpPr/>
          <p:nvPr/>
        </p:nvSpPr>
        <p:spPr>
          <a:xfrm>
            <a:off x="8763000" y="525780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12319AEA-521B-494B-9EB9-62526A419F26}"/>
              </a:ext>
            </a:extLst>
          </p:cNvPr>
          <p:cNvSpPr/>
          <p:nvPr/>
        </p:nvSpPr>
        <p:spPr>
          <a:xfrm>
            <a:off x="8822266" y="5165383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2DDC3442-28EC-4AA3-9B3E-B314D71EDA2E}"/>
              </a:ext>
            </a:extLst>
          </p:cNvPr>
          <p:cNvSpPr/>
          <p:nvPr/>
        </p:nvSpPr>
        <p:spPr>
          <a:xfrm>
            <a:off x="8881533" y="507700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3B550C3A-B8AE-4C48-979F-8BD3947DDEC0}"/>
              </a:ext>
            </a:extLst>
          </p:cNvPr>
          <p:cNvSpPr/>
          <p:nvPr/>
        </p:nvSpPr>
        <p:spPr>
          <a:xfrm>
            <a:off x="8940800" y="4996529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7BC5D02C-FA6D-4B79-9599-63F117FAF2BE}"/>
              </a:ext>
            </a:extLst>
          </p:cNvPr>
          <p:cNvSpPr/>
          <p:nvPr/>
        </p:nvSpPr>
        <p:spPr>
          <a:xfrm>
            <a:off x="9000066" y="4927472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E51D8D9D-FD5D-46CD-A6F8-2CCAB57BC1AD}"/>
              </a:ext>
            </a:extLst>
          </p:cNvPr>
          <p:cNvSpPr/>
          <p:nvPr/>
        </p:nvSpPr>
        <p:spPr>
          <a:xfrm>
            <a:off x="9059333" y="4872851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1" name="Elipse 50">
            <a:extLst>
              <a:ext uri="{FF2B5EF4-FFF2-40B4-BE49-F238E27FC236}">
                <a16:creationId xmlns:a16="http://schemas.microsoft.com/office/drawing/2014/main" id="{4C185B13-B4F6-425E-BFA7-161E619E560B}"/>
              </a:ext>
            </a:extLst>
          </p:cNvPr>
          <p:cNvSpPr/>
          <p:nvPr/>
        </p:nvSpPr>
        <p:spPr>
          <a:xfrm>
            <a:off x="9118600" y="483505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C413894F-B516-4B8E-9C87-CDB06F11BC02}"/>
              </a:ext>
            </a:extLst>
          </p:cNvPr>
          <p:cNvSpPr/>
          <p:nvPr/>
        </p:nvSpPr>
        <p:spPr>
          <a:xfrm>
            <a:off x="9177866" y="481573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5D996AE5-F07F-4577-A707-DF1FD6106754}"/>
              </a:ext>
            </a:extLst>
          </p:cNvPr>
          <p:cNvSpPr/>
          <p:nvPr/>
        </p:nvSpPr>
        <p:spPr>
          <a:xfrm>
            <a:off x="9237133" y="481573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4" name="Elipse 53">
            <a:extLst>
              <a:ext uri="{FF2B5EF4-FFF2-40B4-BE49-F238E27FC236}">
                <a16:creationId xmlns:a16="http://schemas.microsoft.com/office/drawing/2014/main" id="{6CF14749-FC14-4430-A81B-704C2F59F7B9}"/>
              </a:ext>
            </a:extLst>
          </p:cNvPr>
          <p:cNvSpPr/>
          <p:nvPr/>
        </p:nvSpPr>
        <p:spPr>
          <a:xfrm>
            <a:off x="9296400" y="483505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5" name="Elipse 54">
            <a:extLst>
              <a:ext uri="{FF2B5EF4-FFF2-40B4-BE49-F238E27FC236}">
                <a16:creationId xmlns:a16="http://schemas.microsoft.com/office/drawing/2014/main" id="{747F4DF4-FE53-49C3-9233-3D7ED993F0F7}"/>
              </a:ext>
            </a:extLst>
          </p:cNvPr>
          <p:cNvSpPr/>
          <p:nvPr/>
        </p:nvSpPr>
        <p:spPr>
          <a:xfrm>
            <a:off x="9355666" y="4872851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6" name="Elipse 55">
            <a:extLst>
              <a:ext uri="{FF2B5EF4-FFF2-40B4-BE49-F238E27FC236}">
                <a16:creationId xmlns:a16="http://schemas.microsoft.com/office/drawing/2014/main" id="{3DA7203C-7321-4477-A88B-C443923B0124}"/>
              </a:ext>
            </a:extLst>
          </p:cNvPr>
          <p:cNvSpPr/>
          <p:nvPr/>
        </p:nvSpPr>
        <p:spPr>
          <a:xfrm>
            <a:off x="9414933" y="4927472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5281F8AE-2E30-4BBA-A561-BCAB910C764B}"/>
              </a:ext>
            </a:extLst>
          </p:cNvPr>
          <p:cNvSpPr/>
          <p:nvPr/>
        </p:nvSpPr>
        <p:spPr>
          <a:xfrm>
            <a:off x="9474200" y="4996529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8" name="Elipse 57">
            <a:extLst>
              <a:ext uri="{FF2B5EF4-FFF2-40B4-BE49-F238E27FC236}">
                <a16:creationId xmlns:a16="http://schemas.microsoft.com/office/drawing/2014/main" id="{5E321AD0-BF13-4C4F-AA35-F3BDE0BF3D35}"/>
              </a:ext>
            </a:extLst>
          </p:cNvPr>
          <p:cNvSpPr/>
          <p:nvPr/>
        </p:nvSpPr>
        <p:spPr>
          <a:xfrm>
            <a:off x="9533466" y="507700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9" name="Elipse 58">
            <a:extLst>
              <a:ext uri="{FF2B5EF4-FFF2-40B4-BE49-F238E27FC236}">
                <a16:creationId xmlns:a16="http://schemas.microsoft.com/office/drawing/2014/main" id="{A8A96FE3-42C7-4C47-BDE4-F0054AECC348}"/>
              </a:ext>
            </a:extLst>
          </p:cNvPr>
          <p:cNvSpPr/>
          <p:nvPr/>
        </p:nvSpPr>
        <p:spPr>
          <a:xfrm>
            <a:off x="9592733" y="5165383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37EA0396-9228-42C2-B342-87823E7E5F7A}"/>
              </a:ext>
            </a:extLst>
          </p:cNvPr>
          <p:cNvSpPr/>
          <p:nvPr/>
        </p:nvSpPr>
        <p:spPr>
          <a:xfrm>
            <a:off x="9652000" y="525780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1" name="Elipse 60">
            <a:extLst>
              <a:ext uri="{FF2B5EF4-FFF2-40B4-BE49-F238E27FC236}">
                <a16:creationId xmlns:a16="http://schemas.microsoft.com/office/drawing/2014/main" id="{69FE53AA-48F8-4B59-BE7D-3BDFDC1D27D5}"/>
              </a:ext>
            </a:extLst>
          </p:cNvPr>
          <p:cNvSpPr/>
          <p:nvPr/>
        </p:nvSpPr>
        <p:spPr>
          <a:xfrm>
            <a:off x="9711266" y="5350216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029E8264-4857-4EDE-B185-14396F0BB87A}"/>
              </a:ext>
            </a:extLst>
          </p:cNvPr>
          <p:cNvSpPr/>
          <p:nvPr/>
        </p:nvSpPr>
        <p:spPr>
          <a:xfrm>
            <a:off x="9770533" y="543859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00CB34EF-F9BF-4520-8ADB-B52443E5467A}"/>
              </a:ext>
            </a:extLst>
          </p:cNvPr>
          <p:cNvSpPr/>
          <p:nvPr/>
        </p:nvSpPr>
        <p:spPr>
          <a:xfrm>
            <a:off x="9829800" y="551907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7BF6611C-FC96-42D2-97F1-2069A28D0E66}"/>
              </a:ext>
            </a:extLst>
          </p:cNvPr>
          <p:cNvSpPr/>
          <p:nvPr/>
        </p:nvSpPr>
        <p:spPr>
          <a:xfrm>
            <a:off x="9889066" y="5588127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5" name="Elipse 64">
            <a:extLst>
              <a:ext uri="{FF2B5EF4-FFF2-40B4-BE49-F238E27FC236}">
                <a16:creationId xmlns:a16="http://schemas.microsoft.com/office/drawing/2014/main" id="{6A497587-3739-484A-A3C2-3A093E309DBE}"/>
              </a:ext>
            </a:extLst>
          </p:cNvPr>
          <p:cNvSpPr/>
          <p:nvPr/>
        </p:nvSpPr>
        <p:spPr>
          <a:xfrm>
            <a:off x="9948333" y="5642748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6" name="Elipse 65">
            <a:extLst>
              <a:ext uri="{FF2B5EF4-FFF2-40B4-BE49-F238E27FC236}">
                <a16:creationId xmlns:a16="http://schemas.microsoft.com/office/drawing/2014/main" id="{899F0FAD-3242-4BEF-B384-8DE9DA3B5FC5}"/>
              </a:ext>
            </a:extLst>
          </p:cNvPr>
          <p:cNvSpPr/>
          <p:nvPr/>
        </p:nvSpPr>
        <p:spPr>
          <a:xfrm>
            <a:off x="10007600" y="568054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7" name="Elipse 66">
            <a:extLst>
              <a:ext uri="{FF2B5EF4-FFF2-40B4-BE49-F238E27FC236}">
                <a16:creationId xmlns:a16="http://schemas.microsoft.com/office/drawing/2014/main" id="{080966B0-A06C-464A-8918-E742B2555A9C}"/>
              </a:ext>
            </a:extLst>
          </p:cNvPr>
          <p:cNvSpPr/>
          <p:nvPr/>
        </p:nvSpPr>
        <p:spPr>
          <a:xfrm>
            <a:off x="10066866" y="569986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8" name="Elipse 67">
            <a:extLst>
              <a:ext uri="{FF2B5EF4-FFF2-40B4-BE49-F238E27FC236}">
                <a16:creationId xmlns:a16="http://schemas.microsoft.com/office/drawing/2014/main" id="{7D9163C9-4913-469D-BFA1-64FCE197431F}"/>
              </a:ext>
            </a:extLst>
          </p:cNvPr>
          <p:cNvSpPr/>
          <p:nvPr/>
        </p:nvSpPr>
        <p:spPr>
          <a:xfrm>
            <a:off x="10126133" y="569986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9" name="Elipse 68">
            <a:extLst>
              <a:ext uri="{FF2B5EF4-FFF2-40B4-BE49-F238E27FC236}">
                <a16:creationId xmlns:a16="http://schemas.microsoft.com/office/drawing/2014/main" id="{F657A3E6-4F64-49A7-A3FA-D0B3CB03BC76}"/>
              </a:ext>
            </a:extLst>
          </p:cNvPr>
          <p:cNvSpPr/>
          <p:nvPr/>
        </p:nvSpPr>
        <p:spPr>
          <a:xfrm>
            <a:off x="10185400" y="568054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0" name="Elipse 69">
            <a:extLst>
              <a:ext uri="{FF2B5EF4-FFF2-40B4-BE49-F238E27FC236}">
                <a16:creationId xmlns:a16="http://schemas.microsoft.com/office/drawing/2014/main" id="{076EF79F-927B-4384-9138-FDA98CF4DCAB}"/>
              </a:ext>
            </a:extLst>
          </p:cNvPr>
          <p:cNvSpPr/>
          <p:nvPr/>
        </p:nvSpPr>
        <p:spPr>
          <a:xfrm>
            <a:off x="10244666" y="5642748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1" name="Elipse 70">
            <a:extLst>
              <a:ext uri="{FF2B5EF4-FFF2-40B4-BE49-F238E27FC236}">
                <a16:creationId xmlns:a16="http://schemas.microsoft.com/office/drawing/2014/main" id="{D57B171A-26E2-43A6-B5CA-81F9BA2C1020}"/>
              </a:ext>
            </a:extLst>
          </p:cNvPr>
          <p:cNvSpPr/>
          <p:nvPr/>
        </p:nvSpPr>
        <p:spPr>
          <a:xfrm>
            <a:off x="10303933" y="5588127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2" name="Elipse 71">
            <a:extLst>
              <a:ext uri="{FF2B5EF4-FFF2-40B4-BE49-F238E27FC236}">
                <a16:creationId xmlns:a16="http://schemas.microsoft.com/office/drawing/2014/main" id="{801778DE-3EDD-4375-8303-01D832807486}"/>
              </a:ext>
            </a:extLst>
          </p:cNvPr>
          <p:cNvSpPr/>
          <p:nvPr/>
        </p:nvSpPr>
        <p:spPr>
          <a:xfrm>
            <a:off x="10363200" y="551907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3" name="Elipse 72">
            <a:extLst>
              <a:ext uri="{FF2B5EF4-FFF2-40B4-BE49-F238E27FC236}">
                <a16:creationId xmlns:a16="http://schemas.microsoft.com/office/drawing/2014/main" id="{3A8A4490-822B-4B30-9903-635597DF9350}"/>
              </a:ext>
            </a:extLst>
          </p:cNvPr>
          <p:cNvSpPr/>
          <p:nvPr/>
        </p:nvSpPr>
        <p:spPr>
          <a:xfrm>
            <a:off x="10422466" y="5438594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4" name="Elipse 73">
            <a:extLst>
              <a:ext uri="{FF2B5EF4-FFF2-40B4-BE49-F238E27FC236}">
                <a16:creationId xmlns:a16="http://schemas.microsoft.com/office/drawing/2014/main" id="{1A061611-669F-4CFE-A057-84336D8E4229}"/>
              </a:ext>
            </a:extLst>
          </p:cNvPr>
          <p:cNvSpPr/>
          <p:nvPr/>
        </p:nvSpPr>
        <p:spPr>
          <a:xfrm>
            <a:off x="10481733" y="5350216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5" name="Elipse 74">
            <a:extLst>
              <a:ext uri="{FF2B5EF4-FFF2-40B4-BE49-F238E27FC236}">
                <a16:creationId xmlns:a16="http://schemas.microsoft.com/office/drawing/2014/main" id="{A29E0276-ED5E-4BEC-BC9B-9998B05227CE}"/>
              </a:ext>
            </a:extLst>
          </p:cNvPr>
          <p:cNvSpPr/>
          <p:nvPr/>
        </p:nvSpPr>
        <p:spPr>
          <a:xfrm>
            <a:off x="10541000" y="5257800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6" name="Elipse 75">
            <a:extLst>
              <a:ext uri="{FF2B5EF4-FFF2-40B4-BE49-F238E27FC236}">
                <a16:creationId xmlns:a16="http://schemas.microsoft.com/office/drawing/2014/main" id="{0E724D15-E5BF-46C8-ACD8-EF359205B7E5}"/>
              </a:ext>
            </a:extLst>
          </p:cNvPr>
          <p:cNvSpPr/>
          <p:nvPr/>
        </p:nvSpPr>
        <p:spPr>
          <a:xfrm>
            <a:off x="10600266" y="5165383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7" name="Elipse 76">
            <a:extLst>
              <a:ext uri="{FF2B5EF4-FFF2-40B4-BE49-F238E27FC236}">
                <a16:creationId xmlns:a16="http://schemas.microsoft.com/office/drawing/2014/main" id="{1CC8FD00-78EB-4F76-AF18-050173E5588A}"/>
              </a:ext>
            </a:extLst>
          </p:cNvPr>
          <p:cNvSpPr/>
          <p:nvPr/>
        </p:nvSpPr>
        <p:spPr>
          <a:xfrm>
            <a:off x="10659533" y="507700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8" name="Elipse 77">
            <a:extLst>
              <a:ext uri="{FF2B5EF4-FFF2-40B4-BE49-F238E27FC236}">
                <a16:creationId xmlns:a16="http://schemas.microsoft.com/office/drawing/2014/main" id="{D6020EB8-E0C7-40B8-8869-8BCF760E43E9}"/>
              </a:ext>
            </a:extLst>
          </p:cNvPr>
          <p:cNvSpPr/>
          <p:nvPr/>
        </p:nvSpPr>
        <p:spPr>
          <a:xfrm>
            <a:off x="10718800" y="4996529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9" name="Elipse 78">
            <a:extLst>
              <a:ext uri="{FF2B5EF4-FFF2-40B4-BE49-F238E27FC236}">
                <a16:creationId xmlns:a16="http://schemas.microsoft.com/office/drawing/2014/main" id="{A32FD411-6DA6-453E-849A-4D1A53C58C2E}"/>
              </a:ext>
            </a:extLst>
          </p:cNvPr>
          <p:cNvSpPr/>
          <p:nvPr/>
        </p:nvSpPr>
        <p:spPr>
          <a:xfrm>
            <a:off x="10778066" y="4927472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0" name="Elipse 79">
            <a:extLst>
              <a:ext uri="{FF2B5EF4-FFF2-40B4-BE49-F238E27FC236}">
                <a16:creationId xmlns:a16="http://schemas.microsoft.com/office/drawing/2014/main" id="{64E02CAB-6739-4AB5-B3AF-05D446906030}"/>
              </a:ext>
            </a:extLst>
          </p:cNvPr>
          <p:cNvSpPr/>
          <p:nvPr/>
        </p:nvSpPr>
        <p:spPr>
          <a:xfrm>
            <a:off x="10837333" y="4872851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1" name="Elipse 80">
            <a:extLst>
              <a:ext uri="{FF2B5EF4-FFF2-40B4-BE49-F238E27FC236}">
                <a16:creationId xmlns:a16="http://schemas.microsoft.com/office/drawing/2014/main" id="{CFBC4E51-714B-45D8-91C7-92E7627F2032}"/>
              </a:ext>
            </a:extLst>
          </p:cNvPr>
          <p:cNvSpPr/>
          <p:nvPr/>
        </p:nvSpPr>
        <p:spPr>
          <a:xfrm>
            <a:off x="10896600" y="483505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2" name="Elipse 81">
            <a:extLst>
              <a:ext uri="{FF2B5EF4-FFF2-40B4-BE49-F238E27FC236}">
                <a16:creationId xmlns:a16="http://schemas.microsoft.com/office/drawing/2014/main" id="{070A65E6-F69B-4AB9-8EBB-66760C550851}"/>
              </a:ext>
            </a:extLst>
          </p:cNvPr>
          <p:cNvSpPr/>
          <p:nvPr/>
        </p:nvSpPr>
        <p:spPr>
          <a:xfrm>
            <a:off x="10955866" y="481573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3" name="Elipse 82">
            <a:extLst>
              <a:ext uri="{FF2B5EF4-FFF2-40B4-BE49-F238E27FC236}">
                <a16:creationId xmlns:a16="http://schemas.microsoft.com/office/drawing/2014/main" id="{C33923B7-1C3D-4FD8-BDAB-6EFEA9291868}"/>
              </a:ext>
            </a:extLst>
          </p:cNvPr>
          <p:cNvSpPr/>
          <p:nvPr/>
        </p:nvSpPr>
        <p:spPr>
          <a:xfrm>
            <a:off x="11015133" y="481573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4" name="Elipse 83">
            <a:extLst>
              <a:ext uri="{FF2B5EF4-FFF2-40B4-BE49-F238E27FC236}">
                <a16:creationId xmlns:a16="http://schemas.microsoft.com/office/drawing/2014/main" id="{5E8FA327-1CA5-43FF-A785-A681B426790A}"/>
              </a:ext>
            </a:extLst>
          </p:cNvPr>
          <p:cNvSpPr/>
          <p:nvPr/>
        </p:nvSpPr>
        <p:spPr>
          <a:xfrm>
            <a:off x="11074400" y="483505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5" name="Elipse 84">
            <a:extLst>
              <a:ext uri="{FF2B5EF4-FFF2-40B4-BE49-F238E27FC236}">
                <a16:creationId xmlns:a16="http://schemas.microsoft.com/office/drawing/2014/main" id="{C84778DD-6D40-45A4-89CC-E4260FE09FFC}"/>
              </a:ext>
            </a:extLst>
          </p:cNvPr>
          <p:cNvSpPr/>
          <p:nvPr/>
        </p:nvSpPr>
        <p:spPr>
          <a:xfrm>
            <a:off x="11133666" y="4872851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6" name="Elipse 85">
            <a:extLst>
              <a:ext uri="{FF2B5EF4-FFF2-40B4-BE49-F238E27FC236}">
                <a16:creationId xmlns:a16="http://schemas.microsoft.com/office/drawing/2014/main" id="{C5C6A0CC-AE1C-46C6-A829-7A5F32C5A929}"/>
              </a:ext>
            </a:extLst>
          </p:cNvPr>
          <p:cNvSpPr/>
          <p:nvPr/>
        </p:nvSpPr>
        <p:spPr>
          <a:xfrm>
            <a:off x="11192933" y="4927472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7" name="Elipse 86">
            <a:extLst>
              <a:ext uri="{FF2B5EF4-FFF2-40B4-BE49-F238E27FC236}">
                <a16:creationId xmlns:a16="http://schemas.microsoft.com/office/drawing/2014/main" id="{84B100A6-BEE4-4303-8943-156C168C7D60}"/>
              </a:ext>
            </a:extLst>
          </p:cNvPr>
          <p:cNvSpPr/>
          <p:nvPr/>
        </p:nvSpPr>
        <p:spPr>
          <a:xfrm>
            <a:off x="11252200" y="4996529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8" name="Elipse 87">
            <a:extLst>
              <a:ext uri="{FF2B5EF4-FFF2-40B4-BE49-F238E27FC236}">
                <a16:creationId xmlns:a16="http://schemas.microsoft.com/office/drawing/2014/main" id="{6F31EB28-B85A-497A-B367-4722B1F66E59}"/>
              </a:ext>
            </a:extLst>
          </p:cNvPr>
          <p:cNvSpPr/>
          <p:nvPr/>
        </p:nvSpPr>
        <p:spPr>
          <a:xfrm>
            <a:off x="11311466" y="5077005"/>
            <a:ext cx="38100" cy="381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9" name="Retângulo 88">
            <a:extLst>
              <a:ext uri="{FF2B5EF4-FFF2-40B4-BE49-F238E27FC236}">
                <a16:creationId xmlns:a16="http://schemas.microsoft.com/office/drawing/2014/main" id="{A527B460-F3DC-43BD-959C-D0F4D3606010}"/>
              </a:ext>
            </a:extLst>
          </p:cNvPr>
          <p:cNvSpPr/>
          <p:nvPr/>
        </p:nvSpPr>
        <p:spPr>
          <a:xfrm>
            <a:off x="7810500" y="5270500"/>
            <a:ext cx="3746500" cy="12700"/>
          </a:xfrm>
          <a:prstGeom prst="rect">
            <a:avLst/>
          </a:prstGeom>
          <a:solidFill>
            <a:srgbClr val="47556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0" name="CaixaDeTexto 89">
            <a:extLst>
              <a:ext uri="{FF2B5EF4-FFF2-40B4-BE49-F238E27FC236}">
                <a16:creationId xmlns:a16="http://schemas.microsoft.com/office/drawing/2014/main" id="{A064631B-B70A-4E0B-857D-BBE9D37652C7}"/>
              </a:ext>
            </a:extLst>
          </p:cNvPr>
          <p:cNvSpPr txBox="1"/>
          <p:nvPr/>
        </p:nvSpPr>
        <p:spPr>
          <a:xfrm>
            <a:off x="7810500" y="5816600"/>
            <a:ext cx="3746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94A3B8"/>
                </a:solidFill>
                <a:latin typeface="Consolas"/>
              </a:rPr>
              <a:t>44.1 kHz · 16-bit · stereo</a:t>
            </a:r>
          </a:p>
        </p:txBody>
      </p:sp>
    </p:spTree>
    <p:extLst>
      <p:ext uri="{BB962C8B-B14F-4D97-AF65-F5344CB8AC3E}">
        <p14:creationId xmlns:p14="http://schemas.microsoft.com/office/powerpoint/2010/main" val="5247084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8F99FE3-DEFF-49E4-B89A-1AC997644ED9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125CEC9-6365-4DC0-A7B0-7F209AE1B3F6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Comparação lado a lado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D1433F7-7EF6-493D-8CB4-8FEABDCFA7D1}"/>
              </a:ext>
            </a:extLst>
          </p:cNvPr>
          <p:cNvSpPr/>
          <p:nvPr/>
        </p:nvSpPr>
        <p:spPr>
          <a:xfrm>
            <a:off x="508000" y="1397000"/>
            <a:ext cx="2260600" cy="635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Característica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F7B811B9-15E7-4407-883F-DCEAC041DD0F}"/>
              </a:ext>
            </a:extLst>
          </p:cNvPr>
          <p:cNvSpPr/>
          <p:nvPr/>
        </p:nvSpPr>
        <p:spPr>
          <a:xfrm>
            <a:off x="2794000" y="1397000"/>
            <a:ext cx="2197100" cy="635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I²C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B2644C3-3977-4987-9C11-BEF035C551C4}"/>
              </a:ext>
            </a:extLst>
          </p:cNvPr>
          <p:cNvSpPr/>
          <p:nvPr/>
        </p:nvSpPr>
        <p:spPr>
          <a:xfrm>
            <a:off x="5016500" y="1397000"/>
            <a:ext cx="2197100" cy="635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SPI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B087BC7-BEA4-48F9-8E68-5B0B469C90E5}"/>
              </a:ext>
            </a:extLst>
          </p:cNvPr>
          <p:cNvSpPr/>
          <p:nvPr/>
        </p:nvSpPr>
        <p:spPr>
          <a:xfrm>
            <a:off x="7239000" y="1397000"/>
            <a:ext cx="2197100" cy="635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UART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F0AE0F27-6AFB-43EE-9744-91A545E65AC6}"/>
              </a:ext>
            </a:extLst>
          </p:cNvPr>
          <p:cNvSpPr/>
          <p:nvPr/>
        </p:nvSpPr>
        <p:spPr>
          <a:xfrm>
            <a:off x="9461500" y="1397000"/>
            <a:ext cx="2197100" cy="6350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A1A2E"/>
                </a:solidFill>
                <a:latin typeface="Inter"/>
              </a:rPr>
              <a:t>I²S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69F45C7E-38BC-41B3-96AF-08F2D550EEDE}"/>
              </a:ext>
            </a:extLst>
          </p:cNvPr>
          <p:cNvSpPr/>
          <p:nvPr/>
        </p:nvSpPr>
        <p:spPr>
          <a:xfrm>
            <a:off x="508000" y="20320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Nº de fios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F653554-E89C-44C5-A98E-F3D981E4686A}"/>
              </a:ext>
            </a:extLst>
          </p:cNvPr>
          <p:cNvSpPr/>
          <p:nvPr/>
        </p:nvSpPr>
        <p:spPr>
          <a:xfrm>
            <a:off x="2794000" y="20320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2 (SDA, SCL)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B95597F-91DC-4ED9-8605-3FC068BE5FEA}"/>
              </a:ext>
            </a:extLst>
          </p:cNvPr>
          <p:cNvSpPr/>
          <p:nvPr/>
        </p:nvSpPr>
        <p:spPr>
          <a:xfrm>
            <a:off x="5016500" y="20320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it-IT" sz="1300">
                <a:solidFill>
                  <a:srgbClr val="2D3748"/>
                </a:solidFill>
                <a:latin typeface="Inter"/>
              </a:rPr>
              <a:t>4 (MOSI,MISO,SCLK,CS)</a:t>
            </a:r>
            <a:endParaRPr lang="pt-BR" sz="1300">
              <a:solidFill>
                <a:srgbClr val="2D3748"/>
              </a:solidFill>
              <a:latin typeface="Inter"/>
            </a:endParaRP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FABCD27-F3EB-4A3D-8523-F9CC69F2D861}"/>
              </a:ext>
            </a:extLst>
          </p:cNvPr>
          <p:cNvSpPr/>
          <p:nvPr/>
        </p:nvSpPr>
        <p:spPr>
          <a:xfrm>
            <a:off x="7239000" y="20320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2 (TX, RX)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2687104-8DF2-45F3-B626-BF5D9A4AE944}"/>
              </a:ext>
            </a:extLst>
          </p:cNvPr>
          <p:cNvSpPr/>
          <p:nvPr/>
        </p:nvSpPr>
        <p:spPr>
          <a:xfrm>
            <a:off x="9461500" y="20320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3 (BCLK,WS,SD)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49FD872-198D-4724-93AA-D3FD50E769AB}"/>
              </a:ext>
            </a:extLst>
          </p:cNvPr>
          <p:cNvSpPr/>
          <p:nvPr/>
        </p:nvSpPr>
        <p:spPr>
          <a:xfrm>
            <a:off x="508000" y="25146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Velocidade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F06BF93-CE25-4E24-970C-FD2C9135AA18}"/>
              </a:ext>
            </a:extLst>
          </p:cNvPr>
          <p:cNvSpPr/>
          <p:nvPr/>
        </p:nvSpPr>
        <p:spPr>
          <a:xfrm>
            <a:off x="2794000" y="25146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100k → 3.4 MHz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A2C8573E-E54F-486F-AA5F-0B35CB14EED9}"/>
              </a:ext>
            </a:extLst>
          </p:cNvPr>
          <p:cNvSpPr/>
          <p:nvPr/>
        </p:nvSpPr>
        <p:spPr>
          <a:xfrm>
            <a:off x="5016500" y="25146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até 80 MHz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924DEB47-B839-4C52-B62A-B3508BA4F3C5}"/>
              </a:ext>
            </a:extLst>
          </p:cNvPr>
          <p:cNvSpPr/>
          <p:nvPr/>
        </p:nvSpPr>
        <p:spPr>
          <a:xfrm>
            <a:off x="7239000" y="25146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até ~5 Mbps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44B7FE2-B568-4C62-B770-FDC9F2DABEB2}"/>
              </a:ext>
            </a:extLst>
          </p:cNvPr>
          <p:cNvSpPr/>
          <p:nvPr/>
        </p:nvSpPr>
        <p:spPr>
          <a:xfrm>
            <a:off x="9461500" y="25146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1-12 MHz típ.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79018BB6-8334-41BF-9D43-07D2CA599686}"/>
              </a:ext>
            </a:extLst>
          </p:cNvPr>
          <p:cNvSpPr/>
          <p:nvPr/>
        </p:nvSpPr>
        <p:spPr>
          <a:xfrm>
            <a:off x="508000" y="29972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Duplex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87B611BE-5755-45A9-AF5F-814FCF1FB09C}"/>
              </a:ext>
            </a:extLst>
          </p:cNvPr>
          <p:cNvSpPr/>
          <p:nvPr/>
        </p:nvSpPr>
        <p:spPr>
          <a:xfrm>
            <a:off x="2794000" y="29972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Half-duplex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779EF60-607B-4180-80AD-7717A134FEBB}"/>
              </a:ext>
            </a:extLst>
          </p:cNvPr>
          <p:cNvSpPr/>
          <p:nvPr/>
        </p:nvSpPr>
        <p:spPr>
          <a:xfrm>
            <a:off x="5016500" y="29972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Full-duplex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A5EBB406-C22D-4A3A-94D3-F7B8F587303A}"/>
              </a:ext>
            </a:extLst>
          </p:cNvPr>
          <p:cNvSpPr/>
          <p:nvPr/>
        </p:nvSpPr>
        <p:spPr>
          <a:xfrm>
            <a:off x="7239000" y="29972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Full-duplex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47B8607D-9C1C-42F7-90DB-F76016BAD8C0}"/>
              </a:ext>
            </a:extLst>
          </p:cNvPr>
          <p:cNvSpPr/>
          <p:nvPr/>
        </p:nvSpPr>
        <p:spPr>
          <a:xfrm>
            <a:off x="9461500" y="29972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Half-duplex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2EFDD66E-040A-47DD-9A14-F43048E85259}"/>
              </a:ext>
            </a:extLst>
          </p:cNvPr>
          <p:cNvSpPr/>
          <p:nvPr/>
        </p:nvSpPr>
        <p:spPr>
          <a:xfrm>
            <a:off x="508000" y="34798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Master/Slave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3438B5D-7992-4D0D-8A32-77B1177763EB}"/>
              </a:ext>
            </a:extLst>
          </p:cNvPr>
          <p:cNvSpPr/>
          <p:nvPr/>
        </p:nvSpPr>
        <p:spPr>
          <a:xfrm>
            <a:off x="2794000" y="34798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Multi-master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881F8C26-C9A2-4927-8ED3-A1C8E4403930}"/>
              </a:ext>
            </a:extLst>
          </p:cNvPr>
          <p:cNvSpPr/>
          <p:nvPr/>
        </p:nvSpPr>
        <p:spPr>
          <a:xfrm>
            <a:off x="5016500" y="34798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1 master, N slaves</a:t>
            </a:r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90814424-083B-42B8-9D11-CCA264D1E6F3}"/>
              </a:ext>
            </a:extLst>
          </p:cNvPr>
          <p:cNvSpPr/>
          <p:nvPr/>
        </p:nvSpPr>
        <p:spPr>
          <a:xfrm>
            <a:off x="7239000" y="34798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Ponto-a-ponto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845AFAA0-6390-4210-9DDD-1ECA5448C41E}"/>
              </a:ext>
            </a:extLst>
          </p:cNvPr>
          <p:cNvSpPr/>
          <p:nvPr/>
        </p:nvSpPr>
        <p:spPr>
          <a:xfrm>
            <a:off x="9461500" y="34798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1 master fixo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4AC20BC9-D89C-4930-BF0E-2A5B73255157}"/>
              </a:ext>
            </a:extLst>
          </p:cNvPr>
          <p:cNvSpPr/>
          <p:nvPr/>
        </p:nvSpPr>
        <p:spPr>
          <a:xfrm>
            <a:off x="508000" y="39624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Endereçamento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16DD3F0D-E507-44EE-985E-BC1E045D92E4}"/>
              </a:ext>
            </a:extLst>
          </p:cNvPr>
          <p:cNvSpPr/>
          <p:nvPr/>
        </p:nvSpPr>
        <p:spPr>
          <a:xfrm>
            <a:off x="2794000" y="39624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Endereço 7-bit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6101249C-2B5A-4E3F-8788-4F33CFDB1FEA}"/>
              </a:ext>
            </a:extLst>
          </p:cNvPr>
          <p:cNvSpPr/>
          <p:nvPr/>
        </p:nvSpPr>
        <p:spPr>
          <a:xfrm>
            <a:off x="5016500" y="39624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Por linha CS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84B13D06-324A-4FA4-8D0A-0521F6314C1D}"/>
              </a:ext>
            </a:extLst>
          </p:cNvPr>
          <p:cNvSpPr/>
          <p:nvPr/>
        </p:nvSpPr>
        <p:spPr>
          <a:xfrm>
            <a:off x="7239000" y="39624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Nenhum</a:t>
            </a:r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8068D712-75C6-46FF-8FC8-F062AA17167A}"/>
              </a:ext>
            </a:extLst>
          </p:cNvPr>
          <p:cNvSpPr/>
          <p:nvPr/>
        </p:nvSpPr>
        <p:spPr>
          <a:xfrm>
            <a:off x="9461500" y="39624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Nenhum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9E9FA2C-5BF1-497C-9FA2-8B04761187E5}"/>
              </a:ext>
            </a:extLst>
          </p:cNvPr>
          <p:cNvSpPr/>
          <p:nvPr/>
        </p:nvSpPr>
        <p:spPr>
          <a:xfrm>
            <a:off x="508000" y="44450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Clock</a:t>
            </a:r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603971A8-A5BF-46BF-A39A-14DF5059522F}"/>
              </a:ext>
            </a:extLst>
          </p:cNvPr>
          <p:cNvSpPr/>
          <p:nvPr/>
        </p:nvSpPr>
        <p:spPr>
          <a:xfrm>
            <a:off x="2794000" y="44450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Síncrono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9F0A9559-7F06-451A-8D5D-21CBE6309205}"/>
              </a:ext>
            </a:extLst>
          </p:cNvPr>
          <p:cNvSpPr/>
          <p:nvPr/>
        </p:nvSpPr>
        <p:spPr>
          <a:xfrm>
            <a:off x="5016500" y="44450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Síncrono</a:t>
            </a:r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88844881-C418-4977-ADB1-43E2E92A0CD1}"/>
              </a:ext>
            </a:extLst>
          </p:cNvPr>
          <p:cNvSpPr/>
          <p:nvPr/>
        </p:nvSpPr>
        <p:spPr>
          <a:xfrm>
            <a:off x="7239000" y="44450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Assíncrono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3489A7DE-213E-4B60-8ADA-CCF8E36ABD39}"/>
              </a:ext>
            </a:extLst>
          </p:cNvPr>
          <p:cNvSpPr/>
          <p:nvPr/>
        </p:nvSpPr>
        <p:spPr>
          <a:xfrm>
            <a:off x="9461500" y="44450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Síncrono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6C50BF6C-5124-4494-9454-B9F0F23AFB54}"/>
              </a:ext>
            </a:extLst>
          </p:cNvPr>
          <p:cNvSpPr/>
          <p:nvPr/>
        </p:nvSpPr>
        <p:spPr>
          <a:xfrm>
            <a:off x="508000" y="49276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Distância</a:t>
            </a:r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FD311EC9-26DE-49F1-94EF-05507A3E31AB}"/>
              </a:ext>
            </a:extLst>
          </p:cNvPr>
          <p:cNvSpPr/>
          <p:nvPr/>
        </p:nvSpPr>
        <p:spPr>
          <a:xfrm>
            <a:off x="2794000" y="49276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Curta (PCB)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ACE2D182-1E9D-48CF-8F7F-8A13578A8F83}"/>
              </a:ext>
            </a:extLst>
          </p:cNvPr>
          <p:cNvSpPr/>
          <p:nvPr/>
        </p:nvSpPr>
        <p:spPr>
          <a:xfrm>
            <a:off x="5016500" y="49276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Curta (PCB)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FC3402E7-4A70-4BF0-90AE-E359C5D7F43D}"/>
              </a:ext>
            </a:extLst>
          </p:cNvPr>
          <p:cNvSpPr/>
          <p:nvPr/>
        </p:nvSpPr>
        <p:spPr>
          <a:xfrm>
            <a:off x="7239000" y="49276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Média (vários m)</a:t>
            </a: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436963CA-B6AD-423A-9D23-4396FA9BB614}"/>
              </a:ext>
            </a:extLst>
          </p:cNvPr>
          <p:cNvSpPr/>
          <p:nvPr/>
        </p:nvSpPr>
        <p:spPr>
          <a:xfrm>
            <a:off x="9461500" y="4927600"/>
            <a:ext cx="2197100" cy="482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Curta (PCB)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D9C6079E-05D0-47FE-9FA7-04D59724167E}"/>
              </a:ext>
            </a:extLst>
          </p:cNvPr>
          <p:cNvSpPr/>
          <p:nvPr/>
        </p:nvSpPr>
        <p:spPr>
          <a:xfrm>
            <a:off x="508000" y="5410200"/>
            <a:ext cx="2260600" cy="482600"/>
          </a:xfrm>
          <a:prstGeom prst="rect">
            <a:avLst/>
          </a:prstGeom>
          <a:solidFill>
            <a:srgbClr val="F1F5F9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Caso típico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72C79B01-3B4E-4D7B-A262-70E52E5C135B}"/>
              </a:ext>
            </a:extLst>
          </p:cNvPr>
          <p:cNvSpPr/>
          <p:nvPr/>
        </p:nvSpPr>
        <p:spPr>
          <a:xfrm>
            <a:off x="2794000" y="54102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Sensores, EEPROM</a:t>
            </a: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12C25C1C-F9A0-41F8-AC87-1EC424EC3FF8}"/>
              </a:ext>
            </a:extLst>
          </p:cNvPr>
          <p:cNvSpPr/>
          <p:nvPr/>
        </p:nvSpPr>
        <p:spPr>
          <a:xfrm>
            <a:off x="5016500" y="54102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Display, SD, ADC</a:t>
            </a:r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DF739E68-D32B-474E-89A7-090FEB2B7EC0}"/>
              </a:ext>
            </a:extLst>
          </p:cNvPr>
          <p:cNvSpPr/>
          <p:nvPr/>
        </p:nvSpPr>
        <p:spPr>
          <a:xfrm>
            <a:off x="7239000" y="54102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Debug, GPS, GSM</a:t>
            </a:r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79E8167D-4D17-45F8-9C4D-A3C0CFE07180}"/>
              </a:ext>
            </a:extLst>
          </p:cNvPr>
          <p:cNvSpPr/>
          <p:nvPr/>
        </p:nvSpPr>
        <p:spPr>
          <a:xfrm>
            <a:off x="9461500" y="5410200"/>
            <a:ext cx="2197100" cy="482600"/>
          </a:xfrm>
          <a:prstGeom prst="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>
                <a:solidFill>
                  <a:srgbClr val="2D3748"/>
                </a:solidFill>
                <a:latin typeface="Inter"/>
              </a:rPr>
              <a:t>Áudio digital</a:t>
            </a:r>
          </a:p>
        </p:txBody>
      </p:sp>
    </p:spTree>
    <p:extLst>
      <p:ext uri="{BB962C8B-B14F-4D97-AF65-F5344CB8AC3E}">
        <p14:creationId xmlns:p14="http://schemas.microsoft.com/office/powerpoint/2010/main" val="23190403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80CA2A5-66A5-4DB1-9970-34BF3BEB5B34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7668799-FD31-4B97-A5AF-5B6D67365788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Qual protocolo usar?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0BD5376-C1F3-42F9-A332-EC415652B3B7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>
                <a:solidFill>
                  <a:srgbClr val="4A5568"/>
                </a:solidFill>
                <a:latin typeface="Inter"/>
              </a:rPr>
              <a:t>Árvore de decisão prática</a:t>
            </a:r>
          </a:p>
        </p:txBody>
      </p:sp>
      <p:sp>
        <p:nvSpPr>
          <p:cNvPr id="5" name="Losango 4">
            <a:extLst>
              <a:ext uri="{FF2B5EF4-FFF2-40B4-BE49-F238E27FC236}">
                <a16:creationId xmlns:a16="http://schemas.microsoft.com/office/drawing/2014/main" id="{87C4A3CD-C2E9-46FE-9BAA-7B46E9F9E442}"/>
              </a:ext>
            </a:extLst>
          </p:cNvPr>
          <p:cNvSpPr/>
          <p:nvPr/>
        </p:nvSpPr>
        <p:spPr>
          <a:xfrm>
            <a:off x="4826000" y="1460500"/>
            <a:ext cx="2540000" cy="1016000"/>
          </a:xfrm>
          <a:prstGeom prst="diamond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É áudio digital (PCM)?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29D30D7-E226-460A-9105-4A9D9D52775A}"/>
              </a:ext>
            </a:extLst>
          </p:cNvPr>
          <p:cNvSpPr/>
          <p:nvPr/>
        </p:nvSpPr>
        <p:spPr>
          <a:xfrm>
            <a:off x="9779000" y="1651000"/>
            <a:ext cx="1778000" cy="6985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1A1A2E"/>
                </a:solidFill>
                <a:latin typeface="Inter"/>
              </a:rPr>
              <a:t>I²S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23EDB8B-EF95-453E-A889-62C5DC275609}"/>
              </a:ext>
            </a:extLst>
          </p:cNvPr>
          <p:cNvSpPr/>
          <p:nvPr/>
        </p:nvSpPr>
        <p:spPr>
          <a:xfrm>
            <a:off x="7366000" y="1968500"/>
            <a:ext cx="2413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7F91CA6-27F9-450F-98F2-8423460625FA}"/>
              </a:ext>
            </a:extLst>
          </p:cNvPr>
          <p:cNvSpPr txBox="1"/>
          <p:nvPr/>
        </p:nvSpPr>
        <p:spPr>
          <a:xfrm>
            <a:off x="8191500" y="17018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0B981"/>
                </a:solidFill>
                <a:latin typeface="Inter"/>
              </a:rPr>
              <a:t>SIM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95EF6340-7F25-4897-8734-B1EBC129B9A5}"/>
              </a:ext>
            </a:extLst>
          </p:cNvPr>
          <p:cNvSpPr/>
          <p:nvPr/>
        </p:nvSpPr>
        <p:spPr>
          <a:xfrm>
            <a:off x="6096000" y="2476500"/>
            <a:ext cx="25400" cy="5080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75D3B1A-70AF-47F2-A143-35C68443B42B}"/>
              </a:ext>
            </a:extLst>
          </p:cNvPr>
          <p:cNvSpPr/>
          <p:nvPr/>
        </p:nvSpPr>
        <p:spPr>
          <a:xfrm>
            <a:off x="6096000" y="2984500"/>
            <a:ext cx="9144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7D040AB-3F09-4141-BB38-1A9D6ABD1E29}"/>
              </a:ext>
            </a:extLst>
          </p:cNvPr>
          <p:cNvSpPr txBox="1"/>
          <p:nvPr/>
        </p:nvSpPr>
        <p:spPr>
          <a:xfrm>
            <a:off x="5715000" y="24511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475569"/>
                </a:solidFill>
                <a:latin typeface="Inter"/>
              </a:rPr>
              <a:t>NÃO</a:t>
            </a:r>
          </a:p>
        </p:txBody>
      </p:sp>
      <p:sp>
        <p:nvSpPr>
          <p:cNvPr id="12" name="Losango 11">
            <a:extLst>
              <a:ext uri="{FF2B5EF4-FFF2-40B4-BE49-F238E27FC236}">
                <a16:creationId xmlns:a16="http://schemas.microsoft.com/office/drawing/2014/main" id="{1B36BE65-DEF2-4461-95BB-D0810364CB6B}"/>
              </a:ext>
            </a:extLst>
          </p:cNvPr>
          <p:cNvSpPr/>
          <p:nvPr/>
        </p:nvSpPr>
        <p:spPr>
          <a:xfrm>
            <a:off x="4826000" y="2984500"/>
            <a:ext cx="2540000" cy="1016000"/>
          </a:xfrm>
          <a:prstGeom prst="diamond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Precisa de &gt;5 Mbps?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6C84BFD3-BABB-4EA6-B014-563AB7E40EDF}"/>
              </a:ext>
            </a:extLst>
          </p:cNvPr>
          <p:cNvSpPr/>
          <p:nvPr/>
        </p:nvSpPr>
        <p:spPr>
          <a:xfrm>
            <a:off x="9779000" y="3175000"/>
            <a:ext cx="1778000" cy="6985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SPI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9AA72A9-D425-4943-B7F1-EB0902672B4A}"/>
              </a:ext>
            </a:extLst>
          </p:cNvPr>
          <p:cNvSpPr/>
          <p:nvPr/>
        </p:nvSpPr>
        <p:spPr>
          <a:xfrm>
            <a:off x="7366000" y="3492500"/>
            <a:ext cx="2413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5C6D5A4-F11D-4A1E-9713-E06041327D87}"/>
              </a:ext>
            </a:extLst>
          </p:cNvPr>
          <p:cNvSpPr txBox="1"/>
          <p:nvPr/>
        </p:nvSpPr>
        <p:spPr>
          <a:xfrm>
            <a:off x="8191500" y="32258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0B981"/>
                </a:solidFill>
                <a:latin typeface="Inter"/>
              </a:rPr>
              <a:t>SIM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B2F352EB-5180-455D-B79C-31C817065B13}"/>
              </a:ext>
            </a:extLst>
          </p:cNvPr>
          <p:cNvSpPr/>
          <p:nvPr/>
        </p:nvSpPr>
        <p:spPr>
          <a:xfrm>
            <a:off x="6096000" y="4000500"/>
            <a:ext cx="25400" cy="5080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C410B74-3DF4-4FF5-A3D0-91D98724A6EF}"/>
              </a:ext>
            </a:extLst>
          </p:cNvPr>
          <p:cNvSpPr/>
          <p:nvPr/>
        </p:nvSpPr>
        <p:spPr>
          <a:xfrm>
            <a:off x="6096000" y="4508500"/>
            <a:ext cx="9144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3C4B2CB-D450-4160-9BB6-B08F39D83349}"/>
              </a:ext>
            </a:extLst>
          </p:cNvPr>
          <p:cNvSpPr txBox="1"/>
          <p:nvPr/>
        </p:nvSpPr>
        <p:spPr>
          <a:xfrm>
            <a:off x="5715000" y="39751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475569"/>
                </a:solidFill>
                <a:latin typeface="Inter"/>
              </a:rPr>
              <a:t>NÃO</a:t>
            </a:r>
          </a:p>
        </p:txBody>
      </p:sp>
      <p:sp>
        <p:nvSpPr>
          <p:cNvPr id="19" name="Losango 18">
            <a:extLst>
              <a:ext uri="{FF2B5EF4-FFF2-40B4-BE49-F238E27FC236}">
                <a16:creationId xmlns:a16="http://schemas.microsoft.com/office/drawing/2014/main" id="{E95CBC3A-13B9-42E6-82D6-027A35E505DA}"/>
              </a:ext>
            </a:extLst>
          </p:cNvPr>
          <p:cNvSpPr/>
          <p:nvPr/>
        </p:nvSpPr>
        <p:spPr>
          <a:xfrm>
            <a:off x="4826000" y="4508500"/>
            <a:ext cx="2540000" cy="1016000"/>
          </a:xfrm>
          <a:prstGeom prst="diamond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Conexão ponto-a-ponto?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24D5F79B-573C-4ED8-9517-CC116424699A}"/>
              </a:ext>
            </a:extLst>
          </p:cNvPr>
          <p:cNvSpPr/>
          <p:nvPr/>
        </p:nvSpPr>
        <p:spPr>
          <a:xfrm>
            <a:off x="9779000" y="4699000"/>
            <a:ext cx="1778000" cy="6985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UART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12D515D8-E98D-485D-81F1-4B8B9216369F}"/>
              </a:ext>
            </a:extLst>
          </p:cNvPr>
          <p:cNvSpPr/>
          <p:nvPr/>
        </p:nvSpPr>
        <p:spPr>
          <a:xfrm>
            <a:off x="7366000" y="5016500"/>
            <a:ext cx="24130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275041F2-0AC7-46DE-B372-73BC0986D21F}"/>
              </a:ext>
            </a:extLst>
          </p:cNvPr>
          <p:cNvSpPr txBox="1"/>
          <p:nvPr/>
        </p:nvSpPr>
        <p:spPr>
          <a:xfrm>
            <a:off x="8191500" y="47498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10B981"/>
                </a:solidFill>
                <a:latin typeface="Inter"/>
              </a:rPr>
              <a:t>SIM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B3ECD1BD-B110-4745-808B-7F3EDE69E609}"/>
              </a:ext>
            </a:extLst>
          </p:cNvPr>
          <p:cNvSpPr/>
          <p:nvPr/>
        </p:nvSpPr>
        <p:spPr>
          <a:xfrm>
            <a:off x="4826000" y="5842000"/>
            <a:ext cx="2540000" cy="6985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200" b="1">
                <a:solidFill>
                  <a:srgbClr val="FFFFFF"/>
                </a:solidFill>
                <a:latin typeface="Inter"/>
              </a:rPr>
              <a:t>I²C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716E9AFD-5EF3-4488-ADA9-64053CE8CDD5}"/>
              </a:ext>
            </a:extLst>
          </p:cNvPr>
          <p:cNvSpPr/>
          <p:nvPr/>
        </p:nvSpPr>
        <p:spPr>
          <a:xfrm>
            <a:off x="6096000" y="5524500"/>
            <a:ext cx="25400" cy="3175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9FB6D6C1-9303-4A5A-A4E5-BC5EF48D19C3}"/>
              </a:ext>
            </a:extLst>
          </p:cNvPr>
          <p:cNvSpPr/>
          <p:nvPr/>
        </p:nvSpPr>
        <p:spPr>
          <a:xfrm>
            <a:off x="6096000" y="5842000"/>
            <a:ext cx="914400" cy="254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3E3A3E73-A145-458C-8A96-7A2ED7294B56}"/>
              </a:ext>
            </a:extLst>
          </p:cNvPr>
          <p:cNvSpPr txBox="1"/>
          <p:nvPr/>
        </p:nvSpPr>
        <p:spPr>
          <a:xfrm>
            <a:off x="5715000" y="540385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 b="1">
                <a:solidFill>
                  <a:srgbClr val="475569"/>
                </a:solidFill>
                <a:latin typeface="Inter"/>
              </a:rPr>
              <a:t>NÃO</a:t>
            </a:r>
          </a:p>
        </p:txBody>
      </p:sp>
    </p:spTree>
    <p:extLst>
      <p:ext uri="{BB962C8B-B14F-4D97-AF65-F5344CB8AC3E}">
        <p14:creationId xmlns:p14="http://schemas.microsoft.com/office/powerpoint/2010/main" val="22125272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1024A97-3827-49FA-BB5D-44C5B60979C1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0F55434-A9BB-4804-8F44-6E7BE6EAFD8A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Velocidade × número de fios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9D18546-2458-496C-ACCA-C7548504C229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Mapa visual dos 4 protocolos no tradeoff complexidade vs throughput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851C365-1ACD-4295-92BB-DCA05039CA8D}"/>
              </a:ext>
            </a:extLst>
          </p:cNvPr>
          <p:cNvSpPr/>
          <p:nvPr/>
        </p:nvSpPr>
        <p:spPr>
          <a:xfrm>
            <a:off x="1270000" y="1651000"/>
            <a:ext cx="6731000" cy="4572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CBBC741-02BD-45EC-8761-7086E332D899}"/>
              </a:ext>
            </a:extLst>
          </p:cNvPr>
          <p:cNvSpPr/>
          <p:nvPr/>
        </p:nvSpPr>
        <p:spPr>
          <a:xfrm>
            <a:off x="1905000" y="5588000"/>
            <a:ext cx="5842000" cy="254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D7EBE5F-EE0F-4BEE-B1D5-F2A01E4B6C44}"/>
              </a:ext>
            </a:extLst>
          </p:cNvPr>
          <p:cNvSpPr/>
          <p:nvPr/>
        </p:nvSpPr>
        <p:spPr>
          <a:xfrm>
            <a:off x="1905000" y="2032000"/>
            <a:ext cx="25400" cy="3556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6C3F0F0-0EBC-4646-AA14-CD72470D62FA}"/>
              </a:ext>
            </a:extLst>
          </p:cNvPr>
          <p:cNvSpPr txBox="1"/>
          <p:nvPr/>
        </p:nvSpPr>
        <p:spPr>
          <a:xfrm rot="16200000">
            <a:off x="1371600" y="2032000"/>
            <a:ext cx="635000" cy="254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A5568"/>
                </a:solidFill>
                <a:latin typeface="Inter"/>
              </a:rPr>
              <a:t>Velocidade →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4249265-078C-4B93-B690-B75574C824E6}"/>
              </a:ext>
            </a:extLst>
          </p:cNvPr>
          <p:cNvSpPr txBox="1"/>
          <p:nvPr/>
        </p:nvSpPr>
        <p:spPr>
          <a:xfrm>
            <a:off x="1905000" y="5842000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 b="1">
                <a:solidFill>
                  <a:srgbClr val="4A5568"/>
                </a:solidFill>
                <a:latin typeface="Inter"/>
              </a:rPr>
              <a:t>Número de fios →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83E672F-F4D7-4E1D-8072-026FE03A68F0}"/>
              </a:ext>
            </a:extLst>
          </p:cNvPr>
          <p:cNvSpPr txBox="1"/>
          <p:nvPr/>
        </p:nvSpPr>
        <p:spPr>
          <a:xfrm>
            <a:off x="2751666" y="56388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Consolas"/>
              </a:rPr>
              <a:t>2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99F6FAE-D2AA-401C-B773-88AB31FA2716}"/>
              </a:ext>
            </a:extLst>
          </p:cNvPr>
          <p:cNvSpPr txBox="1"/>
          <p:nvPr/>
        </p:nvSpPr>
        <p:spPr>
          <a:xfrm>
            <a:off x="4699000" y="56388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Consolas"/>
              </a:rPr>
              <a:t>3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5250E0C-735A-4925-B16C-C81F5E3E75E1}"/>
              </a:ext>
            </a:extLst>
          </p:cNvPr>
          <p:cNvSpPr txBox="1"/>
          <p:nvPr/>
        </p:nvSpPr>
        <p:spPr>
          <a:xfrm>
            <a:off x="6646333" y="56388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Consolas"/>
              </a:rPr>
              <a:t>4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ECCF1D9-37F1-45CC-B6A3-BFB27350E3C7}"/>
              </a:ext>
            </a:extLst>
          </p:cNvPr>
          <p:cNvSpPr txBox="1"/>
          <p:nvPr/>
        </p:nvSpPr>
        <p:spPr>
          <a:xfrm>
            <a:off x="1333500" y="210820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75569"/>
                </a:solidFill>
                <a:latin typeface="Consolas"/>
              </a:rPr>
              <a:t>100M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E3534CD-DD11-43DC-B831-DF42AC5A8286}"/>
              </a:ext>
            </a:extLst>
          </p:cNvPr>
          <p:cNvSpPr txBox="1"/>
          <p:nvPr/>
        </p:nvSpPr>
        <p:spPr>
          <a:xfrm>
            <a:off x="1333500" y="317500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75569"/>
                </a:solidFill>
                <a:latin typeface="Consolas"/>
              </a:rPr>
              <a:t>10M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290ACF7-FA0A-4148-8906-F960A7DC089B}"/>
              </a:ext>
            </a:extLst>
          </p:cNvPr>
          <p:cNvSpPr txBox="1"/>
          <p:nvPr/>
        </p:nvSpPr>
        <p:spPr>
          <a:xfrm>
            <a:off x="1333500" y="424180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75569"/>
                </a:solidFill>
                <a:latin typeface="Consolas"/>
              </a:rPr>
              <a:t>1M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6B5335C0-5457-4558-A36C-B08A0D1A61C5}"/>
              </a:ext>
            </a:extLst>
          </p:cNvPr>
          <p:cNvSpPr txBox="1"/>
          <p:nvPr/>
        </p:nvSpPr>
        <p:spPr>
          <a:xfrm>
            <a:off x="1333500" y="530860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>
                <a:solidFill>
                  <a:srgbClr val="475569"/>
                </a:solidFill>
                <a:latin typeface="Consolas"/>
              </a:rPr>
              <a:t>100k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6408EB44-F8AB-4496-8E44-78A8DECDA65E}"/>
              </a:ext>
            </a:extLst>
          </p:cNvPr>
          <p:cNvSpPr/>
          <p:nvPr/>
        </p:nvSpPr>
        <p:spPr>
          <a:xfrm>
            <a:off x="2624666" y="5156200"/>
            <a:ext cx="508000" cy="508000"/>
          </a:xfrm>
          <a:prstGeom prst="ellipse">
            <a:avLst/>
          </a:prstGeom>
          <a:solidFill>
            <a:srgbClr val="00D4A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0EC8B0A-CC1E-4F58-9C0C-EEA7FBC997F9}"/>
              </a:ext>
            </a:extLst>
          </p:cNvPr>
          <p:cNvSpPr txBox="1"/>
          <p:nvPr/>
        </p:nvSpPr>
        <p:spPr>
          <a:xfrm>
            <a:off x="3183466" y="5232400"/>
            <a:ext cx="101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00D4AA"/>
                </a:solidFill>
                <a:latin typeface="Inter"/>
              </a:rPr>
              <a:t>I²C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31F4BAB2-2BCA-46AE-9810-3DAC80D28423}"/>
              </a:ext>
            </a:extLst>
          </p:cNvPr>
          <p:cNvSpPr/>
          <p:nvPr/>
        </p:nvSpPr>
        <p:spPr>
          <a:xfrm>
            <a:off x="2624666" y="4124960"/>
            <a:ext cx="508000" cy="508000"/>
          </a:xfrm>
          <a:prstGeom prst="ellipse">
            <a:avLst/>
          </a:prstGeom>
          <a:solidFill>
            <a:srgbClr val="00D4A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DD467E63-C587-4E5F-A982-78F0157D8EDD}"/>
              </a:ext>
            </a:extLst>
          </p:cNvPr>
          <p:cNvSpPr/>
          <p:nvPr/>
        </p:nvSpPr>
        <p:spPr>
          <a:xfrm>
            <a:off x="2624666" y="3556000"/>
            <a:ext cx="508000" cy="508000"/>
          </a:xfrm>
          <a:prstGeom prst="ellipse">
            <a:avLst/>
          </a:prstGeom>
          <a:solidFill>
            <a:srgbClr val="00D4A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0C98A650-CB23-49CE-A6F9-D67643FC4F27}"/>
              </a:ext>
            </a:extLst>
          </p:cNvPr>
          <p:cNvSpPr/>
          <p:nvPr/>
        </p:nvSpPr>
        <p:spPr>
          <a:xfrm>
            <a:off x="6519333" y="2133600"/>
            <a:ext cx="508000" cy="508000"/>
          </a:xfrm>
          <a:prstGeom prst="ellipse">
            <a:avLst/>
          </a:prstGeom>
          <a:solidFill>
            <a:srgbClr val="4FC3F7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F78CF5C-5CDA-4F54-934B-65CC4517AA30}"/>
              </a:ext>
            </a:extLst>
          </p:cNvPr>
          <p:cNvSpPr txBox="1"/>
          <p:nvPr/>
        </p:nvSpPr>
        <p:spPr>
          <a:xfrm>
            <a:off x="7078133" y="2209800"/>
            <a:ext cx="101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4FC3F7"/>
                </a:solidFill>
                <a:latin typeface="Inter"/>
              </a:rPr>
              <a:t>SPI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EAA7F24E-29A4-4D35-BE8F-5FE4025179A1}"/>
              </a:ext>
            </a:extLst>
          </p:cNvPr>
          <p:cNvSpPr/>
          <p:nvPr/>
        </p:nvSpPr>
        <p:spPr>
          <a:xfrm>
            <a:off x="2624666" y="3378200"/>
            <a:ext cx="508000" cy="508000"/>
          </a:xfrm>
          <a:prstGeom prst="ellipse">
            <a:avLst/>
          </a:prstGeom>
          <a:solidFill>
            <a:srgbClr val="9F7AE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2206B979-7A01-475E-B0B4-38AC9857DE17}"/>
              </a:ext>
            </a:extLst>
          </p:cNvPr>
          <p:cNvSpPr txBox="1"/>
          <p:nvPr/>
        </p:nvSpPr>
        <p:spPr>
          <a:xfrm>
            <a:off x="3183466" y="3454400"/>
            <a:ext cx="101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9F7AEA"/>
                </a:solidFill>
                <a:latin typeface="Inter"/>
              </a:rPr>
              <a:t>UART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0E8FE3CD-E52C-41FB-BCF7-5B05C64E6198}"/>
              </a:ext>
            </a:extLst>
          </p:cNvPr>
          <p:cNvSpPr/>
          <p:nvPr/>
        </p:nvSpPr>
        <p:spPr>
          <a:xfrm>
            <a:off x="4572000" y="3022600"/>
            <a:ext cx="508000" cy="508000"/>
          </a:xfrm>
          <a:prstGeom prst="ellipse">
            <a:avLst/>
          </a:prstGeom>
          <a:solidFill>
            <a:srgbClr val="FFD93D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0D13459-2B1F-4E4A-826D-4169A8088B7D}"/>
              </a:ext>
            </a:extLst>
          </p:cNvPr>
          <p:cNvSpPr txBox="1"/>
          <p:nvPr/>
        </p:nvSpPr>
        <p:spPr>
          <a:xfrm>
            <a:off x="5130800" y="3098800"/>
            <a:ext cx="1016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FFD93D"/>
                </a:solidFill>
                <a:latin typeface="Inter"/>
              </a:rPr>
              <a:t>I²S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7531D9A8-CB2B-4D4A-9DCB-792B589F86C3}"/>
              </a:ext>
            </a:extLst>
          </p:cNvPr>
          <p:cNvSpPr/>
          <p:nvPr/>
        </p:nvSpPr>
        <p:spPr>
          <a:xfrm>
            <a:off x="8382000" y="1651000"/>
            <a:ext cx="3429000" cy="4572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D78C70AF-E402-40FB-B66B-4832D3CC5DCE}"/>
              </a:ext>
            </a:extLst>
          </p:cNvPr>
          <p:cNvSpPr txBox="1"/>
          <p:nvPr/>
        </p:nvSpPr>
        <p:spPr>
          <a:xfrm>
            <a:off x="8636000" y="18796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b="1">
                <a:solidFill>
                  <a:srgbClr val="1A1A2E"/>
                </a:solidFill>
                <a:latin typeface="Inter"/>
              </a:rPr>
              <a:t>Lições rápidas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8D511BB9-57A9-442F-AB51-3AED5CFA5D59}"/>
              </a:ext>
            </a:extLst>
          </p:cNvPr>
          <p:cNvSpPr/>
          <p:nvPr/>
        </p:nvSpPr>
        <p:spPr>
          <a:xfrm>
            <a:off x="8610600" y="2463800"/>
            <a:ext cx="406400" cy="406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6641175-79A4-4A32-8184-C46F4FF63D94}"/>
              </a:ext>
            </a:extLst>
          </p:cNvPr>
          <p:cNvSpPr txBox="1"/>
          <p:nvPr/>
        </p:nvSpPr>
        <p:spPr>
          <a:xfrm>
            <a:off x="9144000" y="2413000"/>
            <a:ext cx="247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Precisa de I/O barato?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E8DD069-2ABB-41A1-B4B6-33C170A1D182}"/>
              </a:ext>
            </a:extLst>
          </p:cNvPr>
          <p:cNvSpPr txBox="1"/>
          <p:nvPr/>
        </p:nvSpPr>
        <p:spPr>
          <a:xfrm>
            <a:off x="9144000" y="2705100"/>
            <a:ext cx="24765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I²C — 2 fios para N sensores</a:t>
            </a: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A186B165-1319-4819-B519-12B93298834A}"/>
              </a:ext>
            </a:extLst>
          </p:cNvPr>
          <p:cNvSpPr/>
          <p:nvPr/>
        </p:nvSpPr>
        <p:spPr>
          <a:xfrm>
            <a:off x="8610600" y="3416300"/>
            <a:ext cx="406400" cy="406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⚡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F5EC2C6-F716-4571-A88F-93225A0DFD7E}"/>
              </a:ext>
            </a:extLst>
          </p:cNvPr>
          <p:cNvSpPr txBox="1"/>
          <p:nvPr/>
        </p:nvSpPr>
        <p:spPr>
          <a:xfrm>
            <a:off x="9144000" y="3365500"/>
            <a:ext cx="247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Precisa de velocidade?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52E5713C-6ECB-4801-9492-25FA5D73782F}"/>
              </a:ext>
            </a:extLst>
          </p:cNvPr>
          <p:cNvSpPr txBox="1"/>
          <p:nvPr/>
        </p:nvSpPr>
        <p:spPr>
          <a:xfrm>
            <a:off x="9144000" y="3657600"/>
            <a:ext cx="24765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SPI — full-duplex até 80MHz</a:t>
            </a: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672C4F75-ACAE-44CA-87A2-A855A62D1428}"/>
              </a:ext>
            </a:extLst>
          </p:cNvPr>
          <p:cNvSpPr/>
          <p:nvPr/>
        </p:nvSpPr>
        <p:spPr>
          <a:xfrm>
            <a:off x="8610600" y="4368800"/>
            <a:ext cx="406400" cy="406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↔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381CA2A6-528F-4B42-BC7E-04B2EBE9C42C}"/>
              </a:ext>
            </a:extLst>
          </p:cNvPr>
          <p:cNvSpPr txBox="1"/>
          <p:nvPr/>
        </p:nvSpPr>
        <p:spPr>
          <a:xfrm>
            <a:off x="9144000" y="4318000"/>
            <a:ext cx="247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Ponto-a-ponto distante?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0B48146-A55F-454F-B1E3-B90A302CAC98}"/>
              </a:ext>
            </a:extLst>
          </p:cNvPr>
          <p:cNvSpPr txBox="1"/>
          <p:nvPr/>
        </p:nvSpPr>
        <p:spPr>
          <a:xfrm>
            <a:off x="9144000" y="4610100"/>
            <a:ext cx="24765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UART — 2 fios e fácil debug</a:t>
            </a:r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39F51F36-A28F-4625-B368-F022A121FFB3}"/>
              </a:ext>
            </a:extLst>
          </p:cNvPr>
          <p:cNvSpPr/>
          <p:nvPr/>
        </p:nvSpPr>
        <p:spPr>
          <a:xfrm>
            <a:off x="8610600" y="5321300"/>
            <a:ext cx="406400" cy="4064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♪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AFF1F610-518B-4E83-9A47-01FE1109B851}"/>
              </a:ext>
            </a:extLst>
          </p:cNvPr>
          <p:cNvSpPr txBox="1"/>
          <p:nvPr/>
        </p:nvSpPr>
        <p:spPr>
          <a:xfrm>
            <a:off x="9144000" y="5270500"/>
            <a:ext cx="2476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1A1A2E"/>
                </a:solidFill>
                <a:latin typeface="Inter"/>
              </a:rPr>
              <a:t>Áudio digital?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12AD8B81-538F-4DFF-90D9-6DBBBF20AC1D}"/>
              </a:ext>
            </a:extLst>
          </p:cNvPr>
          <p:cNvSpPr txBox="1"/>
          <p:nvPr/>
        </p:nvSpPr>
        <p:spPr>
          <a:xfrm>
            <a:off x="9144000" y="5562600"/>
            <a:ext cx="24765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I²S — sync ao clock obrigatório</a:t>
            </a:r>
          </a:p>
        </p:txBody>
      </p:sp>
    </p:spTree>
    <p:extLst>
      <p:ext uri="{BB962C8B-B14F-4D97-AF65-F5344CB8AC3E}">
        <p14:creationId xmlns:p14="http://schemas.microsoft.com/office/powerpoint/2010/main" val="41741506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78A28ACE-9793-497C-99B3-ACFF28E8BE19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B50EBAC-33C7-4C93-BC4B-8B3073B7C63E}"/>
              </a:ext>
            </a:extLst>
          </p:cNvPr>
          <p:cNvSpPr txBox="1"/>
          <p:nvPr/>
        </p:nvSpPr>
        <p:spPr>
          <a:xfrm>
            <a:off x="508000" y="228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00D4AA"/>
                </a:solidFill>
                <a:latin typeface="Inter"/>
              </a:rPr>
              <a:t>TROUBLESHOOTING · I²C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14F46F3-C0C9-42A2-BFD4-26F749121520}"/>
              </a:ext>
            </a:extLst>
          </p:cNvPr>
          <p:cNvSpPr txBox="1"/>
          <p:nvPr/>
        </p:nvSpPr>
        <p:spPr>
          <a:xfrm>
            <a:off x="508000" y="5334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Problemas mais comuns em I²C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7E32A6B3-51CE-4760-9358-39BB8250E8F5}"/>
              </a:ext>
            </a:extLst>
          </p:cNvPr>
          <p:cNvSpPr/>
          <p:nvPr/>
        </p:nvSpPr>
        <p:spPr>
          <a:xfrm>
            <a:off x="5080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64D408BE-7C04-42C3-B0F9-BF9797369380}"/>
              </a:ext>
            </a:extLst>
          </p:cNvPr>
          <p:cNvSpPr/>
          <p:nvPr/>
        </p:nvSpPr>
        <p:spPr>
          <a:xfrm>
            <a:off x="711200" y="16891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BDCD419-9A3F-410E-9F25-5347B6CC7EBF}"/>
              </a:ext>
            </a:extLst>
          </p:cNvPr>
          <p:cNvSpPr txBox="1"/>
          <p:nvPr/>
        </p:nvSpPr>
        <p:spPr>
          <a:xfrm>
            <a:off x="13970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Scanner não encontra nada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448F18A-04F2-4EE8-8A63-A363AAA574FA}"/>
              </a:ext>
            </a:extLst>
          </p:cNvPr>
          <p:cNvSpPr txBox="1"/>
          <p:nvPr/>
        </p:nvSpPr>
        <p:spPr>
          <a:xfrm>
            <a:off x="13970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Endereços = 0x00 ou 0x7F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B3531D6-C94A-43EC-94D3-AA2C89806003}"/>
              </a:ext>
            </a:extLst>
          </p:cNvPr>
          <p:cNvSpPr txBox="1"/>
          <p:nvPr/>
        </p:nvSpPr>
        <p:spPr>
          <a:xfrm>
            <a:off x="13970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Faltam pull-ups (4.7kΩ a 10kΩ em SDA e SCL) ou GPIOs trocados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2AE9285-9DAA-45C1-99D0-25F183589587}"/>
              </a:ext>
            </a:extLst>
          </p:cNvPr>
          <p:cNvSpPr/>
          <p:nvPr/>
        </p:nvSpPr>
        <p:spPr>
          <a:xfrm>
            <a:off x="63246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38A297A7-BF26-4DB2-A10B-5E2F825D788C}"/>
              </a:ext>
            </a:extLst>
          </p:cNvPr>
          <p:cNvSpPr/>
          <p:nvPr/>
        </p:nvSpPr>
        <p:spPr>
          <a:xfrm>
            <a:off x="6527800" y="16891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7732ECE-C76A-46D1-8EE8-55B75A503D79}"/>
              </a:ext>
            </a:extLst>
          </p:cNvPr>
          <p:cNvSpPr txBox="1"/>
          <p:nvPr/>
        </p:nvSpPr>
        <p:spPr>
          <a:xfrm>
            <a:off x="72136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Bus trava em LOW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31F873E-C18C-4003-BD4E-764A4108F6F0}"/>
              </a:ext>
            </a:extLst>
          </p:cNvPr>
          <p:cNvSpPr txBox="1"/>
          <p:nvPr/>
        </p:nvSpPr>
        <p:spPr>
          <a:xfrm>
            <a:off x="72136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Slave fica puxando SDA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F66B0DC-9D47-42FF-9F53-E8C9FAEE180F}"/>
              </a:ext>
            </a:extLst>
          </p:cNvPr>
          <p:cNvSpPr txBox="1"/>
          <p:nvPr/>
        </p:nvSpPr>
        <p:spPr>
          <a:xfrm>
            <a:off x="72136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Reset por software: gerar 9 pulsos de clock manualmente + STOP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9A500F81-8CAD-49BC-8060-F5ADECB5823D}"/>
              </a:ext>
            </a:extLst>
          </p:cNvPr>
          <p:cNvSpPr/>
          <p:nvPr/>
        </p:nvSpPr>
        <p:spPr>
          <a:xfrm>
            <a:off x="5080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15A33A6-545A-47DB-A17B-4F86F5B37DBA}"/>
              </a:ext>
            </a:extLst>
          </p:cNvPr>
          <p:cNvSpPr/>
          <p:nvPr/>
        </p:nvSpPr>
        <p:spPr>
          <a:xfrm>
            <a:off x="711200" y="34925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555EBA6-20B1-441C-91D7-2DE089B99F73}"/>
              </a:ext>
            </a:extLst>
          </p:cNvPr>
          <p:cNvSpPr txBox="1"/>
          <p:nvPr/>
        </p:nvSpPr>
        <p:spPr>
          <a:xfrm>
            <a:off x="13970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NACK no segundo byte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455A73C7-A293-4B20-A46D-0416CC75B4A3}"/>
              </a:ext>
            </a:extLst>
          </p:cNvPr>
          <p:cNvSpPr txBox="1"/>
          <p:nvPr/>
        </p:nvSpPr>
        <p:spPr>
          <a:xfrm>
            <a:off x="13970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Endereço OK mas dados falham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48E35E7-DFAB-49C1-B6A9-919F3BCDDA16}"/>
              </a:ext>
            </a:extLst>
          </p:cNvPr>
          <p:cNvSpPr txBox="1"/>
          <p:nvPr/>
        </p:nvSpPr>
        <p:spPr>
          <a:xfrm>
            <a:off x="13970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Verifique endereço do registrador no datasheet (8-bit vs 16-bit)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31BFBC8A-F1FC-492C-B814-D791A0BE35A6}"/>
              </a:ext>
            </a:extLst>
          </p:cNvPr>
          <p:cNvSpPr/>
          <p:nvPr/>
        </p:nvSpPr>
        <p:spPr>
          <a:xfrm>
            <a:off x="63246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C561DE97-B859-4BFE-A0D0-AD4C629051A4}"/>
              </a:ext>
            </a:extLst>
          </p:cNvPr>
          <p:cNvSpPr/>
          <p:nvPr/>
        </p:nvSpPr>
        <p:spPr>
          <a:xfrm>
            <a:off x="6527800" y="34925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2F35980-30C3-4A29-ACB6-9D71822B845E}"/>
              </a:ext>
            </a:extLst>
          </p:cNvPr>
          <p:cNvSpPr txBox="1"/>
          <p:nvPr/>
        </p:nvSpPr>
        <p:spPr>
          <a:xfrm>
            <a:off x="72136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Erro só em alta velocidade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F00553F4-B9E2-4BE1-A832-8DACE2252E83}"/>
              </a:ext>
            </a:extLst>
          </p:cNvPr>
          <p:cNvSpPr txBox="1"/>
          <p:nvPr/>
        </p:nvSpPr>
        <p:spPr>
          <a:xfrm>
            <a:off x="72136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Funciona em 100kHz, falha em 400kHz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6A1B845-CA46-4C00-896B-C5C212F7BE2C}"/>
              </a:ext>
            </a:extLst>
          </p:cNvPr>
          <p:cNvSpPr txBox="1"/>
          <p:nvPr/>
        </p:nvSpPr>
        <p:spPr>
          <a:xfrm>
            <a:off x="72136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Capacitância do bus muito alta — reduza pull-ups ou frequência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0D1966E7-EF0E-42C9-A6D6-16CEABEA5CEA}"/>
              </a:ext>
            </a:extLst>
          </p:cNvPr>
          <p:cNvSpPr/>
          <p:nvPr/>
        </p:nvSpPr>
        <p:spPr>
          <a:xfrm>
            <a:off x="5080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044A4661-0756-4784-911C-C19556F19522}"/>
              </a:ext>
            </a:extLst>
          </p:cNvPr>
          <p:cNvSpPr/>
          <p:nvPr/>
        </p:nvSpPr>
        <p:spPr>
          <a:xfrm>
            <a:off x="711200" y="52959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0A9FD289-4154-431B-B35B-FE3CA5862CAA}"/>
              </a:ext>
            </a:extLst>
          </p:cNvPr>
          <p:cNvSpPr txBox="1"/>
          <p:nvPr/>
        </p:nvSpPr>
        <p:spPr>
          <a:xfrm>
            <a:off x="13970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Conflito de endereços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047C10B2-FD59-4DDB-8EA2-3812CD4BE4E5}"/>
              </a:ext>
            </a:extLst>
          </p:cNvPr>
          <p:cNvSpPr txBox="1"/>
          <p:nvPr/>
        </p:nvSpPr>
        <p:spPr>
          <a:xfrm>
            <a:off x="13970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2 sensores com mesmo addr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B9412172-A0FB-4532-B736-5E1DFCACFC6F}"/>
              </a:ext>
            </a:extLst>
          </p:cNvPr>
          <p:cNvSpPr txBox="1"/>
          <p:nvPr/>
        </p:nvSpPr>
        <p:spPr>
          <a:xfrm>
            <a:off x="13970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Mude pino A0/SA (alguns sensores têm), use I²C multiplexer (TCA9548A)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38EFEA69-634A-4360-9821-37A79E505CFF}"/>
              </a:ext>
            </a:extLst>
          </p:cNvPr>
          <p:cNvSpPr/>
          <p:nvPr/>
        </p:nvSpPr>
        <p:spPr>
          <a:xfrm>
            <a:off x="63246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9B88B6DE-7D90-4F96-BDDB-0A4031F2288A}"/>
              </a:ext>
            </a:extLst>
          </p:cNvPr>
          <p:cNvSpPr/>
          <p:nvPr/>
        </p:nvSpPr>
        <p:spPr>
          <a:xfrm>
            <a:off x="6527800" y="52959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DF7F3513-0914-49ED-9AA7-7FA9878751C3}"/>
              </a:ext>
            </a:extLst>
          </p:cNvPr>
          <p:cNvSpPr txBox="1"/>
          <p:nvPr/>
        </p:nvSpPr>
        <p:spPr>
          <a:xfrm>
            <a:off x="72136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Leitura intermitente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AD80B070-15E9-4C97-B56A-5B4C6E52D5C4}"/>
              </a:ext>
            </a:extLst>
          </p:cNvPr>
          <p:cNvSpPr txBox="1"/>
          <p:nvPr/>
        </p:nvSpPr>
        <p:spPr>
          <a:xfrm>
            <a:off x="72136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Funciona às vezes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0A150E8F-5C0E-4AD9-9BCC-AC089ADC3CFE}"/>
              </a:ext>
            </a:extLst>
          </p:cNvPr>
          <p:cNvSpPr txBox="1"/>
          <p:nvPr/>
        </p:nvSpPr>
        <p:spPr>
          <a:xfrm>
            <a:off x="72136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Fios muito longos, ruído ou falta de GND comum</a:t>
            </a:r>
          </a:p>
        </p:txBody>
      </p:sp>
    </p:spTree>
    <p:extLst>
      <p:ext uri="{BB962C8B-B14F-4D97-AF65-F5344CB8AC3E}">
        <p14:creationId xmlns:p14="http://schemas.microsoft.com/office/powerpoint/2010/main" val="10886981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E750742-2286-4D3A-A84D-2911D7D49504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17A8AE0-BA25-42C4-9DE6-585E6C4D0158}"/>
              </a:ext>
            </a:extLst>
          </p:cNvPr>
          <p:cNvSpPr txBox="1"/>
          <p:nvPr/>
        </p:nvSpPr>
        <p:spPr>
          <a:xfrm>
            <a:off x="508000" y="228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4FC3F7"/>
                </a:solidFill>
                <a:latin typeface="Inter"/>
              </a:rPr>
              <a:t>TROUBLESHOOTING · SPI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6F1795E-8362-485F-857E-8F8159E7CAD5}"/>
              </a:ext>
            </a:extLst>
          </p:cNvPr>
          <p:cNvSpPr txBox="1"/>
          <p:nvPr/>
        </p:nvSpPr>
        <p:spPr>
          <a:xfrm>
            <a:off x="508000" y="5334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Problemas mais comuns em SPI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5DFAA8AD-0049-4713-82A0-7D59C7B39B0E}"/>
              </a:ext>
            </a:extLst>
          </p:cNvPr>
          <p:cNvSpPr/>
          <p:nvPr/>
        </p:nvSpPr>
        <p:spPr>
          <a:xfrm>
            <a:off x="5080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5283F4F7-8993-4805-AE6E-E4E266AE8701}"/>
              </a:ext>
            </a:extLst>
          </p:cNvPr>
          <p:cNvSpPr/>
          <p:nvPr/>
        </p:nvSpPr>
        <p:spPr>
          <a:xfrm>
            <a:off x="711200" y="16891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0F082ED-27F6-4DF6-B7B7-9BA408348D78}"/>
              </a:ext>
            </a:extLst>
          </p:cNvPr>
          <p:cNvSpPr txBox="1"/>
          <p:nvPr/>
        </p:nvSpPr>
        <p:spPr>
          <a:xfrm>
            <a:off x="13970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Display fica todo branco / preto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1486027-1BF6-4509-A615-5A71C6D7BCD2}"/>
              </a:ext>
            </a:extLst>
          </p:cNvPr>
          <p:cNvSpPr txBox="1"/>
          <p:nvPr/>
        </p:nvSpPr>
        <p:spPr>
          <a:xfrm>
            <a:off x="13970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Nada aparece após init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5CA63DD-75D8-49D6-9DA1-7446B691FFC0}"/>
              </a:ext>
            </a:extLst>
          </p:cNvPr>
          <p:cNvSpPr txBox="1"/>
          <p:nvPr/>
        </p:nvSpPr>
        <p:spPr>
          <a:xfrm>
            <a:off x="13970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Modo SPI errado (CPOL/CPHA) — teste os 4 modos no SPISettings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4AF97411-10E1-4128-82C6-90B9719737DC}"/>
              </a:ext>
            </a:extLst>
          </p:cNvPr>
          <p:cNvSpPr/>
          <p:nvPr/>
        </p:nvSpPr>
        <p:spPr>
          <a:xfrm>
            <a:off x="63246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20C0B76-89A4-4D8C-89DD-04026EEA855A}"/>
              </a:ext>
            </a:extLst>
          </p:cNvPr>
          <p:cNvSpPr/>
          <p:nvPr/>
        </p:nvSpPr>
        <p:spPr>
          <a:xfrm>
            <a:off x="6527800" y="16891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F88C7C9-C5B7-4B95-957E-9628A5088841}"/>
              </a:ext>
            </a:extLst>
          </p:cNvPr>
          <p:cNvSpPr txBox="1"/>
          <p:nvPr/>
        </p:nvSpPr>
        <p:spPr>
          <a:xfrm>
            <a:off x="72136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Dados deslocados ou invertidos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572C9EF-5C60-445B-BCC7-044C96DE0FF1}"/>
              </a:ext>
            </a:extLst>
          </p:cNvPr>
          <p:cNvSpPr txBox="1"/>
          <p:nvPr/>
        </p:nvSpPr>
        <p:spPr>
          <a:xfrm>
            <a:off x="72136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Pixels ou bytes errados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98A0AFB-2AA3-4A1F-A27B-6D8BDAF257F7}"/>
              </a:ext>
            </a:extLst>
          </p:cNvPr>
          <p:cNvSpPr txBox="1"/>
          <p:nvPr/>
        </p:nvSpPr>
        <p:spPr>
          <a:xfrm>
            <a:off x="72136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065F46"/>
                </a:solidFill>
                <a:latin typeface="Inter"/>
              </a:rPr>
              <a:t>✓ Fix: Bit order trocado — MSBFIRST ou LSBFIRST no SPISettings</a:t>
            </a:r>
            <a:endParaRPr lang="pt-BR" sz="1300">
              <a:solidFill>
                <a:srgbClr val="065F46"/>
              </a:solidFill>
              <a:latin typeface="Inter"/>
            </a:endParaRP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67A13E2-DE76-41F0-87B1-E4B27F847BDC}"/>
              </a:ext>
            </a:extLst>
          </p:cNvPr>
          <p:cNvSpPr/>
          <p:nvPr/>
        </p:nvSpPr>
        <p:spPr>
          <a:xfrm>
            <a:off x="5080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4060554-DD21-40E0-A468-A4AD34E2EBE9}"/>
              </a:ext>
            </a:extLst>
          </p:cNvPr>
          <p:cNvSpPr/>
          <p:nvPr/>
        </p:nvSpPr>
        <p:spPr>
          <a:xfrm>
            <a:off x="711200" y="34925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32D0EE1-5ECA-4932-A92E-84D987E8AF4B}"/>
              </a:ext>
            </a:extLst>
          </p:cNvPr>
          <p:cNvSpPr txBox="1"/>
          <p:nvPr/>
        </p:nvSpPr>
        <p:spPr>
          <a:xfrm>
            <a:off x="13970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CS de outro slave responde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179ECF8-2B4F-4507-88B1-C03198BA7454}"/>
              </a:ext>
            </a:extLst>
          </p:cNvPr>
          <p:cNvSpPr txBox="1"/>
          <p:nvPr/>
        </p:nvSpPr>
        <p:spPr>
          <a:xfrm>
            <a:off x="13970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Slaves se atrapalham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793CF50-3A88-4394-B06A-3855C9C957E9}"/>
              </a:ext>
            </a:extLst>
          </p:cNvPr>
          <p:cNvSpPr txBox="1"/>
          <p:nvPr/>
        </p:nvSpPr>
        <p:spPr>
          <a:xfrm>
            <a:off x="13970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CS inativo precisa estar em HIGH antes de qualquer transação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05AB04FD-F9A6-455B-A59C-F7D7D23257C2}"/>
              </a:ext>
            </a:extLst>
          </p:cNvPr>
          <p:cNvSpPr/>
          <p:nvPr/>
        </p:nvSpPr>
        <p:spPr>
          <a:xfrm>
            <a:off x="63246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9EBCB4F5-F844-4336-888B-7C234A71A769}"/>
              </a:ext>
            </a:extLst>
          </p:cNvPr>
          <p:cNvSpPr/>
          <p:nvPr/>
        </p:nvSpPr>
        <p:spPr>
          <a:xfrm>
            <a:off x="6527800" y="34925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AD3595B-7868-4476-BA8F-A0A8A675E89D}"/>
              </a:ext>
            </a:extLst>
          </p:cNvPr>
          <p:cNvSpPr txBox="1"/>
          <p:nvPr/>
        </p:nvSpPr>
        <p:spPr>
          <a:xfrm>
            <a:off x="72136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Falha em alta frequência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7D8E175-2DBB-43E9-B91B-7163896DAD17}"/>
              </a:ext>
            </a:extLst>
          </p:cNvPr>
          <p:cNvSpPr txBox="1"/>
          <p:nvPr/>
        </p:nvSpPr>
        <p:spPr>
          <a:xfrm>
            <a:off x="72136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OK em 1MHz, falha em 40MHz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EA6F24FF-F221-44E7-A1F1-DC616763612D}"/>
              </a:ext>
            </a:extLst>
          </p:cNvPr>
          <p:cNvSpPr txBox="1"/>
          <p:nvPr/>
        </p:nvSpPr>
        <p:spPr>
          <a:xfrm>
            <a:off x="72136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Fios muito longos, sem GND adjacente; encurtar ou reduzir clock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2608CEFE-78EF-4F34-9470-60434C413FFB}"/>
              </a:ext>
            </a:extLst>
          </p:cNvPr>
          <p:cNvSpPr/>
          <p:nvPr/>
        </p:nvSpPr>
        <p:spPr>
          <a:xfrm>
            <a:off x="5080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6642D585-E225-452A-A35C-5BC8138A80A0}"/>
              </a:ext>
            </a:extLst>
          </p:cNvPr>
          <p:cNvSpPr/>
          <p:nvPr/>
        </p:nvSpPr>
        <p:spPr>
          <a:xfrm>
            <a:off x="711200" y="52959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EA555F3-EA05-48CF-82E7-4DDD0128F969}"/>
              </a:ext>
            </a:extLst>
          </p:cNvPr>
          <p:cNvSpPr txBox="1"/>
          <p:nvPr/>
        </p:nvSpPr>
        <p:spPr>
          <a:xfrm>
            <a:off x="13970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MISO sempre lê 0xFF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A7EFA9A3-5C09-44E2-A971-86D4B60D7FA4}"/>
              </a:ext>
            </a:extLst>
          </p:cNvPr>
          <p:cNvSpPr txBox="1"/>
          <p:nvPr/>
        </p:nvSpPr>
        <p:spPr>
          <a:xfrm>
            <a:off x="13970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Master só recebe 0xFF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72D3386-E038-4599-B1A0-6216809463DA}"/>
              </a:ext>
            </a:extLst>
          </p:cNvPr>
          <p:cNvSpPr txBox="1"/>
          <p:nvPr/>
        </p:nvSpPr>
        <p:spPr>
          <a:xfrm>
            <a:off x="13970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Slave não selecionado, sem alimentação, ou MISO em alta-Z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0B8B61C4-1E70-4747-BE79-F55E47730C57}"/>
              </a:ext>
            </a:extLst>
          </p:cNvPr>
          <p:cNvSpPr/>
          <p:nvPr/>
        </p:nvSpPr>
        <p:spPr>
          <a:xfrm>
            <a:off x="63246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836B84AC-AF51-4F91-A8F7-1D59F4065EA1}"/>
              </a:ext>
            </a:extLst>
          </p:cNvPr>
          <p:cNvSpPr/>
          <p:nvPr/>
        </p:nvSpPr>
        <p:spPr>
          <a:xfrm>
            <a:off x="6527800" y="52959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92CC2163-BD94-462F-9EAB-A3763CCE1A71}"/>
              </a:ext>
            </a:extLst>
          </p:cNvPr>
          <p:cNvSpPr txBox="1"/>
          <p:nvPr/>
        </p:nvSpPr>
        <p:spPr>
          <a:xfrm>
            <a:off x="72136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ESP32 reinicia ao usar SD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05272735-1A20-43EC-B50B-3CAF7DD1D6EE}"/>
              </a:ext>
            </a:extLst>
          </p:cNvPr>
          <p:cNvSpPr txBox="1"/>
          <p:nvPr/>
        </p:nvSpPr>
        <p:spPr>
          <a:xfrm>
            <a:off x="72136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Brownout / reset durante write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4D0B1EA6-4BC7-495A-AC89-F06206BF23D9}"/>
              </a:ext>
            </a:extLst>
          </p:cNvPr>
          <p:cNvSpPr txBox="1"/>
          <p:nvPr/>
        </p:nvSpPr>
        <p:spPr>
          <a:xfrm>
            <a:off x="72136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Cartão SD puxa corrente — usar fonte 3.3V estável + capacitor</a:t>
            </a:r>
          </a:p>
        </p:txBody>
      </p:sp>
    </p:spTree>
    <p:extLst>
      <p:ext uri="{BB962C8B-B14F-4D97-AF65-F5344CB8AC3E}">
        <p14:creationId xmlns:p14="http://schemas.microsoft.com/office/powerpoint/2010/main" val="11473179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7748450-D51D-40C2-94A8-8290DE2CB63D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B09BD5E-F5FC-464A-85C4-C48A26A9867A}"/>
              </a:ext>
            </a:extLst>
          </p:cNvPr>
          <p:cNvSpPr txBox="1"/>
          <p:nvPr/>
        </p:nvSpPr>
        <p:spPr>
          <a:xfrm>
            <a:off x="508000" y="228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9F7AEA"/>
                </a:solidFill>
                <a:latin typeface="Inter"/>
              </a:rPr>
              <a:t>TROUBLESHOOTING · UART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E45617F-1B9B-4160-92D4-233E4BBFB0F7}"/>
              </a:ext>
            </a:extLst>
          </p:cNvPr>
          <p:cNvSpPr txBox="1"/>
          <p:nvPr/>
        </p:nvSpPr>
        <p:spPr>
          <a:xfrm>
            <a:off x="508000" y="5334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000" b="1">
                <a:solidFill>
                  <a:srgbClr val="1A1A2E"/>
                </a:solidFill>
                <a:latin typeface="Inter"/>
              </a:rPr>
              <a:t>Problemas mais comuns em UART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EAFAFCFF-AEB3-477F-AF4E-811A0367A2DB}"/>
              </a:ext>
            </a:extLst>
          </p:cNvPr>
          <p:cNvSpPr/>
          <p:nvPr/>
        </p:nvSpPr>
        <p:spPr>
          <a:xfrm>
            <a:off x="5080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DD4FA4AF-3DE5-4468-A5D2-C011462DD912}"/>
              </a:ext>
            </a:extLst>
          </p:cNvPr>
          <p:cNvSpPr/>
          <p:nvPr/>
        </p:nvSpPr>
        <p:spPr>
          <a:xfrm>
            <a:off x="711200" y="16891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767DA36-26F5-4167-B759-F74646AC7133}"/>
              </a:ext>
            </a:extLst>
          </p:cNvPr>
          <p:cNvSpPr txBox="1"/>
          <p:nvPr/>
        </p:nvSpPr>
        <p:spPr>
          <a:xfrm>
            <a:off x="13970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Saída só com caracteres lixo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8A13257-1CD2-41EF-B587-460478CB6B15}"/>
              </a:ext>
            </a:extLst>
          </p:cNvPr>
          <p:cNvSpPr txBox="1"/>
          <p:nvPr/>
        </p:nvSpPr>
        <p:spPr>
          <a:xfrm>
            <a:off x="13970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Aparecem ▒♪◊ no monitor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7D76FFD-66BB-47E2-ACB3-58633DC765A0}"/>
              </a:ext>
            </a:extLst>
          </p:cNvPr>
          <p:cNvSpPr txBox="1"/>
          <p:nvPr/>
        </p:nvSpPr>
        <p:spPr>
          <a:xfrm>
            <a:off x="13970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Baud rate diferente entre dispositivos. Confira ambos os lados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39AA9F88-9616-4DDC-9694-8B3431A7DBE7}"/>
              </a:ext>
            </a:extLst>
          </p:cNvPr>
          <p:cNvSpPr/>
          <p:nvPr/>
        </p:nvSpPr>
        <p:spPr>
          <a:xfrm>
            <a:off x="6324600" y="14605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73B77FFB-026E-49D0-8C34-9E19EA1CC423}"/>
              </a:ext>
            </a:extLst>
          </p:cNvPr>
          <p:cNvSpPr/>
          <p:nvPr/>
        </p:nvSpPr>
        <p:spPr>
          <a:xfrm>
            <a:off x="6527800" y="16891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7FC258E-CA95-492C-AD0A-124D8F260E20}"/>
              </a:ext>
            </a:extLst>
          </p:cNvPr>
          <p:cNvSpPr txBox="1"/>
          <p:nvPr/>
        </p:nvSpPr>
        <p:spPr>
          <a:xfrm>
            <a:off x="7213600" y="16383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Não recebe nada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60B1567-8B3E-4590-9728-1D3C8433A896}"/>
              </a:ext>
            </a:extLst>
          </p:cNvPr>
          <p:cNvSpPr txBox="1"/>
          <p:nvPr/>
        </p:nvSpPr>
        <p:spPr>
          <a:xfrm>
            <a:off x="7213600" y="19939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Serial.println funciona, leitura não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7C4BB69-558D-454C-8052-FCD8864A7F90}"/>
              </a:ext>
            </a:extLst>
          </p:cNvPr>
          <p:cNvSpPr txBox="1"/>
          <p:nvPr/>
        </p:nvSpPr>
        <p:spPr>
          <a:xfrm>
            <a:off x="7213600" y="22987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TX→RX trocado. TX de um vai no RX do outro (cross)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176E1F1-546E-4CA2-B8BA-C925F2A9976E}"/>
              </a:ext>
            </a:extLst>
          </p:cNvPr>
          <p:cNvSpPr/>
          <p:nvPr/>
        </p:nvSpPr>
        <p:spPr>
          <a:xfrm>
            <a:off x="5080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03302B58-8F69-4814-85C8-2B116229CC89}"/>
              </a:ext>
            </a:extLst>
          </p:cNvPr>
          <p:cNvSpPr/>
          <p:nvPr/>
        </p:nvSpPr>
        <p:spPr>
          <a:xfrm>
            <a:off x="711200" y="34925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11F2ED8-67E3-476B-AED3-A03D1F3F4104}"/>
              </a:ext>
            </a:extLst>
          </p:cNvPr>
          <p:cNvSpPr txBox="1"/>
          <p:nvPr/>
        </p:nvSpPr>
        <p:spPr>
          <a:xfrm>
            <a:off x="13970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ESP queima após conectar UART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6569207-07FF-45D7-8D6B-456974AF9B3B}"/>
              </a:ext>
            </a:extLst>
          </p:cNvPr>
          <p:cNvSpPr txBox="1"/>
          <p:nvPr/>
        </p:nvSpPr>
        <p:spPr>
          <a:xfrm>
            <a:off x="13970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Smoke / brownout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F8D0C73-AC5D-4F81-884D-FF1059C79391}"/>
              </a:ext>
            </a:extLst>
          </p:cNvPr>
          <p:cNvSpPr txBox="1"/>
          <p:nvPr/>
        </p:nvSpPr>
        <p:spPr>
          <a:xfrm>
            <a:off x="13970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065F46"/>
                </a:solidFill>
                <a:latin typeface="Inter"/>
              </a:rPr>
              <a:t>✓ Fix: Sensor 5V (Arduino) → ESP32 (3.3V). Use level shifter ou divisor</a:t>
            </a:r>
            <a:endParaRPr lang="pt-BR" sz="1300">
              <a:solidFill>
                <a:srgbClr val="065F46"/>
              </a:solidFill>
              <a:latin typeface="Inter"/>
            </a:endParaRP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D3A20449-6695-4D2C-8F84-D572994F0FCE}"/>
              </a:ext>
            </a:extLst>
          </p:cNvPr>
          <p:cNvSpPr/>
          <p:nvPr/>
        </p:nvSpPr>
        <p:spPr>
          <a:xfrm>
            <a:off x="6324600" y="32639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AF053391-812B-4EE4-9DE6-C487917B444D}"/>
              </a:ext>
            </a:extLst>
          </p:cNvPr>
          <p:cNvSpPr/>
          <p:nvPr/>
        </p:nvSpPr>
        <p:spPr>
          <a:xfrm>
            <a:off x="6527800" y="34925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D559E91A-F39A-4D4D-B4A0-79EA7CF72ACE}"/>
              </a:ext>
            </a:extLst>
          </p:cNvPr>
          <p:cNvSpPr txBox="1"/>
          <p:nvPr/>
        </p:nvSpPr>
        <p:spPr>
          <a:xfrm>
            <a:off x="7213600" y="34417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Perde caracteres em alta vel.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DA3F4561-4862-4DDB-9517-ECF78DCA8214}"/>
              </a:ext>
            </a:extLst>
          </p:cNvPr>
          <p:cNvSpPr txBox="1"/>
          <p:nvPr/>
        </p:nvSpPr>
        <p:spPr>
          <a:xfrm>
            <a:off x="7213600" y="37973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Recebe metade da mensagem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2363AF38-1680-4682-B1D4-E5EA25EDDFD8}"/>
              </a:ext>
            </a:extLst>
          </p:cNvPr>
          <p:cNvSpPr txBox="1"/>
          <p:nvPr/>
        </p:nvSpPr>
        <p:spPr>
          <a:xfrm>
            <a:off x="7213600" y="41021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Buffer cheio. Aumente buffer ou use HardwareSerial.setRxBufferSize()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213B05D7-91CB-4B29-B03A-C42134AD56E2}"/>
              </a:ext>
            </a:extLst>
          </p:cNvPr>
          <p:cNvSpPr/>
          <p:nvPr/>
        </p:nvSpPr>
        <p:spPr>
          <a:xfrm>
            <a:off x="5080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6FAF9E43-ACE1-4774-AF9C-3AB9C0AA839C}"/>
              </a:ext>
            </a:extLst>
          </p:cNvPr>
          <p:cNvSpPr/>
          <p:nvPr/>
        </p:nvSpPr>
        <p:spPr>
          <a:xfrm>
            <a:off x="711200" y="52959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4A9D2525-9B4F-497C-8FFE-943A57F7FAD4}"/>
              </a:ext>
            </a:extLst>
          </p:cNvPr>
          <p:cNvSpPr txBox="1"/>
          <p:nvPr/>
        </p:nvSpPr>
        <p:spPr>
          <a:xfrm>
            <a:off x="13970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Flash falha após programar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18F33B42-AA03-48D3-8D9F-F17892158CB1}"/>
              </a:ext>
            </a:extLst>
          </p:cNvPr>
          <p:cNvSpPr txBox="1"/>
          <p:nvPr/>
        </p:nvSpPr>
        <p:spPr>
          <a:xfrm>
            <a:off x="13970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ESP só inicia em download mode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75740017-B51C-4282-851E-ACECBEC79AC8}"/>
              </a:ext>
            </a:extLst>
          </p:cNvPr>
          <p:cNvSpPr txBox="1"/>
          <p:nvPr/>
        </p:nvSpPr>
        <p:spPr>
          <a:xfrm>
            <a:off x="13970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UART1 usa GPIO9/10 da SPI flash — evite ou remapeie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339C2465-E806-4622-8675-2F4084BE261C}"/>
              </a:ext>
            </a:extLst>
          </p:cNvPr>
          <p:cNvSpPr/>
          <p:nvPr/>
        </p:nvSpPr>
        <p:spPr>
          <a:xfrm>
            <a:off x="6324600" y="5067300"/>
            <a:ext cx="56134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1553FB09-E39C-4229-8837-2452015982D1}"/>
              </a:ext>
            </a:extLst>
          </p:cNvPr>
          <p:cNvSpPr/>
          <p:nvPr/>
        </p:nvSpPr>
        <p:spPr>
          <a:xfrm>
            <a:off x="6527800" y="52959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21AE0A41-EF43-4B03-9133-49650CD5D149}"/>
              </a:ext>
            </a:extLst>
          </p:cNvPr>
          <p:cNvSpPr txBox="1"/>
          <p:nvPr/>
        </p:nvSpPr>
        <p:spPr>
          <a:xfrm>
            <a:off x="7213600" y="5245100"/>
            <a:ext cx="4533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1A1A2E"/>
                </a:solidFill>
                <a:latin typeface="Inter"/>
              </a:rPr>
              <a:t>Echo: vê o que envia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9F62204B-0404-42D3-B597-888396451C03}"/>
              </a:ext>
            </a:extLst>
          </p:cNvPr>
          <p:cNvSpPr txBox="1"/>
          <p:nvPr/>
        </p:nvSpPr>
        <p:spPr>
          <a:xfrm>
            <a:off x="7213600" y="5600700"/>
            <a:ext cx="45339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7C2D12"/>
                </a:solidFill>
                <a:latin typeface="Inter"/>
              </a:rPr>
              <a:t>✦ Sintoma: Dispositivo eco como GSM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5F27DEA3-BE53-4E83-899B-94946DDC8282}"/>
              </a:ext>
            </a:extLst>
          </p:cNvPr>
          <p:cNvSpPr txBox="1"/>
          <p:nvPr/>
        </p:nvSpPr>
        <p:spPr>
          <a:xfrm>
            <a:off x="7213600" y="5905500"/>
            <a:ext cx="45339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065F46"/>
                </a:solidFill>
                <a:latin typeface="Inter"/>
              </a:rPr>
              <a:t>✓ Fix: Mande 'ATE0' para desligar echo no módulo AT</a:t>
            </a:r>
          </a:p>
        </p:txBody>
      </p:sp>
    </p:spTree>
    <p:extLst>
      <p:ext uri="{BB962C8B-B14F-4D97-AF65-F5344CB8AC3E}">
        <p14:creationId xmlns:p14="http://schemas.microsoft.com/office/powerpoint/2010/main" val="18252935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B959A5D-BB73-4F0F-93DE-26C685FA10C5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EA9338C-3CF6-4093-BB94-14A136F4BFFE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Ferramentas de debug serial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EA1B74C-8872-4069-AF62-2FF2F204454D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Do mais barato ao profissional — escolha pela criticidade do problema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9281E0CF-27D7-4473-8979-F104436CC490}"/>
              </a:ext>
            </a:extLst>
          </p:cNvPr>
          <p:cNvSpPr/>
          <p:nvPr/>
        </p:nvSpPr>
        <p:spPr>
          <a:xfrm>
            <a:off x="425450" y="1460500"/>
            <a:ext cx="27305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53E0E67-E8E7-41C4-96FB-304C9A1FDE70}"/>
              </a:ext>
            </a:extLst>
          </p:cNvPr>
          <p:cNvSpPr/>
          <p:nvPr/>
        </p:nvSpPr>
        <p:spPr>
          <a:xfrm>
            <a:off x="425450" y="1460500"/>
            <a:ext cx="2730500" cy="1016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9EFEEDB-D53F-4955-880D-67561CF8D865}"/>
              </a:ext>
            </a:extLst>
          </p:cNvPr>
          <p:cNvSpPr txBox="1"/>
          <p:nvPr/>
        </p:nvSpPr>
        <p:spPr>
          <a:xfrm>
            <a:off x="654050" y="1816100"/>
            <a:ext cx="50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4400" b="1">
                <a:solidFill>
                  <a:srgbClr val="00D4AA"/>
                </a:solidFill>
                <a:latin typeface="Inter"/>
              </a:rPr>
              <a:t>1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4238DF1-4167-4C06-B28F-028C4DC89F21}"/>
              </a:ext>
            </a:extLst>
          </p:cNvPr>
          <p:cNvSpPr txBox="1"/>
          <p:nvPr/>
        </p:nvSpPr>
        <p:spPr>
          <a:xfrm>
            <a:off x="654050" y="2603500"/>
            <a:ext cx="2349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100" b="1">
                <a:solidFill>
                  <a:srgbClr val="1A1A2E"/>
                </a:solidFill>
                <a:latin typeface="Inter"/>
              </a:rPr>
              <a:t>Multímetro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59295BA-E5F7-4E16-A92A-9AC000837593}"/>
              </a:ext>
            </a:extLst>
          </p:cNvPr>
          <p:cNvSpPr/>
          <p:nvPr/>
        </p:nvSpPr>
        <p:spPr>
          <a:xfrm>
            <a:off x="654050" y="3035300"/>
            <a:ext cx="1270000" cy="330200"/>
          </a:xfrm>
          <a:prstGeom prst="roundRect">
            <a:avLst/>
          </a:prstGeom>
          <a:solidFill>
            <a:srgbClr val="F1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475569"/>
                </a:solidFill>
                <a:latin typeface="Consolas"/>
              </a:rPr>
              <a:t>R$ 50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6DE470E-C57A-4217-8F13-88CA61DBEF3D}"/>
              </a:ext>
            </a:extLst>
          </p:cNvPr>
          <p:cNvSpPr txBox="1"/>
          <p:nvPr/>
        </p:nvSpPr>
        <p:spPr>
          <a:xfrm>
            <a:off x="654050" y="35560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Inter"/>
              </a:rPr>
              <a:t>PARA QUÊ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DFC1E48-9511-47DB-B146-C304B51918BF}"/>
              </a:ext>
            </a:extLst>
          </p:cNvPr>
          <p:cNvSpPr txBox="1"/>
          <p:nvPr/>
        </p:nvSpPr>
        <p:spPr>
          <a:xfrm>
            <a:off x="654050" y="3797300"/>
            <a:ext cx="2349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Continuidade, tensão, terra comum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C95E17-B5F8-4B31-B007-6CF65B0E112D}"/>
              </a:ext>
            </a:extLst>
          </p:cNvPr>
          <p:cNvSpPr txBox="1"/>
          <p:nvPr/>
        </p:nvSpPr>
        <p:spPr>
          <a:xfrm>
            <a:off x="654050" y="47371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00D4AA"/>
                </a:solidFill>
                <a:latin typeface="Inter"/>
              </a:rPr>
              <a:t>QUANDO USAR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CD1F0EF-A7BE-49B3-B9FE-335A6B9D2613}"/>
              </a:ext>
            </a:extLst>
          </p:cNvPr>
          <p:cNvSpPr txBox="1"/>
          <p:nvPr/>
        </p:nvSpPr>
        <p:spPr>
          <a:xfrm>
            <a:off x="654050" y="4978400"/>
            <a:ext cx="2349500" cy="1206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Detecta fios trocados, fonte fraca, conexões soltas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0918F08-F53A-48E1-B77F-F18E2262E505}"/>
              </a:ext>
            </a:extLst>
          </p:cNvPr>
          <p:cNvSpPr/>
          <p:nvPr/>
        </p:nvSpPr>
        <p:spPr>
          <a:xfrm>
            <a:off x="3295650" y="1460500"/>
            <a:ext cx="27305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40769FE-ED13-4110-8042-E919FF86B662}"/>
              </a:ext>
            </a:extLst>
          </p:cNvPr>
          <p:cNvSpPr/>
          <p:nvPr/>
        </p:nvSpPr>
        <p:spPr>
          <a:xfrm>
            <a:off x="3295650" y="1460500"/>
            <a:ext cx="2730500" cy="1016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2DF2A1E-8A75-4C7D-BECF-20171D267CA0}"/>
              </a:ext>
            </a:extLst>
          </p:cNvPr>
          <p:cNvSpPr txBox="1"/>
          <p:nvPr/>
        </p:nvSpPr>
        <p:spPr>
          <a:xfrm>
            <a:off x="3524250" y="1816100"/>
            <a:ext cx="50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4400" b="1">
                <a:solidFill>
                  <a:srgbClr val="4FC3F7"/>
                </a:solidFill>
                <a:latin typeface="Inter"/>
              </a:rPr>
              <a:t>2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9586EA12-4FC1-4A98-ACB7-4DDC5FA23449}"/>
              </a:ext>
            </a:extLst>
          </p:cNvPr>
          <p:cNvSpPr txBox="1"/>
          <p:nvPr/>
        </p:nvSpPr>
        <p:spPr>
          <a:xfrm>
            <a:off x="3524250" y="2603500"/>
            <a:ext cx="2349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100" b="1">
                <a:solidFill>
                  <a:srgbClr val="1A1A2E"/>
                </a:solidFill>
                <a:latin typeface="Inter"/>
              </a:rPr>
              <a:t>Serial Monitor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429E653-6AB2-489F-9893-A8CAA9F16801}"/>
              </a:ext>
            </a:extLst>
          </p:cNvPr>
          <p:cNvSpPr/>
          <p:nvPr/>
        </p:nvSpPr>
        <p:spPr>
          <a:xfrm>
            <a:off x="3524250" y="3035300"/>
            <a:ext cx="1270000" cy="330200"/>
          </a:xfrm>
          <a:prstGeom prst="roundRect">
            <a:avLst/>
          </a:prstGeom>
          <a:solidFill>
            <a:srgbClr val="F1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475569"/>
                </a:solidFill>
                <a:latin typeface="Consolas"/>
              </a:rPr>
              <a:t>Grátis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40C5597-4FE8-40C4-9BDF-B5CC31F4FE01}"/>
              </a:ext>
            </a:extLst>
          </p:cNvPr>
          <p:cNvSpPr txBox="1"/>
          <p:nvPr/>
        </p:nvSpPr>
        <p:spPr>
          <a:xfrm>
            <a:off x="3524250" y="35560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Inter"/>
              </a:rPr>
              <a:t>PARA QUÊ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AC22DFD-8A06-4B81-A522-F935455B7E7C}"/>
              </a:ext>
            </a:extLst>
          </p:cNvPr>
          <p:cNvSpPr txBox="1"/>
          <p:nvPr/>
        </p:nvSpPr>
        <p:spPr>
          <a:xfrm>
            <a:off x="3524250" y="3797300"/>
            <a:ext cx="2349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Console com Serial.print()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ACD2E84-6B08-4591-844D-CB5F17318088}"/>
              </a:ext>
            </a:extLst>
          </p:cNvPr>
          <p:cNvSpPr txBox="1"/>
          <p:nvPr/>
        </p:nvSpPr>
        <p:spPr>
          <a:xfrm>
            <a:off x="3524250" y="47371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4FC3F7"/>
                </a:solidFill>
                <a:latin typeface="Inter"/>
              </a:rPr>
              <a:t>QUANDO USAR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43ADC82-5AC7-4ABC-A76A-620AAA324D02}"/>
              </a:ext>
            </a:extLst>
          </p:cNvPr>
          <p:cNvSpPr txBox="1"/>
          <p:nvPr/>
        </p:nvSpPr>
        <p:spPr>
          <a:xfrm>
            <a:off x="3524250" y="4978400"/>
            <a:ext cx="2349500" cy="1206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Debug de lógica e variáveis em runtime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E2083888-CD12-4529-A6FA-72D896771A54}"/>
              </a:ext>
            </a:extLst>
          </p:cNvPr>
          <p:cNvSpPr/>
          <p:nvPr/>
        </p:nvSpPr>
        <p:spPr>
          <a:xfrm>
            <a:off x="6165850" y="1460500"/>
            <a:ext cx="27305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C6AE4E01-E079-4AC3-BE76-09328BCB47C8}"/>
              </a:ext>
            </a:extLst>
          </p:cNvPr>
          <p:cNvSpPr/>
          <p:nvPr/>
        </p:nvSpPr>
        <p:spPr>
          <a:xfrm>
            <a:off x="6165850" y="1460500"/>
            <a:ext cx="2730500" cy="1016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1EA30E2-D80A-4452-A646-5343E7EA2E50}"/>
              </a:ext>
            </a:extLst>
          </p:cNvPr>
          <p:cNvSpPr txBox="1"/>
          <p:nvPr/>
        </p:nvSpPr>
        <p:spPr>
          <a:xfrm>
            <a:off x="6394450" y="1816100"/>
            <a:ext cx="50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4400" b="1">
                <a:solidFill>
                  <a:srgbClr val="9F7AEA"/>
                </a:solidFill>
                <a:latin typeface="Inter"/>
              </a:rPr>
              <a:t>3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1BC7410C-C65A-4183-BA0E-4F72165FFFA1}"/>
              </a:ext>
            </a:extLst>
          </p:cNvPr>
          <p:cNvSpPr txBox="1"/>
          <p:nvPr/>
        </p:nvSpPr>
        <p:spPr>
          <a:xfrm>
            <a:off x="6394450" y="2603500"/>
            <a:ext cx="2349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100" b="1">
                <a:solidFill>
                  <a:srgbClr val="1A1A2E"/>
                </a:solidFill>
                <a:latin typeface="Inter"/>
              </a:rPr>
              <a:t>Analisador lógico</a:t>
            </a:r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5E234D4-088D-4172-AA8D-BDD6ADB5F67C}"/>
              </a:ext>
            </a:extLst>
          </p:cNvPr>
          <p:cNvSpPr/>
          <p:nvPr/>
        </p:nvSpPr>
        <p:spPr>
          <a:xfrm>
            <a:off x="6394450" y="3035300"/>
            <a:ext cx="1270000" cy="330200"/>
          </a:xfrm>
          <a:prstGeom prst="roundRect">
            <a:avLst/>
          </a:prstGeom>
          <a:solidFill>
            <a:srgbClr val="F1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475569"/>
                </a:solidFill>
                <a:latin typeface="Consolas"/>
              </a:rPr>
              <a:t>R$ 150–500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EA551846-20EC-4CFB-97A7-939227D9C24B}"/>
              </a:ext>
            </a:extLst>
          </p:cNvPr>
          <p:cNvSpPr txBox="1"/>
          <p:nvPr/>
        </p:nvSpPr>
        <p:spPr>
          <a:xfrm>
            <a:off x="6394450" y="35560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Inter"/>
              </a:rPr>
              <a:t>PARA QUÊ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334D2C2-0A08-4704-8504-FFC05985E469}"/>
              </a:ext>
            </a:extLst>
          </p:cNvPr>
          <p:cNvSpPr txBox="1"/>
          <p:nvPr/>
        </p:nvSpPr>
        <p:spPr>
          <a:xfrm>
            <a:off x="6394450" y="3797300"/>
            <a:ext cx="2349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Captura 8+ canais a MHz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A87E50C2-2AEA-4E81-A25D-B79F88494D2A}"/>
              </a:ext>
            </a:extLst>
          </p:cNvPr>
          <p:cNvSpPr txBox="1"/>
          <p:nvPr/>
        </p:nvSpPr>
        <p:spPr>
          <a:xfrm>
            <a:off x="6394450" y="47371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9F7AEA"/>
                </a:solidFill>
                <a:latin typeface="Inter"/>
              </a:rPr>
              <a:t>QUANDO USAR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861113C4-DB60-4F7F-A875-85E5161D7EED}"/>
              </a:ext>
            </a:extLst>
          </p:cNvPr>
          <p:cNvSpPr txBox="1"/>
          <p:nvPr/>
        </p:nvSpPr>
        <p:spPr>
          <a:xfrm>
            <a:off x="6394450" y="4978400"/>
            <a:ext cx="2349500" cy="1206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Decodifica I²C/SPI/UART direto — show de bola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086573C6-9D90-4D40-883B-AE836855390D}"/>
              </a:ext>
            </a:extLst>
          </p:cNvPr>
          <p:cNvSpPr/>
          <p:nvPr/>
        </p:nvSpPr>
        <p:spPr>
          <a:xfrm>
            <a:off x="9036050" y="1460500"/>
            <a:ext cx="2730500" cy="4826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C2544309-6800-4878-AA2C-3E61A101C2B1}"/>
              </a:ext>
            </a:extLst>
          </p:cNvPr>
          <p:cNvSpPr/>
          <p:nvPr/>
        </p:nvSpPr>
        <p:spPr>
          <a:xfrm>
            <a:off x="9036050" y="1460500"/>
            <a:ext cx="2730500" cy="1016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1F9767F4-9917-4230-A1F9-B71DDF9710E8}"/>
              </a:ext>
            </a:extLst>
          </p:cNvPr>
          <p:cNvSpPr txBox="1"/>
          <p:nvPr/>
        </p:nvSpPr>
        <p:spPr>
          <a:xfrm>
            <a:off x="9264650" y="1816100"/>
            <a:ext cx="50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4400" b="1">
                <a:solidFill>
                  <a:srgbClr val="FF6B6B"/>
                </a:solidFill>
                <a:latin typeface="Inter"/>
              </a:rPr>
              <a:t>4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8D0EFA42-4336-4AC5-BD80-77F294524A77}"/>
              </a:ext>
            </a:extLst>
          </p:cNvPr>
          <p:cNvSpPr txBox="1"/>
          <p:nvPr/>
        </p:nvSpPr>
        <p:spPr>
          <a:xfrm>
            <a:off x="9264650" y="2603500"/>
            <a:ext cx="2349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100" b="1">
                <a:solidFill>
                  <a:srgbClr val="1A1A2E"/>
                </a:solidFill>
                <a:latin typeface="Inter"/>
              </a:rPr>
              <a:t>Osciloscópio</a:t>
            </a:r>
          </a:p>
        </p:txBody>
      </p:sp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3A142CD4-FB8E-40EC-98B4-D8A377BAE71D}"/>
              </a:ext>
            </a:extLst>
          </p:cNvPr>
          <p:cNvSpPr/>
          <p:nvPr/>
        </p:nvSpPr>
        <p:spPr>
          <a:xfrm>
            <a:off x="9264650" y="3035300"/>
            <a:ext cx="1270000" cy="330200"/>
          </a:xfrm>
          <a:prstGeom prst="roundRect">
            <a:avLst/>
          </a:prstGeom>
          <a:solidFill>
            <a:srgbClr val="F1F5F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475569"/>
                </a:solidFill>
                <a:latin typeface="Consolas"/>
              </a:rPr>
              <a:t>R$ 1k+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4FACF34-0637-4A61-BCDB-FB1B5F65E9B9}"/>
              </a:ext>
            </a:extLst>
          </p:cNvPr>
          <p:cNvSpPr txBox="1"/>
          <p:nvPr/>
        </p:nvSpPr>
        <p:spPr>
          <a:xfrm>
            <a:off x="9264650" y="35560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FF6B6B"/>
                </a:solidFill>
                <a:latin typeface="Inter"/>
              </a:rPr>
              <a:t>PARA QUÊ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030BA05A-E1CE-4411-8A66-0A57E6E89DBC}"/>
              </a:ext>
            </a:extLst>
          </p:cNvPr>
          <p:cNvSpPr txBox="1"/>
          <p:nvPr/>
        </p:nvSpPr>
        <p:spPr>
          <a:xfrm>
            <a:off x="9264650" y="3797300"/>
            <a:ext cx="2349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1A1A2E"/>
                </a:solidFill>
                <a:latin typeface="Inter"/>
              </a:rPr>
              <a:t>Forma de onda analógica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BE05F8D6-5FA7-4686-9E5F-1C751F82FF79}"/>
              </a:ext>
            </a:extLst>
          </p:cNvPr>
          <p:cNvSpPr txBox="1"/>
          <p:nvPr/>
        </p:nvSpPr>
        <p:spPr>
          <a:xfrm>
            <a:off x="9264650" y="4737100"/>
            <a:ext cx="2349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100" b="1">
                <a:solidFill>
                  <a:srgbClr val="FF6B6B"/>
                </a:solidFill>
                <a:latin typeface="Inter"/>
              </a:rPr>
              <a:t>QUANDO USAR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CEFAE97E-4567-407A-897A-BA2154892855}"/>
              </a:ext>
            </a:extLst>
          </p:cNvPr>
          <p:cNvSpPr txBox="1"/>
          <p:nvPr/>
        </p:nvSpPr>
        <p:spPr>
          <a:xfrm>
            <a:off x="9264650" y="4978400"/>
            <a:ext cx="2349500" cy="1206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Ruído, slew rate, integridade de sinal em alta freq</a:t>
            </a:r>
          </a:p>
        </p:txBody>
      </p:sp>
    </p:spTree>
    <p:extLst>
      <p:ext uri="{BB962C8B-B14F-4D97-AF65-F5344CB8AC3E}">
        <p14:creationId xmlns:p14="http://schemas.microsoft.com/office/powerpoint/2010/main" val="12931577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338AD4E9-A513-4802-ACDB-B8D0EB51EDE8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EA34472-F59A-449B-9059-12FECE216E0F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1A1A2E"/>
                </a:solidFill>
                <a:latin typeface="Inter"/>
              </a:rPr>
              <a:t>Boas práticas de PCB e integridade de sinal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73BB745-4188-4D9C-BB64-03618C820184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600">
                <a:solidFill>
                  <a:srgbClr val="4A5568"/>
                </a:solidFill>
                <a:latin typeface="Inter"/>
              </a:rPr>
              <a:t>Antes de mandar o layout para fabricação, valide cada item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7CA8DD4-AD39-423D-95E3-BFFF6EAC9F92}"/>
              </a:ext>
            </a:extLst>
          </p:cNvPr>
          <p:cNvSpPr/>
          <p:nvPr/>
        </p:nvSpPr>
        <p:spPr>
          <a:xfrm>
            <a:off x="508000" y="13970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3F5DAC1-FEED-450A-B7F7-E4C4646A7C5D}"/>
              </a:ext>
            </a:extLst>
          </p:cNvPr>
          <p:cNvSpPr/>
          <p:nvPr/>
        </p:nvSpPr>
        <p:spPr>
          <a:xfrm>
            <a:off x="508000" y="1397000"/>
            <a:ext cx="3683000" cy="635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E417226B-9C31-4DB3-8509-2365517A2BDB}"/>
              </a:ext>
            </a:extLst>
          </p:cNvPr>
          <p:cNvSpPr/>
          <p:nvPr/>
        </p:nvSpPr>
        <p:spPr>
          <a:xfrm>
            <a:off x="736600" y="1651000"/>
            <a:ext cx="533400" cy="533400"/>
          </a:xfrm>
          <a:prstGeom prst="ellipse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GND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6BEF8F-3CD0-4A2F-BDBB-93E26F0A57D1}"/>
              </a:ext>
            </a:extLst>
          </p:cNvPr>
          <p:cNvSpPr txBox="1"/>
          <p:nvPr/>
        </p:nvSpPr>
        <p:spPr>
          <a:xfrm>
            <a:off x="1422400" y="16256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Plano de terra contínuo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C139ABA-FCC2-492A-8F05-05CE6CB936CA}"/>
              </a:ext>
            </a:extLst>
          </p:cNvPr>
          <p:cNvSpPr txBox="1"/>
          <p:nvPr/>
        </p:nvSpPr>
        <p:spPr>
          <a:xfrm>
            <a:off x="736600" y="23114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Toda placa de sinal digital pede um plano de GND no layer adjacente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E1DA2E9B-304F-42CD-885A-BBA015BC5028}"/>
              </a:ext>
            </a:extLst>
          </p:cNvPr>
          <p:cNvSpPr/>
          <p:nvPr/>
        </p:nvSpPr>
        <p:spPr>
          <a:xfrm>
            <a:off x="4381500" y="13970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C55441C0-6837-4386-B5E7-A66EB5F23F37}"/>
              </a:ext>
            </a:extLst>
          </p:cNvPr>
          <p:cNvSpPr/>
          <p:nvPr/>
        </p:nvSpPr>
        <p:spPr>
          <a:xfrm>
            <a:off x="4381500" y="1397000"/>
            <a:ext cx="3683000" cy="63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D6A9E17A-70D8-4D82-BBED-31C39BB3D0FD}"/>
              </a:ext>
            </a:extLst>
          </p:cNvPr>
          <p:cNvSpPr/>
          <p:nvPr/>
        </p:nvSpPr>
        <p:spPr>
          <a:xfrm>
            <a:off x="4610100" y="1651000"/>
            <a:ext cx="533400" cy="5334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Z₀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A54619B-0EDA-478A-BD07-A18CACE0C60A}"/>
              </a:ext>
            </a:extLst>
          </p:cNvPr>
          <p:cNvSpPr txBox="1"/>
          <p:nvPr/>
        </p:nvSpPr>
        <p:spPr>
          <a:xfrm>
            <a:off x="5295900" y="16256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Cuide do casamento de impedância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803D115-546C-4B34-BAAA-C2E94F8B822A}"/>
              </a:ext>
            </a:extLst>
          </p:cNvPr>
          <p:cNvSpPr txBox="1"/>
          <p:nvPr/>
        </p:nvSpPr>
        <p:spPr>
          <a:xfrm>
            <a:off x="4610100" y="23114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Em SPI &gt; 10 MHz e I²S, mantenha trilhas curtas e roteie em par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06EF571-F15E-450C-9C59-BE982B56BB54}"/>
              </a:ext>
            </a:extLst>
          </p:cNvPr>
          <p:cNvSpPr/>
          <p:nvPr/>
        </p:nvSpPr>
        <p:spPr>
          <a:xfrm>
            <a:off x="8255000" y="13970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69F73614-874F-449F-9C82-E58B28EEF173}"/>
              </a:ext>
            </a:extLst>
          </p:cNvPr>
          <p:cNvSpPr/>
          <p:nvPr/>
        </p:nvSpPr>
        <p:spPr>
          <a:xfrm>
            <a:off x="8255000" y="1397000"/>
            <a:ext cx="3683000" cy="635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7BD54D7A-3351-4755-8401-8917F89FFBCA}"/>
              </a:ext>
            </a:extLst>
          </p:cNvPr>
          <p:cNvSpPr/>
          <p:nvPr/>
        </p:nvSpPr>
        <p:spPr>
          <a:xfrm>
            <a:off x="8483600" y="1651000"/>
            <a:ext cx="533400" cy="5334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l-GR" sz="1600" b="1">
                <a:solidFill>
                  <a:srgbClr val="FFFFFF"/>
                </a:solidFill>
                <a:latin typeface="Inter"/>
              </a:rPr>
              <a:t>Ω</a:t>
            </a:r>
            <a:endParaRPr lang="pt-BR" sz="1600" b="1">
              <a:solidFill>
                <a:srgbClr val="FFFFFF"/>
              </a:solidFill>
              <a:latin typeface="Inter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B5698A3-0554-4A95-A895-A86A08C02C9F}"/>
              </a:ext>
            </a:extLst>
          </p:cNvPr>
          <p:cNvSpPr txBox="1"/>
          <p:nvPr/>
        </p:nvSpPr>
        <p:spPr>
          <a:xfrm>
            <a:off x="9169400" y="16256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Pull-ups I²C dimensionados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5C419FB9-0E36-4419-9491-548D1A940BF6}"/>
              </a:ext>
            </a:extLst>
          </p:cNvPr>
          <p:cNvSpPr txBox="1"/>
          <p:nvPr/>
        </p:nvSpPr>
        <p:spPr>
          <a:xfrm>
            <a:off x="8483600" y="23114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Quanto maior a capacitância do bus, menor o valor (mín. 1kΩ)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1FA1A965-806B-4BCD-B0F6-4D9B9B5E797B}"/>
              </a:ext>
            </a:extLst>
          </p:cNvPr>
          <p:cNvSpPr/>
          <p:nvPr/>
        </p:nvSpPr>
        <p:spPr>
          <a:xfrm>
            <a:off x="508000" y="32385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D460E912-C579-4E89-BED1-515686F009F4}"/>
              </a:ext>
            </a:extLst>
          </p:cNvPr>
          <p:cNvSpPr/>
          <p:nvPr/>
        </p:nvSpPr>
        <p:spPr>
          <a:xfrm>
            <a:off x="508000" y="3238500"/>
            <a:ext cx="3683000" cy="635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1037D60C-34AB-4159-A0A6-FCE6BDE3E95C}"/>
              </a:ext>
            </a:extLst>
          </p:cNvPr>
          <p:cNvSpPr/>
          <p:nvPr/>
        </p:nvSpPr>
        <p:spPr>
          <a:xfrm>
            <a:off x="736600" y="3492500"/>
            <a:ext cx="533400" cy="5334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1A1A2E"/>
                </a:solidFill>
                <a:latin typeface="Inter"/>
              </a:rPr>
              <a:t>C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7D5E9D5-0DAA-4111-B8B3-63C9C07DB833}"/>
              </a:ext>
            </a:extLst>
          </p:cNvPr>
          <p:cNvSpPr txBox="1"/>
          <p:nvPr/>
        </p:nvSpPr>
        <p:spPr>
          <a:xfrm>
            <a:off x="1422400" y="34671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Capacitor de bypass por CI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125917A7-E4CD-40EE-8BE0-0D750179164E}"/>
              </a:ext>
            </a:extLst>
          </p:cNvPr>
          <p:cNvSpPr txBox="1"/>
          <p:nvPr/>
        </p:nvSpPr>
        <p:spPr>
          <a:xfrm>
            <a:off x="736600" y="41529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100 nF cerâmico o mais próximo possível do pino de Vcc</a:t>
            </a: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3FB5DA49-04C1-4F6B-B5CA-1355C29FC998}"/>
              </a:ext>
            </a:extLst>
          </p:cNvPr>
          <p:cNvSpPr/>
          <p:nvPr/>
        </p:nvSpPr>
        <p:spPr>
          <a:xfrm>
            <a:off x="4381500" y="32385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E34E913B-72B0-4386-9496-3036BF1552F0}"/>
              </a:ext>
            </a:extLst>
          </p:cNvPr>
          <p:cNvSpPr/>
          <p:nvPr/>
        </p:nvSpPr>
        <p:spPr>
          <a:xfrm>
            <a:off x="4381500" y="3238500"/>
            <a:ext cx="3683000" cy="635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7FEB208B-C1A7-4B07-9F29-F004D4DFF1C0}"/>
              </a:ext>
            </a:extLst>
          </p:cNvPr>
          <p:cNvSpPr/>
          <p:nvPr/>
        </p:nvSpPr>
        <p:spPr>
          <a:xfrm>
            <a:off x="4610100" y="3492500"/>
            <a:ext cx="533400" cy="5334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✱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D985C5C-7784-49C8-94C1-98CE26E779A8}"/>
              </a:ext>
            </a:extLst>
          </p:cNvPr>
          <p:cNvSpPr txBox="1"/>
          <p:nvPr/>
        </p:nvSpPr>
        <p:spPr>
          <a:xfrm>
            <a:off x="5295900" y="34671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Estrela única no GND analógico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FE3691F0-3DDE-47D8-A532-E5D6797FEF76}"/>
              </a:ext>
            </a:extLst>
          </p:cNvPr>
          <p:cNvSpPr txBox="1"/>
          <p:nvPr/>
        </p:nvSpPr>
        <p:spPr>
          <a:xfrm>
            <a:off x="4610100" y="41529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Áudio (I²S, DAC) merece GND separado, juntando em 1 ponto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80518199-77B8-41A6-8260-D69468D9247E}"/>
              </a:ext>
            </a:extLst>
          </p:cNvPr>
          <p:cNvSpPr/>
          <p:nvPr/>
        </p:nvSpPr>
        <p:spPr>
          <a:xfrm>
            <a:off x="8255000" y="3238500"/>
            <a:ext cx="3683000" cy="1651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3FF84291-6A22-49A0-BE1B-D4D45793DBF2}"/>
              </a:ext>
            </a:extLst>
          </p:cNvPr>
          <p:cNvSpPr/>
          <p:nvPr/>
        </p:nvSpPr>
        <p:spPr>
          <a:xfrm>
            <a:off x="8255000" y="3238500"/>
            <a:ext cx="3683000" cy="635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532794BD-CA48-46AC-9D4B-D65BFE3B5887}"/>
              </a:ext>
            </a:extLst>
          </p:cNvPr>
          <p:cNvSpPr/>
          <p:nvPr/>
        </p:nvSpPr>
        <p:spPr>
          <a:xfrm>
            <a:off x="8483600" y="3492500"/>
            <a:ext cx="533400" cy="5334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600" b="1">
                <a:solidFill>
                  <a:srgbClr val="FFFFFF"/>
                </a:solidFill>
                <a:latin typeface="Inter"/>
              </a:rPr>
              <a:t>↯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CB2FC12F-43B5-4D0A-BF5A-D39121D570AF}"/>
              </a:ext>
            </a:extLst>
          </p:cNvPr>
          <p:cNvSpPr txBox="1"/>
          <p:nvPr/>
        </p:nvSpPr>
        <p:spPr>
          <a:xfrm>
            <a:off x="9169400" y="3467100"/>
            <a:ext cx="2667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Proteção em fios longos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A3E873E1-CB60-45C1-A97F-A2D94FC0D61C}"/>
              </a:ext>
            </a:extLst>
          </p:cNvPr>
          <p:cNvSpPr txBox="1"/>
          <p:nvPr/>
        </p:nvSpPr>
        <p:spPr>
          <a:xfrm>
            <a:off x="8483600" y="4152900"/>
            <a:ext cx="330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300">
                <a:solidFill>
                  <a:srgbClr val="475569"/>
                </a:solidFill>
                <a:latin typeface="Inter"/>
              </a:rPr>
              <a:t>Diodo TVS + resistor de série em UART/I²C que sai da placa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E32D5062-063F-4CF9-8FDE-C9CA36576EF0}"/>
              </a:ext>
            </a:extLst>
          </p:cNvPr>
          <p:cNvSpPr/>
          <p:nvPr/>
        </p:nvSpPr>
        <p:spPr>
          <a:xfrm>
            <a:off x="508000" y="5270500"/>
            <a:ext cx="11176000" cy="10795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ED172F17-7A40-4F90-B87A-DC3A46460678}"/>
              </a:ext>
            </a:extLst>
          </p:cNvPr>
          <p:cNvSpPr/>
          <p:nvPr/>
        </p:nvSpPr>
        <p:spPr>
          <a:xfrm>
            <a:off x="762000" y="5486400"/>
            <a:ext cx="635000" cy="6350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2800" b="1">
                <a:solidFill>
                  <a:srgbClr val="1A1A2E"/>
                </a:solidFill>
                <a:latin typeface="Inter"/>
              </a:rPr>
              <a:t>!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098F81B-B4CD-43DF-AB27-6054D61D5F90}"/>
              </a:ext>
            </a:extLst>
          </p:cNvPr>
          <p:cNvSpPr txBox="1"/>
          <p:nvPr/>
        </p:nvSpPr>
        <p:spPr>
          <a:xfrm>
            <a:off x="1587500" y="5486400"/>
            <a:ext cx="9525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 b="1">
                <a:solidFill>
                  <a:srgbClr val="FFFFFF"/>
                </a:solidFill>
                <a:latin typeface="Inter"/>
              </a:rPr>
              <a:t>Lembrete final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DDC85408-0E6A-4F3C-92FA-E9D25AC26AF3}"/>
              </a:ext>
            </a:extLst>
          </p:cNvPr>
          <p:cNvSpPr txBox="1"/>
          <p:nvPr/>
        </p:nvSpPr>
        <p:spPr>
          <a:xfrm>
            <a:off x="1587500" y="5816600"/>
            <a:ext cx="9525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CBD5E1"/>
                </a:solidFill>
                <a:latin typeface="Inter"/>
              </a:rPr>
              <a:t>Protocolo de baixa velocidade funciona no protoboard — protocolo de alta velocidade exige PCB com bom retorno de corrente.</a:t>
            </a:r>
          </a:p>
        </p:txBody>
      </p:sp>
    </p:spTree>
    <p:extLst>
      <p:ext uri="{BB962C8B-B14F-4D97-AF65-F5344CB8AC3E}">
        <p14:creationId xmlns:p14="http://schemas.microsoft.com/office/powerpoint/2010/main" val="3463954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6291956D-80DA-4DDD-8D6C-160AD9222120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9231174-CC00-4C8E-AB57-9FB4EAE081F6}"/>
              </a:ext>
            </a:extLst>
          </p:cNvPr>
          <p:cNvSpPr txBox="1"/>
          <p:nvPr/>
        </p:nvSpPr>
        <p:spPr>
          <a:xfrm>
            <a:off x="508000" y="228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FF6B6B"/>
                </a:solidFill>
                <a:latin typeface="Inter"/>
              </a:rPr>
              <a:t>PROJETO INTEGRADOR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E3ADADA-EB46-413F-A97E-20A05BEF6375}"/>
              </a:ext>
            </a:extLst>
          </p:cNvPr>
          <p:cNvSpPr txBox="1"/>
          <p:nvPr/>
        </p:nvSpPr>
        <p:spPr>
          <a:xfrm>
            <a:off x="508000" y="5334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200" b="1">
                <a:solidFill>
                  <a:srgbClr val="1A1A2E"/>
                </a:solidFill>
                <a:latin typeface="Inter"/>
              </a:rPr>
              <a:t>Estação meteorológica IoT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1451D12-4822-4AE2-BBC5-3986EEFCB0C2}"/>
              </a:ext>
            </a:extLst>
          </p:cNvPr>
          <p:cNvSpPr txBox="1"/>
          <p:nvPr/>
        </p:nvSpPr>
        <p:spPr>
          <a:xfrm>
            <a:off x="508000" y="11430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Use os 4 protocolos numa única placa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84ED91B-1D2B-40A9-AA57-98B5649EC832}"/>
              </a:ext>
            </a:extLst>
          </p:cNvPr>
          <p:cNvSpPr/>
          <p:nvPr/>
        </p:nvSpPr>
        <p:spPr>
          <a:xfrm>
            <a:off x="5270500" y="3111500"/>
            <a:ext cx="1651000" cy="11430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pt-BR" sz="2400" b="1">
                <a:solidFill>
                  <a:srgbClr val="FFFFFF"/>
                </a:solidFill>
                <a:latin typeface="Inter"/>
              </a:rPr>
              <a:t>ESP32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34C7C43-116E-4B80-BB56-B4D9C0E5FF6D}"/>
              </a:ext>
            </a:extLst>
          </p:cNvPr>
          <p:cNvSpPr/>
          <p:nvPr/>
        </p:nvSpPr>
        <p:spPr>
          <a:xfrm>
            <a:off x="1016000" y="1778000"/>
            <a:ext cx="2794000" cy="1016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00D4A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F0DD767-545F-4F12-AD10-94F763C6E66D}"/>
              </a:ext>
            </a:extLst>
          </p:cNvPr>
          <p:cNvSpPr/>
          <p:nvPr/>
        </p:nvSpPr>
        <p:spPr>
          <a:xfrm>
            <a:off x="1143000" y="1905000"/>
            <a:ext cx="762000" cy="304800"/>
          </a:xfrm>
          <a:prstGeom prst="round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I²C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F818320-4F4E-40F2-913D-76FC948EE8B2}"/>
              </a:ext>
            </a:extLst>
          </p:cNvPr>
          <p:cNvSpPr txBox="1"/>
          <p:nvPr/>
        </p:nvSpPr>
        <p:spPr>
          <a:xfrm>
            <a:off x="2032000" y="19050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BME280 + OLED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B62599A-FF12-4FAE-9CF6-063E2B13A93F}"/>
              </a:ext>
            </a:extLst>
          </p:cNvPr>
          <p:cNvSpPr txBox="1"/>
          <p:nvPr/>
        </p:nvSpPr>
        <p:spPr>
          <a:xfrm>
            <a:off x="1168400" y="22860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Inter"/>
              </a:rPr>
              <a:t>Temperatura, umidade,
pressão  +  display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4F980A6-6B94-4433-9631-F79018547C2C}"/>
              </a:ext>
            </a:extLst>
          </p:cNvPr>
          <p:cNvSpPr/>
          <p:nvPr/>
        </p:nvSpPr>
        <p:spPr>
          <a:xfrm>
            <a:off x="8382000" y="1778000"/>
            <a:ext cx="2794000" cy="1016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4FC3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37401370-157C-4351-94ED-1627E1D99B0C}"/>
              </a:ext>
            </a:extLst>
          </p:cNvPr>
          <p:cNvSpPr/>
          <p:nvPr/>
        </p:nvSpPr>
        <p:spPr>
          <a:xfrm>
            <a:off x="8509000" y="1905000"/>
            <a:ext cx="762000" cy="304800"/>
          </a:xfrm>
          <a:prstGeom prst="round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SPI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3181D2D-7765-4DDD-BB17-EA47C46EFBC7}"/>
              </a:ext>
            </a:extLst>
          </p:cNvPr>
          <p:cNvSpPr txBox="1"/>
          <p:nvPr/>
        </p:nvSpPr>
        <p:spPr>
          <a:xfrm>
            <a:off x="9398000" y="19050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SD Card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B971EEC-8504-44B6-82E5-65961478A4D5}"/>
              </a:ext>
            </a:extLst>
          </p:cNvPr>
          <p:cNvSpPr txBox="1"/>
          <p:nvPr/>
        </p:nvSpPr>
        <p:spPr>
          <a:xfrm>
            <a:off x="8534400" y="22860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Inter"/>
              </a:rPr>
              <a:t>Log persistente em
CSV / JSON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B6BB34F-BAEC-44B2-92FF-D85EE7CC3FA5}"/>
              </a:ext>
            </a:extLst>
          </p:cNvPr>
          <p:cNvSpPr/>
          <p:nvPr/>
        </p:nvSpPr>
        <p:spPr>
          <a:xfrm>
            <a:off x="1016000" y="4826000"/>
            <a:ext cx="2794000" cy="1016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9F7AE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0F3B17DA-CAF5-4CFF-9F6E-AE62AA48941A}"/>
              </a:ext>
            </a:extLst>
          </p:cNvPr>
          <p:cNvSpPr/>
          <p:nvPr/>
        </p:nvSpPr>
        <p:spPr>
          <a:xfrm>
            <a:off x="1143000" y="4953000"/>
            <a:ext cx="762000" cy="304800"/>
          </a:xfrm>
          <a:prstGeom prst="round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FFFFFF"/>
                </a:solidFill>
                <a:latin typeface="Inter"/>
              </a:rPr>
              <a:t>UART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BEEBFBA-0DF2-47CD-9C8B-A0299FE743F0}"/>
              </a:ext>
            </a:extLst>
          </p:cNvPr>
          <p:cNvSpPr txBox="1"/>
          <p:nvPr/>
        </p:nvSpPr>
        <p:spPr>
          <a:xfrm>
            <a:off x="2032000" y="49530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GPS NEO-6M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F972668-A5F7-4429-8EF5-3F45ACE12F53}"/>
              </a:ext>
            </a:extLst>
          </p:cNvPr>
          <p:cNvSpPr txBox="1"/>
          <p:nvPr/>
        </p:nvSpPr>
        <p:spPr>
          <a:xfrm>
            <a:off x="1168400" y="53340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Inter"/>
              </a:rPr>
              <a:t>Latitude, longitude,
timestamp UTC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EC9EBF4A-5143-44AF-A1BE-57F389BF0336}"/>
              </a:ext>
            </a:extLst>
          </p:cNvPr>
          <p:cNvSpPr/>
          <p:nvPr/>
        </p:nvSpPr>
        <p:spPr>
          <a:xfrm>
            <a:off x="8382000" y="4826000"/>
            <a:ext cx="2794000" cy="1016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6A404788-484A-478E-B7C2-38A80DA60B2F}"/>
              </a:ext>
            </a:extLst>
          </p:cNvPr>
          <p:cNvSpPr/>
          <p:nvPr/>
        </p:nvSpPr>
        <p:spPr>
          <a:xfrm>
            <a:off x="8509000" y="4953000"/>
            <a:ext cx="762000" cy="304800"/>
          </a:xfrm>
          <a:prstGeom prst="round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300" b="1">
                <a:solidFill>
                  <a:srgbClr val="1A1A2E"/>
                </a:solidFill>
                <a:latin typeface="Inter"/>
              </a:rPr>
              <a:t>I²S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89278DB5-FDDA-42C5-8D4B-D21261E4B72F}"/>
              </a:ext>
            </a:extLst>
          </p:cNvPr>
          <p:cNvSpPr txBox="1"/>
          <p:nvPr/>
        </p:nvSpPr>
        <p:spPr>
          <a:xfrm>
            <a:off x="9398000" y="4953000"/>
            <a:ext cx="165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500" b="1">
                <a:solidFill>
                  <a:srgbClr val="1A1A2E"/>
                </a:solidFill>
                <a:latin typeface="Inter"/>
              </a:rPr>
              <a:t>MAX98357A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0A566FB9-148F-45FC-9A1E-AE84DD15DB02}"/>
              </a:ext>
            </a:extLst>
          </p:cNvPr>
          <p:cNvSpPr txBox="1"/>
          <p:nvPr/>
        </p:nvSpPr>
        <p:spPr>
          <a:xfrm>
            <a:off x="8534400" y="53340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200">
                <a:solidFill>
                  <a:srgbClr val="475569"/>
                </a:solidFill>
                <a:latin typeface="Inter"/>
              </a:rPr>
              <a:t>Alarme sonoro
quando chove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076DF914-8F13-441F-B86D-0E94BA7CF26C}"/>
              </a:ext>
            </a:extLst>
          </p:cNvPr>
          <p:cNvSpPr/>
          <p:nvPr/>
        </p:nvSpPr>
        <p:spPr>
          <a:xfrm>
            <a:off x="3810000" y="2273300"/>
            <a:ext cx="73025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FBA0960D-13EF-4BAC-8CDE-EA05008BDEB8}"/>
              </a:ext>
            </a:extLst>
          </p:cNvPr>
          <p:cNvSpPr/>
          <p:nvPr/>
        </p:nvSpPr>
        <p:spPr>
          <a:xfrm>
            <a:off x="4527550" y="2286000"/>
            <a:ext cx="25400" cy="10795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D31DDAEA-7148-41E1-8D47-EF24EB4E87E0}"/>
              </a:ext>
            </a:extLst>
          </p:cNvPr>
          <p:cNvSpPr/>
          <p:nvPr/>
        </p:nvSpPr>
        <p:spPr>
          <a:xfrm>
            <a:off x="4540250" y="3352800"/>
            <a:ext cx="730250" cy="254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A8FBF46D-140B-4537-8778-74C34427890E}"/>
              </a:ext>
            </a:extLst>
          </p:cNvPr>
          <p:cNvSpPr/>
          <p:nvPr/>
        </p:nvSpPr>
        <p:spPr>
          <a:xfrm>
            <a:off x="7651750" y="2273300"/>
            <a:ext cx="73025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3B88F9C8-FAA0-4142-AE49-F9D8D9A66673}"/>
              </a:ext>
            </a:extLst>
          </p:cNvPr>
          <p:cNvSpPr/>
          <p:nvPr/>
        </p:nvSpPr>
        <p:spPr>
          <a:xfrm>
            <a:off x="7639050" y="2286000"/>
            <a:ext cx="25400" cy="10795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1191CED3-0848-4BD5-807B-B5EF129DB95C}"/>
              </a:ext>
            </a:extLst>
          </p:cNvPr>
          <p:cNvSpPr/>
          <p:nvPr/>
        </p:nvSpPr>
        <p:spPr>
          <a:xfrm>
            <a:off x="6921500" y="3352800"/>
            <a:ext cx="730250" cy="254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C2FD5D60-D834-4111-A587-E5DF0187D823}"/>
              </a:ext>
            </a:extLst>
          </p:cNvPr>
          <p:cNvSpPr/>
          <p:nvPr/>
        </p:nvSpPr>
        <p:spPr>
          <a:xfrm>
            <a:off x="3810000" y="5321300"/>
            <a:ext cx="73025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C756C504-795B-4B61-B3A8-C6194E67B221}"/>
              </a:ext>
            </a:extLst>
          </p:cNvPr>
          <p:cNvSpPr/>
          <p:nvPr/>
        </p:nvSpPr>
        <p:spPr>
          <a:xfrm>
            <a:off x="4527550" y="4000500"/>
            <a:ext cx="25400" cy="13335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4C456D13-BCA1-44FB-A692-C835F4E718B5}"/>
              </a:ext>
            </a:extLst>
          </p:cNvPr>
          <p:cNvSpPr/>
          <p:nvPr/>
        </p:nvSpPr>
        <p:spPr>
          <a:xfrm>
            <a:off x="4540250" y="3987800"/>
            <a:ext cx="730250" cy="254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2B741C72-FFBC-4071-82E7-2003ED645F3C}"/>
              </a:ext>
            </a:extLst>
          </p:cNvPr>
          <p:cNvSpPr/>
          <p:nvPr/>
        </p:nvSpPr>
        <p:spPr>
          <a:xfrm>
            <a:off x="7651750" y="5321300"/>
            <a:ext cx="730250" cy="254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333F3F99-8EDC-431B-80C2-739DA6751D5F}"/>
              </a:ext>
            </a:extLst>
          </p:cNvPr>
          <p:cNvSpPr/>
          <p:nvPr/>
        </p:nvSpPr>
        <p:spPr>
          <a:xfrm>
            <a:off x="7639050" y="4000500"/>
            <a:ext cx="25400" cy="13335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0BC0041B-DCCF-4ADF-9B55-4E010E500A02}"/>
              </a:ext>
            </a:extLst>
          </p:cNvPr>
          <p:cNvSpPr/>
          <p:nvPr/>
        </p:nvSpPr>
        <p:spPr>
          <a:xfrm>
            <a:off x="6921500" y="3987800"/>
            <a:ext cx="730250" cy="25400"/>
          </a:xfrm>
          <a:prstGeom prst="rect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785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2A6AADB-B3D7-4E02-ADBA-E26EBC647606}"/>
              </a:ext>
            </a:extLst>
          </p:cNvPr>
          <p:cNvSpPr/>
          <p:nvPr/>
        </p:nvSpPr>
        <p:spPr>
          <a:xfrm>
            <a:off x="0" y="0"/>
            <a:ext cx="101600" cy="762000"/>
          </a:xfrm>
          <a:prstGeom prst="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B650E2B-27A1-4E50-BAA7-7BF8F082243D}"/>
              </a:ext>
            </a:extLst>
          </p:cNvPr>
          <p:cNvSpPr txBox="1"/>
          <p:nvPr/>
        </p:nvSpPr>
        <p:spPr>
          <a:xfrm>
            <a:off x="508000" y="3175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3600" b="1">
                <a:solidFill>
                  <a:srgbClr val="1A1A2E"/>
                </a:solidFill>
                <a:latin typeface="Inter"/>
              </a:rPr>
              <a:t>Recursos &amp; próximos passos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391ECEA-7566-4DB2-AA5D-29ABB0D9846D}"/>
              </a:ext>
            </a:extLst>
          </p:cNvPr>
          <p:cNvSpPr txBox="1"/>
          <p:nvPr/>
        </p:nvSpPr>
        <p:spPr>
          <a:xfrm>
            <a:off x="508000" y="952500"/>
            <a:ext cx="11176000" cy="31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700">
                <a:solidFill>
                  <a:srgbClr val="4A5568"/>
                </a:solidFill>
                <a:latin typeface="Inter"/>
              </a:rPr>
              <a:t>O que ler, instalar e praticar depois do workshop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592B0330-E014-4648-9AA9-17C253A4AC0B}"/>
              </a:ext>
            </a:extLst>
          </p:cNvPr>
          <p:cNvSpPr/>
          <p:nvPr/>
        </p:nvSpPr>
        <p:spPr>
          <a:xfrm>
            <a:off x="508000" y="1460500"/>
            <a:ext cx="3683000" cy="4572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B3DA27C-21B4-4A2A-BF99-053FE0E813FF}"/>
              </a:ext>
            </a:extLst>
          </p:cNvPr>
          <p:cNvSpPr/>
          <p:nvPr/>
        </p:nvSpPr>
        <p:spPr>
          <a:xfrm>
            <a:off x="508000" y="1460500"/>
            <a:ext cx="3683000" cy="762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5C50B60-CC6A-4808-BE9D-B23D1380A845}"/>
              </a:ext>
            </a:extLst>
          </p:cNvPr>
          <p:cNvSpPr txBox="1"/>
          <p:nvPr/>
        </p:nvSpPr>
        <p:spPr>
          <a:xfrm>
            <a:off x="762000" y="1739900"/>
            <a:ext cx="330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00D4AA"/>
                </a:solidFill>
                <a:latin typeface="Inter"/>
              </a:rPr>
              <a:t>Datasheets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6FBCC182-ED66-4D2A-BAA0-276FD984EE3F}"/>
              </a:ext>
            </a:extLst>
          </p:cNvPr>
          <p:cNvSpPr/>
          <p:nvPr/>
        </p:nvSpPr>
        <p:spPr>
          <a:xfrm>
            <a:off x="762000" y="24257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BDD2628-2801-4944-AF92-7222982A8221}"/>
              </a:ext>
            </a:extLst>
          </p:cNvPr>
          <p:cNvSpPr txBox="1"/>
          <p:nvPr/>
        </p:nvSpPr>
        <p:spPr>
          <a:xfrm>
            <a:off x="990600" y="23495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ESP32-S3 Technical Reference Manual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C9D66452-7A26-461A-88B7-2292CFE4CFC9}"/>
              </a:ext>
            </a:extLst>
          </p:cNvPr>
          <p:cNvSpPr/>
          <p:nvPr/>
        </p:nvSpPr>
        <p:spPr>
          <a:xfrm>
            <a:off x="762000" y="31369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F420AFE-27F5-43E8-BC89-DF043B6B9A1F}"/>
              </a:ext>
            </a:extLst>
          </p:cNvPr>
          <p:cNvSpPr txBox="1"/>
          <p:nvPr/>
        </p:nvSpPr>
        <p:spPr>
          <a:xfrm>
            <a:off x="990600" y="30607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I²C-bus Specification (NXP UM10204)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A34FFF7-E3BD-43E8-AA77-C310E728D7C4}"/>
              </a:ext>
            </a:extLst>
          </p:cNvPr>
          <p:cNvSpPr/>
          <p:nvPr/>
        </p:nvSpPr>
        <p:spPr>
          <a:xfrm>
            <a:off x="762000" y="38481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4144311-582F-4A0C-91A4-A5AED91AA405}"/>
              </a:ext>
            </a:extLst>
          </p:cNvPr>
          <p:cNvSpPr txBox="1"/>
          <p:nvPr/>
        </p:nvSpPr>
        <p:spPr>
          <a:xfrm>
            <a:off x="990600" y="37719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Motorola SPI Block Guide V04.01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CD89DD4B-B45C-48FA-B5C1-22437D2EF384}"/>
              </a:ext>
            </a:extLst>
          </p:cNvPr>
          <p:cNvSpPr/>
          <p:nvPr/>
        </p:nvSpPr>
        <p:spPr>
          <a:xfrm>
            <a:off x="762000" y="45593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A689FE7-9922-41E9-9950-F148E6771651}"/>
              </a:ext>
            </a:extLst>
          </p:cNvPr>
          <p:cNvSpPr txBox="1"/>
          <p:nvPr/>
        </p:nvSpPr>
        <p:spPr>
          <a:xfrm>
            <a:off x="990600" y="44831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Philips I²S Specification (1986)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C00FEB9B-1D05-4D13-B7E0-A8B2AFC804F8}"/>
              </a:ext>
            </a:extLst>
          </p:cNvPr>
          <p:cNvSpPr/>
          <p:nvPr/>
        </p:nvSpPr>
        <p:spPr>
          <a:xfrm>
            <a:off x="762000" y="5270500"/>
            <a:ext cx="101600" cy="101600"/>
          </a:xfrm>
          <a:prstGeom prst="ellipse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D3B0416-359C-4E88-A65D-3FF381CDDAC0}"/>
              </a:ext>
            </a:extLst>
          </p:cNvPr>
          <p:cNvSpPr txBox="1"/>
          <p:nvPr/>
        </p:nvSpPr>
        <p:spPr>
          <a:xfrm>
            <a:off x="990600" y="51943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Datasheets dos sensores que você usa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03968CB0-54F5-4A74-8453-22DE05CC0DAB}"/>
              </a:ext>
            </a:extLst>
          </p:cNvPr>
          <p:cNvSpPr/>
          <p:nvPr/>
        </p:nvSpPr>
        <p:spPr>
          <a:xfrm>
            <a:off x="4381500" y="1460500"/>
            <a:ext cx="3683000" cy="4572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82062E8C-CB74-4092-AFD0-4D0E1D60C2EA}"/>
              </a:ext>
            </a:extLst>
          </p:cNvPr>
          <p:cNvSpPr/>
          <p:nvPr/>
        </p:nvSpPr>
        <p:spPr>
          <a:xfrm>
            <a:off x="4381500" y="1460500"/>
            <a:ext cx="3683000" cy="76200"/>
          </a:xfrm>
          <a:prstGeom prst="rect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FC5330B-A0A0-4102-B1E7-621350DC49DF}"/>
              </a:ext>
            </a:extLst>
          </p:cNvPr>
          <p:cNvSpPr txBox="1"/>
          <p:nvPr/>
        </p:nvSpPr>
        <p:spPr>
          <a:xfrm>
            <a:off x="4635500" y="1739900"/>
            <a:ext cx="330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4FC3F7"/>
                </a:solidFill>
                <a:latin typeface="Inter"/>
              </a:rPr>
              <a:t>Bibliotecas Arduino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D5C48543-7DF2-4E85-BA1F-6BDA2AC9360F}"/>
              </a:ext>
            </a:extLst>
          </p:cNvPr>
          <p:cNvSpPr/>
          <p:nvPr/>
        </p:nvSpPr>
        <p:spPr>
          <a:xfrm>
            <a:off x="4635500" y="24257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64C70679-5222-4D3E-87D6-DE3366455D71}"/>
              </a:ext>
            </a:extLst>
          </p:cNvPr>
          <p:cNvSpPr txBox="1"/>
          <p:nvPr/>
        </p:nvSpPr>
        <p:spPr>
          <a:xfrm>
            <a:off x="4864100" y="23495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Wire.h  (I²C nativo)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B5E4D681-D1DB-43D9-9735-816863A67AE1}"/>
              </a:ext>
            </a:extLst>
          </p:cNvPr>
          <p:cNvSpPr/>
          <p:nvPr/>
        </p:nvSpPr>
        <p:spPr>
          <a:xfrm>
            <a:off x="4635500" y="31369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B6DAA61B-CC60-49E0-B675-C891F2416611}"/>
              </a:ext>
            </a:extLst>
          </p:cNvPr>
          <p:cNvSpPr txBox="1"/>
          <p:nvPr/>
        </p:nvSpPr>
        <p:spPr>
          <a:xfrm>
            <a:off x="4864100" y="30607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SPI.h  (SPI nativo)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B03EB1B4-F658-4CA5-BDE6-5671D7993542}"/>
              </a:ext>
            </a:extLst>
          </p:cNvPr>
          <p:cNvSpPr/>
          <p:nvPr/>
        </p:nvSpPr>
        <p:spPr>
          <a:xfrm>
            <a:off x="4635500" y="38481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E817C66-9249-4653-B9F5-C30C35FF2052}"/>
              </a:ext>
            </a:extLst>
          </p:cNvPr>
          <p:cNvSpPr txBox="1"/>
          <p:nvPr/>
        </p:nvSpPr>
        <p:spPr>
          <a:xfrm>
            <a:off x="4864100" y="37719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HardwareSerial.h  (UART)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A5B1A56C-5B16-4809-985D-16AA864FE95B}"/>
              </a:ext>
            </a:extLst>
          </p:cNvPr>
          <p:cNvSpPr/>
          <p:nvPr/>
        </p:nvSpPr>
        <p:spPr>
          <a:xfrm>
            <a:off x="4635500" y="45593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57EB1F57-8DFE-45C3-A03A-249B375D46A7}"/>
              </a:ext>
            </a:extLst>
          </p:cNvPr>
          <p:cNvSpPr txBox="1"/>
          <p:nvPr/>
        </p:nvSpPr>
        <p:spPr>
          <a:xfrm>
            <a:off x="4864100" y="44831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ESP32-audioI2S, Adafruit_GFX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DAE27E7B-A5C8-424C-8230-E0269CF1E152}"/>
              </a:ext>
            </a:extLst>
          </p:cNvPr>
          <p:cNvSpPr/>
          <p:nvPr/>
        </p:nvSpPr>
        <p:spPr>
          <a:xfrm>
            <a:off x="4635500" y="5270500"/>
            <a:ext cx="101600" cy="1016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63703A5-F1BE-44EF-B8F0-D6C60D70B995}"/>
              </a:ext>
            </a:extLst>
          </p:cNvPr>
          <p:cNvSpPr txBox="1"/>
          <p:nvPr/>
        </p:nvSpPr>
        <p:spPr>
          <a:xfrm>
            <a:off x="4864100" y="51943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Adafruit_BusIO  (HW-agnostic)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56E43738-C528-4EB7-8A3F-D5FCF7756668}"/>
              </a:ext>
            </a:extLst>
          </p:cNvPr>
          <p:cNvSpPr/>
          <p:nvPr/>
        </p:nvSpPr>
        <p:spPr>
          <a:xfrm>
            <a:off x="8255000" y="1460500"/>
            <a:ext cx="3683000" cy="4572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AB785CB0-BBFF-4C58-8074-55B018E4CFFE}"/>
              </a:ext>
            </a:extLst>
          </p:cNvPr>
          <p:cNvSpPr/>
          <p:nvPr/>
        </p:nvSpPr>
        <p:spPr>
          <a:xfrm>
            <a:off x="8255000" y="1460500"/>
            <a:ext cx="3683000" cy="76200"/>
          </a:xfrm>
          <a:prstGeom prst="rect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A125154-653B-47CF-A5A9-93BFBE6E5C4E}"/>
              </a:ext>
            </a:extLst>
          </p:cNvPr>
          <p:cNvSpPr txBox="1"/>
          <p:nvPr/>
        </p:nvSpPr>
        <p:spPr>
          <a:xfrm>
            <a:off x="8509000" y="1739900"/>
            <a:ext cx="330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200" b="1">
                <a:solidFill>
                  <a:srgbClr val="9F7AEA"/>
                </a:solidFill>
                <a:latin typeface="Inter"/>
              </a:rPr>
              <a:t>Hands-on</a:t>
            </a:r>
          </a:p>
        </p:txBody>
      </p:sp>
      <p:sp>
        <p:nvSpPr>
          <p:cNvPr id="34" name="Elipse 33">
            <a:extLst>
              <a:ext uri="{FF2B5EF4-FFF2-40B4-BE49-F238E27FC236}">
                <a16:creationId xmlns:a16="http://schemas.microsoft.com/office/drawing/2014/main" id="{D019039D-FEB9-43D0-AC7E-F72EA3F5DA7C}"/>
              </a:ext>
            </a:extLst>
          </p:cNvPr>
          <p:cNvSpPr/>
          <p:nvPr/>
        </p:nvSpPr>
        <p:spPr>
          <a:xfrm>
            <a:off x="8509000" y="24257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8E63EFB-2ED4-4BEC-A8C5-6CBB81774F0C}"/>
              </a:ext>
            </a:extLst>
          </p:cNvPr>
          <p:cNvSpPr txBox="1"/>
          <p:nvPr/>
        </p:nvSpPr>
        <p:spPr>
          <a:xfrm>
            <a:off x="8737600" y="23495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Logic Analyzer (Saleae / Sigrok)</a:t>
            </a: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F5A43DCD-5DFE-4E00-8350-626472077725}"/>
              </a:ext>
            </a:extLst>
          </p:cNvPr>
          <p:cNvSpPr/>
          <p:nvPr/>
        </p:nvSpPr>
        <p:spPr>
          <a:xfrm>
            <a:off x="8509000" y="31369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0C1FB32A-0B37-462E-8145-8B662F74D916}"/>
              </a:ext>
            </a:extLst>
          </p:cNvPr>
          <p:cNvSpPr txBox="1"/>
          <p:nvPr/>
        </p:nvSpPr>
        <p:spPr>
          <a:xfrm>
            <a:off x="8737600" y="30607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WokWi simulator (online)</a:t>
            </a:r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C537AD71-B54B-4A37-86FD-590DFDDB36D2}"/>
              </a:ext>
            </a:extLst>
          </p:cNvPr>
          <p:cNvSpPr/>
          <p:nvPr/>
        </p:nvSpPr>
        <p:spPr>
          <a:xfrm>
            <a:off x="8509000" y="38481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5B3555D3-2DC7-4364-B2CB-D9D9C78FE3CF}"/>
              </a:ext>
            </a:extLst>
          </p:cNvPr>
          <p:cNvSpPr txBox="1"/>
          <p:nvPr/>
        </p:nvSpPr>
        <p:spPr>
          <a:xfrm>
            <a:off x="8737600" y="37719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esp-idf examples/peripherals</a:t>
            </a:r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3C66EC7F-5C5F-43A1-B90A-E507A3C17704}"/>
              </a:ext>
            </a:extLst>
          </p:cNvPr>
          <p:cNvSpPr/>
          <p:nvPr/>
        </p:nvSpPr>
        <p:spPr>
          <a:xfrm>
            <a:off x="8509000" y="45593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DE1BBE16-672F-43C5-A205-AFFFD226E368}"/>
              </a:ext>
            </a:extLst>
          </p:cNvPr>
          <p:cNvSpPr txBox="1"/>
          <p:nvPr/>
        </p:nvSpPr>
        <p:spPr>
          <a:xfrm>
            <a:off x="8737600" y="44831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ESP-IDF Programming Guide</a:t>
            </a:r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8A5F2BA3-7F1D-4D06-8988-EA23FFC0DB93}"/>
              </a:ext>
            </a:extLst>
          </p:cNvPr>
          <p:cNvSpPr/>
          <p:nvPr/>
        </p:nvSpPr>
        <p:spPr>
          <a:xfrm>
            <a:off x="8509000" y="5270500"/>
            <a:ext cx="101600" cy="101600"/>
          </a:xfrm>
          <a:prstGeom prst="ellipse">
            <a:avLst/>
          </a:prstGeom>
          <a:solidFill>
            <a:srgbClr val="9F7AE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50051791-6A7B-46C9-A825-B47793A9BC5E}"/>
              </a:ext>
            </a:extLst>
          </p:cNvPr>
          <p:cNvSpPr txBox="1"/>
          <p:nvPr/>
        </p:nvSpPr>
        <p:spPr>
          <a:xfrm>
            <a:off x="8737600" y="5194300"/>
            <a:ext cx="3048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>
                <a:solidFill>
                  <a:srgbClr val="2D3748"/>
                </a:solidFill>
                <a:latin typeface="Inter"/>
              </a:rPr>
              <a:t>Reddit r/esp32 e r/embedded</a:t>
            </a:r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6BFCE9B8-B7C4-4C0A-8B35-66AA7A6D3855}"/>
              </a:ext>
            </a:extLst>
          </p:cNvPr>
          <p:cNvSpPr/>
          <p:nvPr/>
        </p:nvSpPr>
        <p:spPr>
          <a:xfrm>
            <a:off x="508000" y="6223000"/>
            <a:ext cx="11176000" cy="444500"/>
          </a:xfrm>
          <a:prstGeom prst="roundRect">
            <a:avLst/>
          </a:prstGeom>
          <a:solidFill>
            <a:srgbClr val="FEF3C7"/>
          </a:solidFill>
          <a:ln w="12700" cap="flat" cmpd="sng" algn="ctr">
            <a:solidFill>
              <a:srgbClr val="FFD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D52EE95F-F2C6-4963-8D0A-97B9CA414DCC}"/>
              </a:ext>
            </a:extLst>
          </p:cNvPr>
          <p:cNvSpPr txBox="1"/>
          <p:nvPr/>
        </p:nvSpPr>
        <p:spPr>
          <a:xfrm>
            <a:off x="711200" y="6311900"/>
            <a:ext cx="1079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b="1">
                <a:solidFill>
                  <a:srgbClr val="92400E"/>
                </a:solidFill>
                <a:latin typeface="Inter"/>
              </a:rPr>
              <a:t>⚡ Desafio: replique o projeto integrador (slide 51) em ≤ 2 semanas, com Git público e Logic Analyzer screenshots</a:t>
            </a:r>
          </a:p>
        </p:txBody>
      </p:sp>
    </p:spTree>
    <p:extLst>
      <p:ext uri="{BB962C8B-B14F-4D97-AF65-F5344CB8AC3E}">
        <p14:creationId xmlns:p14="http://schemas.microsoft.com/office/powerpoint/2010/main" val="1247480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393CCED-532B-4A8B-815A-355067678063}"/>
              </a:ext>
            </a:extLst>
          </p:cNvPr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solidFill>
            <a:srgbClr val="00D4A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8C6FEAC6-565B-4A78-847B-0B7ADE6ED13E}"/>
              </a:ext>
            </a:extLst>
          </p:cNvPr>
          <p:cNvSpPr/>
          <p:nvPr/>
        </p:nvSpPr>
        <p:spPr>
          <a:xfrm>
            <a:off x="9144000" y="-1270000"/>
            <a:ext cx="3302000" cy="3302000"/>
          </a:xfrm>
          <a:prstGeom prst="ellipse">
            <a:avLst/>
          </a:prstGeom>
          <a:solidFill>
            <a:srgbClr val="FFD9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727D505-866A-4E23-98CE-BB2A2D130797}"/>
              </a:ext>
            </a:extLst>
          </p:cNvPr>
          <p:cNvSpPr/>
          <p:nvPr/>
        </p:nvSpPr>
        <p:spPr>
          <a:xfrm>
            <a:off x="7366000" y="4064000"/>
            <a:ext cx="2540000" cy="2540000"/>
          </a:xfrm>
          <a:prstGeom prst="ellipse">
            <a:avLst/>
          </a:prstGeom>
          <a:solidFill>
            <a:srgbClr val="4FC3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63F138A5-9D7F-42C2-ABED-FE0A02F40E82}"/>
              </a:ext>
            </a:extLst>
          </p:cNvPr>
          <p:cNvSpPr/>
          <p:nvPr/>
        </p:nvSpPr>
        <p:spPr>
          <a:xfrm>
            <a:off x="10414000" y="4826000"/>
            <a:ext cx="1778000" cy="1778000"/>
          </a:xfrm>
          <a:prstGeom prst="ellipse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4D346BC-ADA9-4E7B-A11A-5B10E01429C8}"/>
              </a:ext>
            </a:extLst>
          </p:cNvPr>
          <p:cNvSpPr txBox="1"/>
          <p:nvPr/>
        </p:nvSpPr>
        <p:spPr>
          <a:xfrm>
            <a:off x="635000" y="17780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 b="1">
                <a:solidFill>
                  <a:srgbClr val="00D4AA"/>
                </a:solidFill>
                <a:latin typeface="Inter"/>
              </a:rPr>
              <a:t>FIM DO WORKSHOP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2A2F299-C9E8-4530-B9AF-43E42AA94CD3}"/>
              </a:ext>
            </a:extLst>
          </p:cNvPr>
          <p:cNvSpPr txBox="1"/>
          <p:nvPr/>
        </p:nvSpPr>
        <p:spPr>
          <a:xfrm>
            <a:off x="635000" y="2222500"/>
            <a:ext cx="7620000" cy="1397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0000" b="1">
                <a:solidFill>
                  <a:srgbClr val="1A1A2E"/>
                </a:solidFill>
                <a:latin typeface="Inter"/>
              </a:rPr>
              <a:t>Obrigado!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318C081-32A8-445B-A4B5-2413E044473D}"/>
              </a:ext>
            </a:extLst>
          </p:cNvPr>
          <p:cNvSpPr/>
          <p:nvPr/>
        </p:nvSpPr>
        <p:spPr>
          <a:xfrm>
            <a:off x="635000" y="3810000"/>
            <a:ext cx="1016000" cy="50800"/>
          </a:xfrm>
          <a:prstGeom prst="rect">
            <a:avLst/>
          </a:prstGeom>
          <a:solidFill>
            <a:srgbClr val="FF6B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0CDC64A-5889-4284-A024-1BDB837FECAE}"/>
              </a:ext>
            </a:extLst>
          </p:cNvPr>
          <p:cNvSpPr txBox="1"/>
          <p:nvPr/>
        </p:nvSpPr>
        <p:spPr>
          <a:xfrm>
            <a:off x="635000" y="4064000"/>
            <a:ext cx="6858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000">
                <a:solidFill>
                  <a:srgbClr val="4A5568"/>
                </a:solidFill>
                <a:latin typeface="Inter"/>
              </a:rPr>
              <a:t>Agora vocês têm as 4 línguas mais comuns
de comunicação digital embarcada.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D8FCD8D-1620-47B3-AB63-7F9E83805AD8}"/>
              </a:ext>
            </a:extLst>
          </p:cNvPr>
          <p:cNvSpPr txBox="1"/>
          <p:nvPr/>
        </p:nvSpPr>
        <p:spPr>
          <a:xfrm>
            <a:off x="635000" y="5207000"/>
            <a:ext cx="635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600" b="1">
                <a:solidFill>
                  <a:srgbClr val="00D4AA"/>
                </a:solidFill>
                <a:latin typeface="Inter"/>
              </a:rPr>
              <a:t>Vai e constrói. ✦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B7491E3-2550-47B9-B400-F1DFDBE738C9}"/>
              </a:ext>
            </a:extLst>
          </p:cNvPr>
          <p:cNvSpPr txBox="1"/>
          <p:nvPr/>
        </p:nvSpPr>
        <p:spPr>
          <a:xfrm>
            <a:off x="635000" y="6096000"/>
            <a:ext cx="685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Inter"/>
              </a:rPr>
              <a:t>Aula 12 · ESP32 Communication Workshop · I²C  ·  SPI  ·  UART  ·  I²S</a:t>
            </a:r>
            <a:endParaRPr lang="pt-BR" sz="140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6013E4F-9EC9-4EA0-8A6A-6F3CB4196FB6}"/>
              </a:ext>
            </a:extLst>
          </p:cNvPr>
          <p:cNvSpPr/>
          <p:nvPr/>
        </p:nvSpPr>
        <p:spPr>
          <a:xfrm>
            <a:off x="9271000" y="1016000"/>
            <a:ext cx="1397000" cy="5588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900" b="1">
                <a:solidFill>
                  <a:srgbClr val="FFFFFF"/>
                </a:solidFill>
                <a:latin typeface="Inter"/>
              </a:rPr>
              <a:t>I²C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7C447B1-59F5-4910-B274-30452E4C4E63}"/>
              </a:ext>
            </a:extLst>
          </p:cNvPr>
          <p:cNvSpPr/>
          <p:nvPr/>
        </p:nvSpPr>
        <p:spPr>
          <a:xfrm>
            <a:off x="10414000" y="2540000"/>
            <a:ext cx="1397000" cy="5588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900" b="1">
                <a:solidFill>
                  <a:srgbClr val="FFFFFF"/>
                </a:solidFill>
                <a:latin typeface="Inter"/>
              </a:rPr>
              <a:t>SPI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DC17C1A0-EBD0-4930-AF35-360466B5305B}"/>
              </a:ext>
            </a:extLst>
          </p:cNvPr>
          <p:cNvSpPr/>
          <p:nvPr/>
        </p:nvSpPr>
        <p:spPr>
          <a:xfrm>
            <a:off x="9144000" y="3556000"/>
            <a:ext cx="1397000" cy="5588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900" b="1">
                <a:solidFill>
                  <a:srgbClr val="FFFFFF"/>
                </a:solidFill>
                <a:latin typeface="Inter"/>
              </a:rPr>
              <a:t>UART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AC6558F-346A-4707-BC50-D9692CCCACCF}"/>
              </a:ext>
            </a:extLst>
          </p:cNvPr>
          <p:cNvSpPr/>
          <p:nvPr/>
        </p:nvSpPr>
        <p:spPr>
          <a:xfrm>
            <a:off x="10541000" y="4953000"/>
            <a:ext cx="1397000" cy="558800"/>
          </a:xfrm>
          <a:prstGeom prst="roundRect">
            <a:avLst/>
          </a:prstGeom>
          <a:solidFill>
            <a:srgbClr val="1A1A2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BR" sz="1900" b="1">
                <a:solidFill>
                  <a:srgbClr val="FFFFFF"/>
                </a:solidFill>
                <a:latin typeface="Inter"/>
              </a:rPr>
              <a:t>I²S</a:t>
            </a:r>
          </a:p>
        </p:txBody>
      </p:sp>
    </p:spTree>
    <p:extLst>
      <p:ext uri="{BB962C8B-B14F-4D97-AF65-F5344CB8AC3E}">
        <p14:creationId xmlns:p14="http://schemas.microsoft.com/office/powerpoint/2010/main" val="17817218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[1778501565003]">
  <a:themeElements>
    <a:clrScheme name="ESP32 Dark Tech">
      <a:dk1>
        <a:srgbClr val="1A1A2E"/>
      </a:dk1>
      <a:lt1>
        <a:srgbClr val="FAFAFA"/>
      </a:lt1>
      <a:dk2>
        <a:srgbClr val="2D3748"/>
      </a:dk2>
      <a:lt2>
        <a:srgbClr val="F0F4F8"/>
      </a:lt2>
      <a:accent1>
        <a:srgbClr val="00D4AA"/>
      </a:accent1>
      <a:accent2>
        <a:srgbClr val="4FC3F7"/>
      </a:accent2>
      <a:accent3>
        <a:srgbClr val="FF6B6B"/>
      </a:accent3>
      <a:accent4>
        <a:srgbClr val="FFD93D"/>
      </a:accent4>
      <a:accent5>
        <a:srgbClr val="9F7AEA"/>
      </a:accent5>
      <a:accent6>
        <a:srgbClr val="FF8A65"/>
      </a:accent6>
      <a:hlink>
        <a:srgbClr val="467886"/>
      </a:hlink>
      <a:folHlink>
        <a:srgbClr val="96607D"/>
      </a:folHlink>
    </a:clrScheme>
    <a:fontScheme name="ESP32 Tech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EFFD395-D065-4E3A-A875-64DD545A84D8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b17b293-67a0-4a39-b897-ec11947c760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805D41E-94A4-437D-9147-824F23EE5DFE}">
  <we:reference id="wa200010725" version="1.0.0.1" store="pt-BR" storeType="OMEX"/>
  <we:alternateReferences>
    <we:reference id="WA200010725" version="1.0.0.1" store="" storeType="OMEX"/>
  </we:alternateReferences>
  <we:properties>
    <we:property name="claude.fileId" value="&quot;a2abcd86-5caa-43e2-8a52-9c764dfe550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1065</TotalTime>
  <Words>5420</Words>
  <Application>Microsoft Office PowerPoint</Application>
  <PresentationFormat>Widescreen</PresentationFormat>
  <Paragraphs>1052</Paragraphs>
  <Slides>51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51</vt:i4>
      </vt:variant>
    </vt:vector>
  </HeadingPairs>
  <TitlesOfParts>
    <vt:vector size="55" baseType="lpstr">
      <vt:lpstr>Arial</vt:lpstr>
      <vt:lpstr>Consolas</vt:lpstr>
      <vt:lpstr>Inter</vt:lpstr>
      <vt:lpstr>Tema do Office [1778501565003]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Josué Morais</dc:creator>
  <cp:lastModifiedBy>Josué Silva de Morais</cp:lastModifiedBy>
  <cp:revision>3</cp:revision>
  <dcterms:created xsi:type="dcterms:W3CDTF">2026-04-05T23:28:11Z</dcterms:created>
  <dcterms:modified xsi:type="dcterms:W3CDTF">2026-05-22T18:01:23Z</dcterms:modified>
</cp:coreProperties>
</file>