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44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87" r:id="rId45"/>
    <p:sldId id="388" r:id="rId46"/>
    <p:sldId id="389" r:id="rId47"/>
    <p:sldId id="390" r:id="rId48"/>
    <p:sldId id="391" r:id="rId49"/>
    <p:sldId id="392" r:id="rId50"/>
    <p:sldId id="393" r:id="rId51"/>
    <p:sldId id="394" r:id="rId52"/>
    <p:sldId id="395" r:id="rId53"/>
    <p:sldId id="396" r:id="rId54"/>
    <p:sldId id="397" r:id="rId55"/>
    <p:sldId id="398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F6CC0-38C2-4858-ABCA-FBA092247ED0}" v="1" dt="2026-05-11T11:00:24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A1824FC7-00A9-4708-B7FB-71BF84356830}"/>
    <pc:docChg chg="custSel addSld delSld modSld addMainMaster delMainMaster">
      <pc:chgData name="Josué Silva de Morais" userId="f406c2cd-edfc-4057-be10-75858098c663" providerId="ADAL" clId="{A1824FC7-00A9-4708-B7FB-71BF84356830}" dt="2026-05-11T11:33:10.516" v="6801"/>
      <pc:docMkLst>
        <pc:docMk/>
      </pc:docMkLst>
      <pc:sldChg chg="del">
        <pc:chgData name="Josué Silva de Morais" userId="f406c2cd-edfc-4057-be10-75858098c663" providerId="ADAL" clId="{A1824FC7-00A9-4708-B7FB-71BF84356830}" dt="2026-05-11T11:13:40.976" v="1"/>
        <pc:sldMkLst>
          <pc:docMk/>
          <pc:sldMk cId="3042819383" sldId="258"/>
        </pc:sldMkLst>
      </pc:sldChg>
      <pc:sldChg chg="modSp del mod modClrScheme chgLayout">
        <pc:chgData name="Josué Silva de Morais" userId="f406c2cd-edfc-4057-be10-75858098c663" providerId="ADAL" clId="{A1824FC7-00A9-4708-B7FB-71BF84356830}" dt="2026-05-11T11:18:38.903" v="57"/>
        <pc:sldMkLst>
          <pc:docMk/>
          <pc:sldMk cId="1261110100" sldId="261"/>
        </pc:sldMkLst>
        <pc:spChg chg="mod ord">
          <ac:chgData name="Josué Silva de Morais" userId="f406c2cd-edfc-4057-be10-75858098c663" providerId="ADAL" clId="{A1824FC7-00A9-4708-B7FB-71BF84356830}" dt="2026-05-11T11:13:41.064" v="2"/>
          <ac:spMkLst>
            <pc:docMk/>
            <pc:sldMk cId="1261110100" sldId="261"/>
            <ac:spMk id="2" creationId="{149C96BB-3129-C833-AAA8-D5C7B5AE0648}"/>
          </ac:spMkLst>
        </pc:spChg>
        <pc:spChg chg="mod ord">
          <ac:chgData name="Josué Silva de Morais" userId="f406c2cd-edfc-4057-be10-75858098c663" providerId="ADAL" clId="{A1824FC7-00A9-4708-B7FB-71BF84356830}" dt="2026-05-11T11:13:41.064" v="2"/>
          <ac:spMkLst>
            <pc:docMk/>
            <pc:sldMk cId="1261110100" sldId="261"/>
            <ac:spMk id="3" creationId="{7FDB5370-952E-ED37-10F6-7471E193EBC9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91" v="56"/>
        <pc:sldMkLst>
          <pc:docMk/>
          <pc:sldMk cId="1986937711" sldId="264"/>
        </pc:sldMkLst>
        <pc:spChg chg="mod ord">
          <ac:chgData name="Josué Silva de Morais" userId="f406c2cd-edfc-4057-be10-75858098c663" providerId="ADAL" clId="{A1824FC7-00A9-4708-B7FB-71BF84356830}" dt="2026-05-11T11:13:41.066" v="3"/>
          <ac:spMkLst>
            <pc:docMk/>
            <pc:sldMk cId="1986937711" sldId="264"/>
            <ac:spMk id="2" creationId="{DAA12B58-6521-F3D7-66AA-54838C071DFB}"/>
          </ac:spMkLst>
        </pc:spChg>
        <pc:spChg chg="mod ord">
          <ac:chgData name="Josué Silva de Morais" userId="f406c2cd-edfc-4057-be10-75858098c663" providerId="ADAL" clId="{A1824FC7-00A9-4708-B7FB-71BF84356830}" dt="2026-05-11T11:13:41.066" v="3"/>
          <ac:spMkLst>
            <pc:docMk/>
            <pc:sldMk cId="1986937711" sldId="264"/>
            <ac:spMk id="3" creationId="{F748970C-01A1-8B74-EBA0-5C7BAF3DF32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82" v="55"/>
        <pc:sldMkLst>
          <pc:docMk/>
          <pc:sldMk cId="3446340974" sldId="267"/>
        </pc:sldMkLst>
        <pc:spChg chg="mod ord">
          <ac:chgData name="Josué Silva de Morais" userId="f406c2cd-edfc-4057-be10-75858098c663" providerId="ADAL" clId="{A1824FC7-00A9-4708-B7FB-71BF84356830}" dt="2026-05-11T11:13:41.068" v="4"/>
          <ac:spMkLst>
            <pc:docMk/>
            <pc:sldMk cId="3446340974" sldId="267"/>
            <ac:spMk id="2" creationId="{D26EE474-734B-ECB4-5E84-62996876776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67" v="54"/>
        <pc:sldMkLst>
          <pc:docMk/>
          <pc:sldMk cId="3930128820" sldId="270"/>
        </pc:sldMkLst>
        <pc:spChg chg="mod ord">
          <ac:chgData name="Josué Silva de Morais" userId="f406c2cd-edfc-4057-be10-75858098c663" providerId="ADAL" clId="{A1824FC7-00A9-4708-B7FB-71BF84356830}" dt="2026-05-11T11:13:41.070" v="5"/>
          <ac:spMkLst>
            <pc:docMk/>
            <pc:sldMk cId="3930128820" sldId="270"/>
            <ac:spMk id="2" creationId="{3DBE8738-7735-9030-4508-AF7CD7EB4AC3}"/>
          </ac:spMkLst>
        </pc:spChg>
        <pc:spChg chg="mod ord">
          <ac:chgData name="Josué Silva de Morais" userId="f406c2cd-edfc-4057-be10-75858098c663" providerId="ADAL" clId="{A1824FC7-00A9-4708-B7FB-71BF84356830}" dt="2026-05-11T11:13:41.070" v="5"/>
          <ac:spMkLst>
            <pc:docMk/>
            <pc:sldMk cId="3930128820" sldId="270"/>
            <ac:spMk id="3" creationId="{DAE54A91-DD8F-9838-DC60-90941CF33DE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49" v="53"/>
        <pc:sldMkLst>
          <pc:docMk/>
          <pc:sldMk cId="1492004512" sldId="276"/>
        </pc:sldMkLst>
        <pc:spChg chg="mod ord">
          <ac:chgData name="Josué Silva de Morais" userId="f406c2cd-edfc-4057-be10-75858098c663" providerId="ADAL" clId="{A1824FC7-00A9-4708-B7FB-71BF84356830}" dt="2026-05-11T11:13:41.073" v="6"/>
          <ac:spMkLst>
            <pc:docMk/>
            <pc:sldMk cId="1492004512" sldId="276"/>
            <ac:spMk id="2" creationId="{D2529421-1E36-290E-930E-00915B726B4C}"/>
          </ac:spMkLst>
        </pc:spChg>
        <pc:spChg chg="mod ord">
          <ac:chgData name="Josué Silva de Morais" userId="f406c2cd-edfc-4057-be10-75858098c663" providerId="ADAL" clId="{A1824FC7-00A9-4708-B7FB-71BF84356830}" dt="2026-05-11T11:13:41.073" v="6"/>
          <ac:spMkLst>
            <pc:docMk/>
            <pc:sldMk cId="1492004512" sldId="276"/>
            <ac:spMk id="3" creationId="{E8B400B1-3EDE-8B11-8A5A-2A37833350D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30" v="52"/>
        <pc:sldMkLst>
          <pc:docMk/>
          <pc:sldMk cId="1486740044" sldId="278"/>
        </pc:sldMkLst>
        <pc:spChg chg="mod ord">
          <ac:chgData name="Josué Silva de Morais" userId="f406c2cd-edfc-4057-be10-75858098c663" providerId="ADAL" clId="{A1824FC7-00A9-4708-B7FB-71BF84356830}" dt="2026-05-11T11:13:41.074" v="7"/>
          <ac:spMkLst>
            <pc:docMk/>
            <pc:sldMk cId="1486740044" sldId="278"/>
            <ac:spMk id="2" creationId="{E5D69184-1F3F-5A79-2C50-564920B6600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20" v="51"/>
        <pc:sldMkLst>
          <pc:docMk/>
          <pc:sldMk cId="602442550" sldId="280"/>
        </pc:sldMkLst>
        <pc:spChg chg="mod ord">
          <ac:chgData name="Josué Silva de Morais" userId="f406c2cd-edfc-4057-be10-75858098c663" providerId="ADAL" clId="{A1824FC7-00A9-4708-B7FB-71BF84356830}" dt="2026-05-11T11:13:41.075" v="8"/>
          <ac:spMkLst>
            <pc:docMk/>
            <pc:sldMk cId="602442550" sldId="280"/>
            <ac:spMk id="2" creationId="{145CF3E1-0648-DA40-404F-F96B71D5BCF5}"/>
          </ac:spMkLst>
        </pc:spChg>
        <pc:spChg chg="mod ord">
          <ac:chgData name="Josué Silva de Morais" userId="f406c2cd-edfc-4057-be10-75858098c663" providerId="ADAL" clId="{A1824FC7-00A9-4708-B7FB-71BF84356830}" dt="2026-05-11T11:13:41.075" v="8"/>
          <ac:spMkLst>
            <pc:docMk/>
            <pc:sldMk cId="602442550" sldId="280"/>
            <ac:spMk id="3" creationId="{6377E5D0-3F38-7E1D-5A2B-7A646AA82E3A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18" v="50"/>
        <pc:sldMkLst>
          <pc:docMk/>
          <pc:sldMk cId="1696161297" sldId="283"/>
        </pc:sldMkLst>
        <pc:spChg chg="mod ord">
          <ac:chgData name="Josué Silva de Morais" userId="f406c2cd-edfc-4057-be10-75858098c663" providerId="ADAL" clId="{A1824FC7-00A9-4708-B7FB-71BF84356830}" dt="2026-05-11T11:13:41.077" v="9"/>
          <ac:spMkLst>
            <pc:docMk/>
            <pc:sldMk cId="1696161297" sldId="283"/>
            <ac:spMk id="2" creationId="{4AD34472-9E70-4DBF-9935-06F8037A995B}"/>
          </ac:spMkLst>
        </pc:spChg>
        <pc:spChg chg="mod ord">
          <ac:chgData name="Josué Silva de Morais" userId="f406c2cd-edfc-4057-be10-75858098c663" providerId="ADAL" clId="{A1824FC7-00A9-4708-B7FB-71BF84356830}" dt="2026-05-11T11:13:41.077" v="9"/>
          <ac:spMkLst>
            <pc:docMk/>
            <pc:sldMk cId="1696161297" sldId="283"/>
            <ac:spMk id="3" creationId="{1540067B-E792-12B7-84A6-85BE21A8D79C}"/>
          </ac:spMkLst>
        </pc:spChg>
        <pc:spChg chg="mod ord">
          <ac:chgData name="Josué Silva de Morais" userId="f406c2cd-edfc-4057-be10-75858098c663" providerId="ADAL" clId="{A1824FC7-00A9-4708-B7FB-71BF84356830}" dt="2026-05-11T11:13:41.077" v="9"/>
          <ac:spMkLst>
            <pc:docMk/>
            <pc:sldMk cId="1696161297" sldId="283"/>
            <ac:spMk id="4" creationId="{164A1495-A0F2-189F-B5AD-6E2951F6A42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11" v="49"/>
        <pc:sldMkLst>
          <pc:docMk/>
          <pc:sldMk cId="142099818" sldId="289"/>
        </pc:sldMkLst>
        <pc:spChg chg="mod ord">
          <ac:chgData name="Josué Silva de Morais" userId="f406c2cd-edfc-4057-be10-75858098c663" providerId="ADAL" clId="{A1824FC7-00A9-4708-B7FB-71BF84356830}" dt="2026-05-11T11:13:41.078" v="10"/>
          <ac:spMkLst>
            <pc:docMk/>
            <pc:sldMk cId="142099818" sldId="289"/>
            <ac:spMk id="2" creationId="{8F9FCD6C-3062-FBC3-06FD-BB19633284B4}"/>
          </ac:spMkLst>
        </pc:spChg>
        <pc:spChg chg="mod ord">
          <ac:chgData name="Josué Silva de Morais" userId="f406c2cd-edfc-4057-be10-75858098c663" providerId="ADAL" clId="{A1824FC7-00A9-4708-B7FB-71BF84356830}" dt="2026-05-11T11:13:41.078" v="10"/>
          <ac:spMkLst>
            <pc:docMk/>
            <pc:sldMk cId="142099818" sldId="289"/>
            <ac:spMk id="3" creationId="{1D4D5B47-8B79-B5D9-CB57-6DF65B400AC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8" v="48"/>
        <pc:sldMkLst>
          <pc:docMk/>
          <pc:sldMk cId="3785799697" sldId="292"/>
        </pc:sldMkLst>
        <pc:spChg chg="mod ord">
          <ac:chgData name="Josué Silva de Morais" userId="f406c2cd-edfc-4057-be10-75858098c663" providerId="ADAL" clId="{A1824FC7-00A9-4708-B7FB-71BF84356830}" dt="2026-05-11T11:13:41.080" v="11"/>
          <ac:spMkLst>
            <pc:docMk/>
            <pc:sldMk cId="3785799697" sldId="292"/>
            <ac:spMk id="2" creationId="{4220DBB0-EBDB-821B-9DE4-BF5304FE0E1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5" v="47"/>
        <pc:sldMkLst>
          <pc:docMk/>
          <pc:sldMk cId="3473748505" sldId="293"/>
        </pc:sldMkLst>
        <pc:spChg chg="mod ord">
          <ac:chgData name="Josué Silva de Morais" userId="f406c2cd-edfc-4057-be10-75858098c663" providerId="ADAL" clId="{A1824FC7-00A9-4708-B7FB-71BF84356830}" dt="2026-05-11T11:13:41.081" v="12"/>
          <ac:spMkLst>
            <pc:docMk/>
            <pc:sldMk cId="3473748505" sldId="293"/>
            <ac:spMk id="2" creationId="{23AF33C5-451F-5F0D-E6A4-A5EA98039336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2" v="46"/>
        <pc:sldMkLst>
          <pc:docMk/>
          <pc:sldMk cId="1606375661" sldId="295"/>
        </pc:sldMkLst>
        <pc:spChg chg="mod ord">
          <ac:chgData name="Josué Silva de Morais" userId="f406c2cd-edfc-4057-be10-75858098c663" providerId="ADAL" clId="{A1824FC7-00A9-4708-B7FB-71BF84356830}" dt="2026-05-11T11:13:41.082" v="13"/>
          <ac:spMkLst>
            <pc:docMk/>
            <pc:sldMk cId="1606375661" sldId="295"/>
            <ac:spMk id="2" creationId="{53825901-E309-9269-EFDA-8987C9DF6DAC}"/>
          </ac:spMkLst>
        </pc:spChg>
        <pc:spChg chg="mod ord">
          <ac:chgData name="Josué Silva de Morais" userId="f406c2cd-edfc-4057-be10-75858098c663" providerId="ADAL" clId="{A1824FC7-00A9-4708-B7FB-71BF84356830}" dt="2026-05-11T11:13:41.082" v="13"/>
          <ac:spMkLst>
            <pc:docMk/>
            <pc:sldMk cId="1606375661" sldId="295"/>
            <ac:spMk id="3" creationId="{ADB7F9D1-BCDE-B8DC-1283-8D6763EB0AC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800" v="45"/>
        <pc:sldMkLst>
          <pc:docMk/>
          <pc:sldMk cId="2398827307" sldId="300"/>
        </pc:sldMkLst>
        <pc:spChg chg="mod ord">
          <ac:chgData name="Josué Silva de Morais" userId="f406c2cd-edfc-4057-be10-75858098c663" providerId="ADAL" clId="{A1824FC7-00A9-4708-B7FB-71BF84356830}" dt="2026-05-11T11:13:41.083" v="14"/>
          <ac:spMkLst>
            <pc:docMk/>
            <pc:sldMk cId="2398827307" sldId="300"/>
            <ac:spMk id="2" creationId="{D74B2727-94B5-2BAE-47A5-D5386E53FE75}"/>
          </ac:spMkLst>
        </pc:spChg>
        <pc:spChg chg="mod ord">
          <ac:chgData name="Josué Silva de Morais" userId="f406c2cd-edfc-4057-be10-75858098c663" providerId="ADAL" clId="{A1824FC7-00A9-4708-B7FB-71BF84356830}" dt="2026-05-11T11:13:41.083" v="14"/>
          <ac:spMkLst>
            <pc:docMk/>
            <pc:sldMk cId="2398827307" sldId="300"/>
            <ac:spMk id="3" creationId="{E0F4AEAA-E572-3B33-C232-F2F888A8AD4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94" v="44"/>
        <pc:sldMkLst>
          <pc:docMk/>
          <pc:sldMk cId="3503496967" sldId="306"/>
        </pc:sldMkLst>
        <pc:spChg chg="mod ord">
          <ac:chgData name="Josué Silva de Morais" userId="f406c2cd-edfc-4057-be10-75858098c663" providerId="ADAL" clId="{A1824FC7-00A9-4708-B7FB-71BF84356830}" dt="2026-05-11T11:13:41.086" v="15"/>
          <ac:spMkLst>
            <pc:docMk/>
            <pc:sldMk cId="3503496967" sldId="306"/>
            <ac:spMk id="2" creationId="{AEC8415E-7A6D-DEDA-D836-5FDC4843329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87" v="43"/>
        <pc:sldMkLst>
          <pc:docMk/>
          <pc:sldMk cId="2937002370" sldId="308"/>
        </pc:sldMkLst>
        <pc:spChg chg="mod ord">
          <ac:chgData name="Josué Silva de Morais" userId="f406c2cd-edfc-4057-be10-75858098c663" providerId="ADAL" clId="{A1824FC7-00A9-4708-B7FB-71BF84356830}" dt="2026-05-11T11:13:41.088" v="16"/>
          <ac:spMkLst>
            <pc:docMk/>
            <pc:sldMk cId="2937002370" sldId="308"/>
            <ac:spMk id="2" creationId="{65479B1B-C1CD-61C3-9D6F-B0362D7AAB51}"/>
          </ac:spMkLst>
        </pc:spChg>
        <pc:spChg chg="mod ord">
          <ac:chgData name="Josué Silva de Morais" userId="f406c2cd-edfc-4057-be10-75858098c663" providerId="ADAL" clId="{A1824FC7-00A9-4708-B7FB-71BF84356830}" dt="2026-05-11T11:13:41.088" v="16"/>
          <ac:spMkLst>
            <pc:docMk/>
            <pc:sldMk cId="2937002370" sldId="308"/>
            <ac:spMk id="3" creationId="{567253CB-04D9-5307-0B8E-92D8139D39E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85" v="42"/>
        <pc:sldMkLst>
          <pc:docMk/>
          <pc:sldMk cId="1791860071" sldId="313"/>
        </pc:sldMkLst>
        <pc:spChg chg="mod ord">
          <ac:chgData name="Josué Silva de Morais" userId="f406c2cd-edfc-4057-be10-75858098c663" providerId="ADAL" clId="{A1824FC7-00A9-4708-B7FB-71BF84356830}" dt="2026-05-11T11:13:41.089" v="17"/>
          <ac:spMkLst>
            <pc:docMk/>
            <pc:sldMk cId="1791860071" sldId="313"/>
            <ac:spMk id="2" creationId="{63663A8E-1A2D-8F8C-98D3-6B76C7D3B908}"/>
          </ac:spMkLst>
        </pc:spChg>
        <pc:spChg chg="mod ord">
          <ac:chgData name="Josué Silva de Morais" userId="f406c2cd-edfc-4057-be10-75858098c663" providerId="ADAL" clId="{A1824FC7-00A9-4708-B7FB-71BF84356830}" dt="2026-05-11T11:13:41.089" v="17"/>
          <ac:spMkLst>
            <pc:docMk/>
            <pc:sldMk cId="1791860071" sldId="313"/>
            <ac:spMk id="3" creationId="{A9F52671-6453-5157-5100-CF5DCC69E390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79" v="41"/>
        <pc:sldMkLst>
          <pc:docMk/>
          <pc:sldMk cId="312025839" sldId="315"/>
        </pc:sldMkLst>
        <pc:spChg chg="mod ord">
          <ac:chgData name="Josué Silva de Morais" userId="f406c2cd-edfc-4057-be10-75858098c663" providerId="ADAL" clId="{A1824FC7-00A9-4708-B7FB-71BF84356830}" dt="2026-05-11T11:13:41.091" v="18"/>
          <ac:spMkLst>
            <pc:docMk/>
            <pc:sldMk cId="312025839" sldId="315"/>
            <ac:spMk id="2" creationId="{ABDBD2EF-13C1-A866-48A0-94234B3D2FAE}"/>
          </ac:spMkLst>
        </pc:spChg>
        <pc:spChg chg="mod ord">
          <ac:chgData name="Josué Silva de Morais" userId="f406c2cd-edfc-4057-be10-75858098c663" providerId="ADAL" clId="{A1824FC7-00A9-4708-B7FB-71BF84356830}" dt="2026-05-11T11:13:41.091" v="18"/>
          <ac:spMkLst>
            <pc:docMk/>
            <pc:sldMk cId="312025839" sldId="315"/>
            <ac:spMk id="3" creationId="{0D79EB09-4ACB-B9E4-3F98-275488CD41B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76" v="40"/>
        <pc:sldMkLst>
          <pc:docMk/>
          <pc:sldMk cId="2559964663" sldId="317"/>
        </pc:sldMkLst>
        <pc:spChg chg="mod ord">
          <ac:chgData name="Josué Silva de Morais" userId="f406c2cd-edfc-4057-be10-75858098c663" providerId="ADAL" clId="{A1824FC7-00A9-4708-B7FB-71BF84356830}" dt="2026-05-11T11:13:41.092" v="19"/>
          <ac:spMkLst>
            <pc:docMk/>
            <pc:sldMk cId="2559964663" sldId="317"/>
            <ac:spMk id="2" creationId="{45186FC2-6CEA-7108-4BC5-BF257A68319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72" v="39"/>
        <pc:sldMkLst>
          <pc:docMk/>
          <pc:sldMk cId="445354612" sldId="321"/>
        </pc:sldMkLst>
        <pc:spChg chg="mod ord">
          <ac:chgData name="Josué Silva de Morais" userId="f406c2cd-edfc-4057-be10-75858098c663" providerId="ADAL" clId="{A1824FC7-00A9-4708-B7FB-71BF84356830}" dt="2026-05-11T11:13:41.093" v="20"/>
          <ac:spMkLst>
            <pc:docMk/>
            <pc:sldMk cId="445354612" sldId="321"/>
            <ac:spMk id="2" creationId="{C34C7BC7-5EE9-8678-51A1-8E0C9AB4AF14}"/>
          </ac:spMkLst>
        </pc:spChg>
        <pc:spChg chg="mod ord">
          <ac:chgData name="Josué Silva de Morais" userId="f406c2cd-edfc-4057-be10-75858098c663" providerId="ADAL" clId="{A1824FC7-00A9-4708-B7FB-71BF84356830}" dt="2026-05-11T11:13:41.093" v="20"/>
          <ac:spMkLst>
            <pc:docMk/>
            <pc:sldMk cId="445354612" sldId="321"/>
            <ac:spMk id="3" creationId="{F797E2AA-5489-EC10-6319-4382CA7A2A8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69" v="38"/>
        <pc:sldMkLst>
          <pc:docMk/>
          <pc:sldMk cId="4075069638" sldId="323"/>
        </pc:sldMkLst>
        <pc:spChg chg="mod ord">
          <ac:chgData name="Josué Silva de Morais" userId="f406c2cd-edfc-4057-be10-75858098c663" providerId="ADAL" clId="{A1824FC7-00A9-4708-B7FB-71BF84356830}" dt="2026-05-11T11:13:41.094" v="21"/>
          <ac:spMkLst>
            <pc:docMk/>
            <pc:sldMk cId="4075069638" sldId="323"/>
            <ac:spMk id="2" creationId="{1422D522-B532-A76A-3416-3A8AA9F80499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61" v="37"/>
        <pc:sldMkLst>
          <pc:docMk/>
          <pc:sldMk cId="3717178438" sldId="329"/>
        </pc:sldMkLst>
        <pc:spChg chg="mod ord">
          <ac:chgData name="Josué Silva de Morais" userId="f406c2cd-edfc-4057-be10-75858098c663" providerId="ADAL" clId="{A1824FC7-00A9-4708-B7FB-71BF84356830}" dt="2026-05-11T11:13:41.096" v="22"/>
          <ac:spMkLst>
            <pc:docMk/>
            <pc:sldMk cId="3717178438" sldId="329"/>
            <ac:spMk id="2" creationId="{04BA3DB0-81A3-B8BF-6EA5-27014116FDF0}"/>
          </ac:spMkLst>
        </pc:spChg>
        <pc:spChg chg="mod ord">
          <ac:chgData name="Josué Silva de Morais" userId="f406c2cd-edfc-4057-be10-75858098c663" providerId="ADAL" clId="{A1824FC7-00A9-4708-B7FB-71BF84356830}" dt="2026-05-11T11:13:41.096" v="22"/>
          <ac:spMkLst>
            <pc:docMk/>
            <pc:sldMk cId="3717178438" sldId="329"/>
            <ac:spMk id="3" creationId="{31AE0557-C486-92CD-35D2-D5FBE495A489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57" v="36"/>
        <pc:sldMkLst>
          <pc:docMk/>
          <pc:sldMk cId="2780069752" sldId="333"/>
        </pc:sldMkLst>
        <pc:spChg chg="mod ord">
          <ac:chgData name="Josué Silva de Morais" userId="f406c2cd-edfc-4057-be10-75858098c663" providerId="ADAL" clId="{A1824FC7-00A9-4708-B7FB-71BF84356830}" dt="2026-05-11T11:13:41.097" v="23"/>
          <ac:spMkLst>
            <pc:docMk/>
            <pc:sldMk cId="2780069752" sldId="333"/>
            <ac:spMk id="2" creationId="{EED54366-8BAE-5ABC-8960-23D95014B7B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48" v="35"/>
        <pc:sldMkLst>
          <pc:docMk/>
          <pc:sldMk cId="2860557448" sldId="334"/>
        </pc:sldMkLst>
        <pc:spChg chg="mod ord">
          <ac:chgData name="Josué Silva de Morais" userId="f406c2cd-edfc-4057-be10-75858098c663" providerId="ADAL" clId="{A1824FC7-00A9-4708-B7FB-71BF84356830}" dt="2026-05-11T11:13:41.098" v="24"/>
          <ac:spMkLst>
            <pc:docMk/>
            <pc:sldMk cId="2860557448" sldId="334"/>
            <ac:spMk id="2" creationId="{8DBFC6D8-C88F-F8C4-8BAB-CD7D68A9E570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41" v="34"/>
        <pc:sldMkLst>
          <pc:docMk/>
          <pc:sldMk cId="2737560169" sldId="335"/>
        </pc:sldMkLst>
        <pc:spChg chg="mod ord">
          <ac:chgData name="Josué Silva de Morais" userId="f406c2cd-edfc-4057-be10-75858098c663" providerId="ADAL" clId="{A1824FC7-00A9-4708-B7FB-71BF84356830}" dt="2026-05-11T11:13:41.100" v="25"/>
          <ac:spMkLst>
            <pc:docMk/>
            <pc:sldMk cId="2737560169" sldId="335"/>
            <ac:spMk id="2" creationId="{99AE4262-1F6C-303B-7743-BA7F1008C48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30" v="33"/>
        <pc:sldMkLst>
          <pc:docMk/>
          <pc:sldMk cId="3596897581" sldId="340"/>
        </pc:sldMkLst>
        <pc:spChg chg="mod ord">
          <ac:chgData name="Josué Silva de Morais" userId="f406c2cd-edfc-4057-be10-75858098c663" providerId="ADAL" clId="{A1824FC7-00A9-4708-B7FB-71BF84356830}" dt="2026-05-11T11:13:41.103" v="26"/>
          <ac:spMkLst>
            <pc:docMk/>
            <pc:sldMk cId="3596897581" sldId="340"/>
            <ac:spMk id="2" creationId="{5678BF8A-D681-0910-B30A-E3BE1137B0A0}"/>
          </ac:spMkLst>
        </pc:spChg>
        <pc:spChg chg="mod ord">
          <ac:chgData name="Josué Silva de Morais" userId="f406c2cd-edfc-4057-be10-75858098c663" providerId="ADAL" clId="{A1824FC7-00A9-4708-B7FB-71BF84356830}" dt="2026-05-11T11:13:41.103" v="26"/>
          <ac:spMkLst>
            <pc:docMk/>
            <pc:sldMk cId="3596897581" sldId="340"/>
            <ac:spMk id="3" creationId="{1048C7E2-8227-CC19-DC61-9EDB75FC1F4A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724" v="32"/>
        <pc:sldMkLst>
          <pc:docMk/>
          <pc:sldMk cId="648962055" sldId="341"/>
        </pc:sldMkLst>
        <pc:spChg chg="mod ord">
          <ac:chgData name="Josué Silva de Morais" userId="f406c2cd-edfc-4057-be10-75858098c663" providerId="ADAL" clId="{A1824FC7-00A9-4708-B7FB-71BF84356830}" dt="2026-05-11T11:13:41.105" v="27"/>
          <ac:spMkLst>
            <pc:docMk/>
            <pc:sldMk cId="648962055" sldId="341"/>
            <ac:spMk id="2" creationId="{151A6FD5-D7ED-E785-640C-7F39E3086A0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11T11:18:38.198" v="31"/>
        <pc:sldMkLst>
          <pc:docMk/>
          <pc:sldMk cId="2084593571" sldId="343"/>
        </pc:sldMkLst>
        <pc:spChg chg="mod ord">
          <ac:chgData name="Josué Silva de Morais" userId="f406c2cd-edfc-4057-be10-75858098c663" providerId="ADAL" clId="{A1824FC7-00A9-4708-B7FB-71BF84356830}" dt="2026-05-11T11:13:41.107" v="28"/>
          <ac:spMkLst>
            <pc:docMk/>
            <pc:sldMk cId="2084593571" sldId="343"/>
            <ac:spMk id="2" creationId="{12AA454D-858D-7EAA-C4E6-BB7D3ED9AA3D}"/>
          </ac:spMkLst>
        </pc:spChg>
        <pc:spChg chg="mod ord">
          <ac:chgData name="Josué Silva de Morais" userId="f406c2cd-edfc-4057-be10-75858098c663" providerId="ADAL" clId="{A1824FC7-00A9-4708-B7FB-71BF84356830}" dt="2026-05-11T11:13:41.107" v="28"/>
          <ac:spMkLst>
            <pc:docMk/>
            <pc:sldMk cId="2084593571" sldId="343"/>
            <ac:spMk id="3" creationId="{ED08F070-4C48-BB3A-622C-D3407519C640}"/>
          </ac:spMkLst>
        </pc:spChg>
      </pc:sldChg>
      <pc:sldChg chg="addSp delSp modSp add mod">
        <pc:chgData name="Josué Silva de Morais" userId="f406c2cd-edfc-4057-be10-75858098c663" providerId="ADAL" clId="{A1824FC7-00A9-4708-B7FB-71BF84356830}" dt="2026-05-11T11:19:01.739" v="127"/>
        <pc:sldMkLst>
          <pc:docMk/>
          <pc:sldMk cId="3989589177" sldId="344"/>
        </pc:sldMkLst>
        <pc:spChg chg="del">
          <ac:chgData name="Josué Silva de Morais" userId="f406c2cd-edfc-4057-be10-75858098c663" providerId="ADAL" clId="{A1824FC7-00A9-4708-B7FB-71BF84356830}" dt="2026-05-11T11:18:45.761" v="58"/>
          <ac:spMkLst>
            <pc:docMk/>
            <pc:sldMk cId="3989589177" sldId="344"/>
            <ac:spMk id="2" creationId="{4D7ACE2D-E0D6-564D-7A5A-BBDB06542772}"/>
          </ac:spMkLst>
        </pc:spChg>
        <pc:spChg chg="del">
          <ac:chgData name="Josué Silva de Morais" userId="f406c2cd-edfc-4057-be10-75858098c663" providerId="ADAL" clId="{A1824FC7-00A9-4708-B7FB-71BF84356830}" dt="2026-05-11T11:18:45.761" v="59"/>
          <ac:spMkLst>
            <pc:docMk/>
            <pc:sldMk cId="3989589177" sldId="344"/>
            <ac:spMk id="3" creationId="{2F17D7B1-8696-5451-808A-88AA24F03F09}"/>
          </ac:spMkLst>
        </pc:spChg>
        <pc:spChg chg="add mod">
          <ac:chgData name="Josué Silva de Morais" userId="f406c2cd-edfc-4057-be10-75858098c663" providerId="ADAL" clId="{A1824FC7-00A9-4708-B7FB-71BF84356830}" dt="2026-05-11T11:19:01.573" v="62"/>
          <ac:spMkLst>
            <pc:docMk/>
            <pc:sldMk cId="3989589177" sldId="344"/>
            <ac:spMk id="4" creationId="{028A2467-D277-43CD-AB32-1C4CE49B1B9E}"/>
          </ac:spMkLst>
        </pc:spChg>
        <pc:spChg chg="add mod">
          <ac:chgData name="Josué Silva de Morais" userId="f406c2cd-edfc-4057-be10-75858098c663" providerId="ADAL" clId="{A1824FC7-00A9-4708-B7FB-71BF84356830}" dt="2026-05-11T11:19:01.641" v="71"/>
          <ac:spMkLst>
            <pc:docMk/>
            <pc:sldMk cId="3989589177" sldId="344"/>
            <ac:spMk id="5" creationId="{A4C31C7B-E1E1-4327-9B9C-C3D383CBA8BC}"/>
          </ac:spMkLst>
        </pc:spChg>
        <pc:spChg chg="add mod">
          <ac:chgData name="Josué Silva de Morais" userId="f406c2cd-edfc-4057-be10-75858098c663" providerId="ADAL" clId="{A1824FC7-00A9-4708-B7FB-71BF84356830}" dt="2026-05-11T11:19:01.655" v="77"/>
          <ac:spMkLst>
            <pc:docMk/>
            <pc:sldMk cId="3989589177" sldId="344"/>
            <ac:spMk id="6" creationId="{F2C97E7F-3274-4C8C-BE0D-AF93D03608C0}"/>
          </ac:spMkLst>
        </pc:spChg>
        <pc:spChg chg="add mod">
          <ac:chgData name="Josué Silva de Morais" userId="f406c2cd-edfc-4057-be10-75858098c663" providerId="ADAL" clId="{A1824FC7-00A9-4708-B7FB-71BF84356830}" dt="2026-05-11T11:19:01.688" v="82"/>
          <ac:spMkLst>
            <pc:docMk/>
            <pc:sldMk cId="3989589177" sldId="344"/>
            <ac:spMk id="7" creationId="{712E81C5-E504-4EC7-A203-47B2B4A99CAF}"/>
          </ac:spMkLst>
        </pc:spChg>
        <pc:spChg chg="add mod">
          <ac:chgData name="Josué Silva de Morais" userId="f406c2cd-edfc-4057-be10-75858098c663" providerId="ADAL" clId="{A1824FC7-00A9-4708-B7FB-71BF84356830}" dt="2026-05-11T11:19:01.702" v="92"/>
          <ac:spMkLst>
            <pc:docMk/>
            <pc:sldMk cId="3989589177" sldId="344"/>
            <ac:spMk id="8" creationId="{D4BEB29C-28F0-4CB2-A259-63CB8CF213C7}"/>
          </ac:spMkLst>
        </pc:spChg>
        <pc:spChg chg="add mod">
          <ac:chgData name="Josué Silva de Morais" userId="f406c2cd-edfc-4057-be10-75858098c663" providerId="ADAL" clId="{A1824FC7-00A9-4708-B7FB-71BF84356830}" dt="2026-05-11T11:19:01.713" v="102"/>
          <ac:spMkLst>
            <pc:docMk/>
            <pc:sldMk cId="3989589177" sldId="344"/>
            <ac:spMk id="9" creationId="{1DE2C0DA-DAC9-4194-B49E-73B52CCF73C8}"/>
          </ac:spMkLst>
        </pc:spChg>
        <pc:spChg chg="add mod">
          <ac:chgData name="Josué Silva de Morais" userId="f406c2cd-edfc-4057-be10-75858098c663" providerId="ADAL" clId="{A1824FC7-00A9-4708-B7FB-71BF84356830}" dt="2026-05-11T11:19:01.722" v="112"/>
          <ac:spMkLst>
            <pc:docMk/>
            <pc:sldMk cId="3989589177" sldId="344"/>
            <ac:spMk id="10" creationId="{09B962FA-B3BB-41CD-A6C5-AEED9E32F4EE}"/>
          </ac:spMkLst>
        </pc:spChg>
        <pc:spChg chg="add mod">
          <ac:chgData name="Josué Silva de Morais" userId="f406c2cd-edfc-4057-be10-75858098c663" providerId="ADAL" clId="{A1824FC7-00A9-4708-B7FB-71BF84356830}" dt="2026-05-11T11:19:01.734" v="122"/>
          <ac:spMkLst>
            <pc:docMk/>
            <pc:sldMk cId="3989589177" sldId="344"/>
            <ac:spMk id="11" creationId="{DEEE1A24-9FB9-4143-970E-7F117C10CE8F}"/>
          </ac:spMkLst>
        </pc:spChg>
        <pc:spChg chg="add mod">
          <ac:chgData name="Josué Silva de Morais" userId="f406c2cd-edfc-4057-be10-75858098c663" providerId="ADAL" clId="{A1824FC7-00A9-4708-B7FB-71BF84356830}" dt="2026-05-11T11:19:01.739" v="127"/>
          <ac:spMkLst>
            <pc:docMk/>
            <pc:sldMk cId="3989589177" sldId="344"/>
            <ac:spMk id="12" creationId="{84536F3A-C121-4ED5-BF09-A01E7F465863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19:31.978" v="362"/>
        <pc:sldMkLst>
          <pc:docMk/>
          <pc:sldMk cId="1810724469" sldId="345"/>
        </pc:sldMkLst>
        <pc:spChg chg="add mod">
          <ac:chgData name="Josué Silva de Morais" userId="f406c2cd-edfc-4057-be10-75858098c663" providerId="ADAL" clId="{A1824FC7-00A9-4708-B7FB-71BF84356830}" dt="2026-05-11T11:19:31.722" v="131"/>
          <ac:spMkLst>
            <pc:docMk/>
            <pc:sldMk cId="1810724469" sldId="345"/>
            <ac:spMk id="2" creationId="{E518A6C5-7B10-4BC9-90E1-3657849B0ACA}"/>
          </ac:spMkLst>
        </pc:spChg>
        <pc:spChg chg="add mod">
          <ac:chgData name="Josué Silva de Morais" userId="f406c2cd-edfc-4057-be10-75858098c663" providerId="ADAL" clId="{A1824FC7-00A9-4708-B7FB-71BF84356830}" dt="2026-05-11T11:19:31.738" v="137"/>
          <ac:spMkLst>
            <pc:docMk/>
            <pc:sldMk cId="1810724469" sldId="345"/>
            <ac:spMk id="3" creationId="{1822E25D-61C4-4DE5-854A-02FAE5B6EC41}"/>
          </ac:spMkLst>
        </pc:spChg>
        <pc:spChg chg="add mod">
          <ac:chgData name="Josué Silva de Morais" userId="f406c2cd-edfc-4057-be10-75858098c663" providerId="ADAL" clId="{A1824FC7-00A9-4708-B7FB-71BF84356830}" dt="2026-05-11T11:19:31.749" v="143"/>
          <ac:spMkLst>
            <pc:docMk/>
            <pc:sldMk cId="1810724469" sldId="345"/>
            <ac:spMk id="4" creationId="{AB1036DC-CAD5-42B2-9F39-4DB6BDABC0B8}"/>
          </ac:spMkLst>
        </pc:spChg>
        <pc:spChg chg="add mod">
          <ac:chgData name="Josué Silva de Morais" userId="f406c2cd-edfc-4057-be10-75858098c663" providerId="ADAL" clId="{A1824FC7-00A9-4708-B7FB-71BF84356830}" dt="2026-05-11T11:19:31.751" v="146"/>
          <ac:spMkLst>
            <pc:docMk/>
            <pc:sldMk cId="1810724469" sldId="345"/>
            <ac:spMk id="5" creationId="{F7E92C99-6979-4FA1-8D76-34B44C0C1BE6}"/>
          </ac:spMkLst>
        </pc:spChg>
        <pc:spChg chg="add mod">
          <ac:chgData name="Josué Silva de Morais" userId="f406c2cd-edfc-4057-be10-75858098c663" providerId="ADAL" clId="{A1824FC7-00A9-4708-B7FB-71BF84356830}" dt="2026-05-11T11:19:31.755" v="150"/>
          <ac:spMkLst>
            <pc:docMk/>
            <pc:sldMk cId="1810724469" sldId="345"/>
            <ac:spMk id="6" creationId="{2636176E-1412-4E11-9181-1122017D296A}"/>
          </ac:spMkLst>
        </pc:spChg>
        <pc:spChg chg="add mod">
          <ac:chgData name="Josué Silva de Morais" userId="f406c2cd-edfc-4057-be10-75858098c663" providerId="ADAL" clId="{A1824FC7-00A9-4708-B7FB-71BF84356830}" dt="2026-05-11T11:19:31.765" v="156"/>
          <ac:spMkLst>
            <pc:docMk/>
            <pc:sldMk cId="1810724469" sldId="345"/>
            <ac:spMk id="7" creationId="{F1311614-E28A-49A0-95F9-1B0EF97BB9A2}"/>
          </ac:spMkLst>
        </pc:spChg>
        <pc:spChg chg="add mod">
          <ac:chgData name="Josué Silva de Morais" userId="f406c2cd-edfc-4057-be10-75858098c663" providerId="ADAL" clId="{A1824FC7-00A9-4708-B7FB-71BF84356830}" dt="2026-05-11T11:19:31.769" v="162"/>
          <ac:spMkLst>
            <pc:docMk/>
            <pc:sldMk cId="1810724469" sldId="345"/>
            <ac:spMk id="8" creationId="{FBC16708-3794-4937-B3A7-61BFD39D5B75}"/>
          </ac:spMkLst>
        </pc:spChg>
        <pc:spChg chg="add mod">
          <ac:chgData name="Josué Silva de Morais" userId="f406c2cd-edfc-4057-be10-75858098c663" providerId="ADAL" clId="{A1824FC7-00A9-4708-B7FB-71BF84356830}" dt="2026-05-11T11:19:31.778" v="167"/>
          <ac:spMkLst>
            <pc:docMk/>
            <pc:sldMk cId="1810724469" sldId="345"/>
            <ac:spMk id="9" creationId="{60FF72B2-6DD6-4366-ABFC-C3142EE391F8}"/>
          </ac:spMkLst>
        </pc:spChg>
        <pc:spChg chg="add mod">
          <ac:chgData name="Josué Silva de Morais" userId="f406c2cd-edfc-4057-be10-75858098c663" providerId="ADAL" clId="{A1824FC7-00A9-4708-B7FB-71BF84356830}" dt="2026-05-11T11:19:31.781" v="170"/>
          <ac:spMkLst>
            <pc:docMk/>
            <pc:sldMk cId="1810724469" sldId="345"/>
            <ac:spMk id="10" creationId="{33286C0F-59E2-416E-A0D9-3ED5C21EF9F6}"/>
          </ac:spMkLst>
        </pc:spChg>
        <pc:spChg chg="add mod">
          <ac:chgData name="Josué Silva de Morais" userId="f406c2cd-edfc-4057-be10-75858098c663" providerId="ADAL" clId="{A1824FC7-00A9-4708-B7FB-71BF84356830}" dt="2026-05-11T11:19:31.784" v="174"/>
          <ac:spMkLst>
            <pc:docMk/>
            <pc:sldMk cId="1810724469" sldId="345"/>
            <ac:spMk id="11" creationId="{F7309785-A6DE-443E-A2F7-A129B6A49C88}"/>
          </ac:spMkLst>
        </pc:spChg>
        <pc:spChg chg="add mod">
          <ac:chgData name="Josué Silva de Morais" userId="f406c2cd-edfc-4057-be10-75858098c663" providerId="ADAL" clId="{A1824FC7-00A9-4708-B7FB-71BF84356830}" dt="2026-05-11T11:19:31.789" v="180"/>
          <ac:spMkLst>
            <pc:docMk/>
            <pc:sldMk cId="1810724469" sldId="345"/>
            <ac:spMk id="12" creationId="{C9E373BD-B85A-4F03-B591-9A34FF47D832}"/>
          </ac:spMkLst>
        </pc:spChg>
        <pc:spChg chg="add mod">
          <ac:chgData name="Josué Silva de Morais" userId="f406c2cd-edfc-4057-be10-75858098c663" providerId="ADAL" clId="{A1824FC7-00A9-4708-B7FB-71BF84356830}" dt="2026-05-11T11:19:31.797" v="186"/>
          <ac:spMkLst>
            <pc:docMk/>
            <pc:sldMk cId="1810724469" sldId="345"/>
            <ac:spMk id="13" creationId="{316B5B8F-2FE0-4262-96E9-FA9540855BDA}"/>
          </ac:spMkLst>
        </pc:spChg>
        <pc:spChg chg="add mod">
          <ac:chgData name="Josué Silva de Morais" userId="f406c2cd-edfc-4057-be10-75858098c663" providerId="ADAL" clId="{A1824FC7-00A9-4708-B7FB-71BF84356830}" dt="2026-05-11T11:19:31.802" v="191"/>
          <ac:spMkLst>
            <pc:docMk/>
            <pc:sldMk cId="1810724469" sldId="345"/>
            <ac:spMk id="14" creationId="{F1C570A4-9501-4DE6-B75A-8CAE1738F17E}"/>
          </ac:spMkLst>
        </pc:spChg>
        <pc:spChg chg="add mod">
          <ac:chgData name="Josué Silva de Morais" userId="f406c2cd-edfc-4057-be10-75858098c663" providerId="ADAL" clId="{A1824FC7-00A9-4708-B7FB-71BF84356830}" dt="2026-05-11T11:19:31.804" v="194"/>
          <ac:spMkLst>
            <pc:docMk/>
            <pc:sldMk cId="1810724469" sldId="345"/>
            <ac:spMk id="15" creationId="{E34E21E2-F78C-41FA-8710-95053C723BDC}"/>
          </ac:spMkLst>
        </pc:spChg>
        <pc:spChg chg="add mod">
          <ac:chgData name="Josué Silva de Morais" userId="f406c2cd-edfc-4057-be10-75858098c663" providerId="ADAL" clId="{A1824FC7-00A9-4708-B7FB-71BF84356830}" dt="2026-05-11T11:19:31.811" v="198"/>
          <ac:spMkLst>
            <pc:docMk/>
            <pc:sldMk cId="1810724469" sldId="345"/>
            <ac:spMk id="16" creationId="{33AEE7DF-9BD7-4923-B580-D5F3F1D498A7}"/>
          </ac:spMkLst>
        </pc:spChg>
        <pc:spChg chg="add mod">
          <ac:chgData name="Josué Silva de Morais" userId="f406c2cd-edfc-4057-be10-75858098c663" providerId="ADAL" clId="{A1824FC7-00A9-4708-B7FB-71BF84356830}" dt="2026-05-11T11:19:31.817" v="204"/>
          <ac:spMkLst>
            <pc:docMk/>
            <pc:sldMk cId="1810724469" sldId="345"/>
            <ac:spMk id="17" creationId="{E1DCF338-6E78-4D14-A6C4-D64E1859377A}"/>
          </ac:spMkLst>
        </pc:spChg>
        <pc:spChg chg="add mod">
          <ac:chgData name="Josué Silva de Morais" userId="f406c2cd-edfc-4057-be10-75858098c663" providerId="ADAL" clId="{A1824FC7-00A9-4708-B7FB-71BF84356830}" dt="2026-05-11T11:19:31.822" v="210"/>
          <ac:spMkLst>
            <pc:docMk/>
            <pc:sldMk cId="1810724469" sldId="345"/>
            <ac:spMk id="18" creationId="{A4A18C43-526A-44BB-8195-3D06CE983DDA}"/>
          </ac:spMkLst>
        </pc:spChg>
        <pc:spChg chg="add mod">
          <ac:chgData name="Josué Silva de Morais" userId="f406c2cd-edfc-4057-be10-75858098c663" providerId="ADAL" clId="{A1824FC7-00A9-4708-B7FB-71BF84356830}" dt="2026-05-11T11:19:31.830" v="215"/>
          <ac:spMkLst>
            <pc:docMk/>
            <pc:sldMk cId="1810724469" sldId="345"/>
            <ac:spMk id="19" creationId="{62A3FCCA-48BE-443D-9AA5-9549D855797E}"/>
          </ac:spMkLst>
        </pc:spChg>
        <pc:spChg chg="add mod">
          <ac:chgData name="Josué Silva de Morais" userId="f406c2cd-edfc-4057-be10-75858098c663" providerId="ADAL" clId="{A1824FC7-00A9-4708-B7FB-71BF84356830}" dt="2026-05-11T11:19:31.832" v="218"/>
          <ac:spMkLst>
            <pc:docMk/>
            <pc:sldMk cId="1810724469" sldId="345"/>
            <ac:spMk id="20" creationId="{E67F30B9-001F-4AA2-9FB1-DBA80163795A}"/>
          </ac:spMkLst>
        </pc:spChg>
        <pc:spChg chg="add mod">
          <ac:chgData name="Josué Silva de Morais" userId="f406c2cd-edfc-4057-be10-75858098c663" providerId="ADAL" clId="{A1824FC7-00A9-4708-B7FB-71BF84356830}" dt="2026-05-11T11:19:31.835" v="222"/>
          <ac:spMkLst>
            <pc:docMk/>
            <pc:sldMk cId="1810724469" sldId="345"/>
            <ac:spMk id="21" creationId="{E952FC69-7CFF-4632-B2F5-D9395AF7D0E4}"/>
          </ac:spMkLst>
        </pc:spChg>
        <pc:spChg chg="add mod">
          <ac:chgData name="Josué Silva de Morais" userId="f406c2cd-edfc-4057-be10-75858098c663" providerId="ADAL" clId="{A1824FC7-00A9-4708-B7FB-71BF84356830}" dt="2026-05-11T11:19:31.843" v="228"/>
          <ac:spMkLst>
            <pc:docMk/>
            <pc:sldMk cId="1810724469" sldId="345"/>
            <ac:spMk id="22" creationId="{47E4DF72-72F4-48A7-8E89-E2891B90E423}"/>
          </ac:spMkLst>
        </pc:spChg>
        <pc:spChg chg="add mod">
          <ac:chgData name="Josué Silva de Morais" userId="f406c2cd-edfc-4057-be10-75858098c663" providerId="ADAL" clId="{A1824FC7-00A9-4708-B7FB-71BF84356830}" dt="2026-05-11T11:19:31.849" v="234"/>
          <ac:spMkLst>
            <pc:docMk/>
            <pc:sldMk cId="1810724469" sldId="345"/>
            <ac:spMk id="23" creationId="{70FFDFD8-3E5E-4F4E-8539-651B791DF7F4}"/>
          </ac:spMkLst>
        </pc:spChg>
        <pc:spChg chg="add mod">
          <ac:chgData name="Josué Silva de Morais" userId="f406c2cd-edfc-4057-be10-75858098c663" providerId="ADAL" clId="{A1824FC7-00A9-4708-B7FB-71BF84356830}" dt="2026-05-11T11:19:31.852" v="239"/>
          <ac:spMkLst>
            <pc:docMk/>
            <pc:sldMk cId="1810724469" sldId="345"/>
            <ac:spMk id="24" creationId="{B66E761E-B3F4-4D57-A9CA-DEEDC190EBE6}"/>
          </ac:spMkLst>
        </pc:spChg>
        <pc:spChg chg="add mod">
          <ac:chgData name="Josué Silva de Morais" userId="f406c2cd-edfc-4057-be10-75858098c663" providerId="ADAL" clId="{A1824FC7-00A9-4708-B7FB-71BF84356830}" dt="2026-05-11T11:19:31.854" v="242"/>
          <ac:spMkLst>
            <pc:docMk/>
            <pc:sldMk cId="1810724469" sldId="345"/>
            <ac:spMk id="25" creationId="{BCF3EFD4-8490-4EB4-8131-9A1169EB3684}"/>
          </ac:spMkLst>
        </pc:spChg>
        <pc:spChg chg="add mod">
          <ac:chgData name="Josué Silva de Morais" userId="f406c2cd-edfc-4057-be10-75858098c663" providerId="ADAL" clId="{A1824FC7-00A9-4708-B7FB-71BF84356830}" dt="2026-05-11T11:19:31.862" v="246"/>
          <ac:spMkLst>
            <pc:docMk/>
            <pc:sldMk cId="1810724469" sldId="345"/>
            <ac:spMk id="26" creationId="{F955E358-F923-40E9-9262-A149B5150016}"/>
          </ac:spMkLst>
        </pc:spChg>
        <pc:spChg chg="add mod">
          <ac:chgData name="Josué Silva de Morais" userId="f406c2cd-edfc-4057-be10-75858098c663" providerId="ADAL" clId="{A1824FC7-00A9-4708-B7FB-71BF84356830}" dt="2026-05-11T11:19:31.867" v="252"/>
          <ac:spMkLst>
            <pc:docMk/>
            <pc:sldMk cId="1810724469" sldId="345"/>
            <ac:spMk id="27" creationId="{8BF86643-5FCF-492E-963B-67A6ABC3E762}"/>
          </ac:spMkLst>
        </pc:spChg>
        <pc:spChg chg="add mod">
          <ac:chgData name="Josué Silva de Morais" userId="f406c2cd-edfc-4057-be10-75858098c663" providerId="ADAL" clId="{A1824FC7-00A9-4708-B7FB-71BF84356830}" dt="2026-05-11T11:19:31.871" v="258"/>
          <ac:spMkLst>
            <pc:docMk/>
            <pc:sldMk cId="1810724469" sldId="345"/>
            <ac:spMk id="28" creationId="{458CBDD4-935B-412F-A979-80144898636F}"/>
          </ac:spMkLst>
        </pc:spChg>
        <pc:spChg chg="add mod">
          <ac:chgData name="Josué Silva de Morais" userId="f406c2cd-edfc-4057-be10-75858098c663" providerId="ADAL" clId="{A1824FC7-00A9-4708-B7FB-71BF84356830}" dt="2026-05-11T11:19:31.879" v="263"/>
          <ac:spMkLst>
            <pc:docMk/>
            <pc:sldMk cId="1810724469" sldId="345"/>
            <ac:spMk id="29" creationId="{27961345-7535-4F6D-8428-265BF4DC8F68}"/>
          </ac:spMkLst>
        </pc:spChg>
        <pc:spChg chg="add mod">
          <ac:chgData name="Josué Silva de Morais" userId="f406c2cd-edfc-4057-be10-75858098c663" providerId="ADAL" clId="{A1824FC7-00A9-4708-B7FB-71BF84356830}" dt="2026-05-11T11:19:31.881" v="266"/>
          <ac:spMkLst>
            <pc:docMk/>
            <pc:sldMk cId="1810724469" sldId="345"/>
            <ac:spMk id="30" creationId="{4B3BE2D6-7C3D-4B71-BD2B-EBFCA993373E}"/>
          </ac:spMkLst>
        </pc:spChg>
        <pc:spChg chg="add mod">
          <ac:chgData name="Josué Silva de Morais" userId="f406c2cd-edfc-4057-be10-75858098c663" providerId="ADAL" clId="{A1824FC7-00A9-4708-B7FB-71BF84356830}" dt="2026-05-11T11:19:31.884" v="270"/>
          <ac:spMkLst>
            <pc:docMk/>
            <pc:sldMk cId="1810724469" sldId="345"/>
            <ac:spMk id="31" creationId="{F6CD80E3-03C1-4C4A-A8E0-F9267EC58844}"/>
          </ac:spMkLst>
        </pc:spChg>
        <pc:spChg chg="add mod">
          <ac:chgData name="Josué Silva de Morais" userId="f406c2cd-edfc-4057-be10-75858098c663" providerId="ADAL" clId="{A1824FC7-00A9-4708-B7FB-71BF84356830}" dt="2026-05-11T11:19:31.888" v="276"/>
          <ac:spMkLst>
            <pc:docMk/>
            <pc:sldMk cId="1810724469" sldId="345"/>
            <ac:spMk id="32" creationId="{08406B0A-91DC-463D-B889-45A11340B5B5}"/>
          </ac:spMkLst>
        </pc:spChg>
        <pc:spChg chg="add mod">
          <ac:chgData name="Josué Silva de Morais" userId="f406c2cd-edfc-4057-be10-75858098c663" providerId="ADAL" clId="{A1824FC7-00A9-4708-B7FB-71BF84356830}" dt="2026-05-11T11:19:31.897" v="282"/>
          <ac:spMkLst>
            <pc:docMk/>
            <pc:sldMk cId="1810724469" sldId="345"/>
            <ac:spMk id="33" creationId="{871A5DE5-6B81-4250-857E-0AA9620BC981}"/>
          </ac:spMkLst>
        </pc:spChg>
        <pc:spChg chg="add mod">
          <ac:chgData name="Josué Silva de Morais" userId="f406c2cd-edfc-4057-be10-75858098c663" providerId="ADAL" clId="{A1824FC7-00A9-4708-B7FB-71BF84356830}" dt="2026-05-11T11:19:31.900" v="287"/>
          <ac:spMkLst>
            <pc:docMk/>
            <pc:sldMk cId="1810724469" sldId="345"/>
            <ac:spMk id="34" creationId="{DA919221-8B06-4B40-84BD-B57F11228801}"/>
          </ac:spMkLst>
        </pc:spChg>
        <pc:spChg chg="add mod">
          <ac:chgData name="Josué Silva de Morais" userId="f406c2cd-edfc-4057-be10-75858098c663" providerId="ADAL" clId="{A1824FC7-00A9-4708-B7FB-71BF84356830}" dt="2026-05-11T11:19:31.902" v="290"/>
          <ac:spMkLst>
            <pc:docMk/>
            <pc:sldMk cId="1810724469" sldId="345"/>
            <ac:spMk id="35" creationId="{1F96F958-04CC-42E0-83DF-9C030BE42C7A}"/>
          </ac:spMkLst>
        </pc:spChg>
        <pc:spChg chg="add mod">
          <ac:chgData name="Josué Silva de Morais" userId="f406c2cd-edfc-4057-be10-75858098c663" providerId="ADAL" clId="{A1824FC7-00A9-4708-B7FB-71BF84356830}" dt="2026-05-11T11:19:31.906" v="294"/>
          <ac:spMkLst>
            <pc:docMk/>
            <pc:sldMk cId="1810724469" sldId="345"/>
            <ac:spMk id="36" creationId="{C06AEE14-027A-4792-9C02-D9489C62FAAF}"/>
          </ac:spMkLst>
        </pc:spChg>
        <pc:spChg chg="add mod">
          <ac:chgData name="Josué Silva de Morais" userId="f406c2cd-edfc-4057-be10-75858098c663" providerId="ADAL" clId="{A1824FC7-00A9-4708-B7FB-71BF84356830}" dt="2026-05-11T11:19:31.913" v="300"/>
          <ac:spMkLst>
            <pc:docMk/>
            <pc:sldMk cId="1810724469" sldId="345"/>
            <ac:spMk id="37" creationId="{78361C71-29C3-4DB1-9992-951C89C20E94}"/>
          </ac:spMkLst>
        </pc:spChg>
        <pc:spChg chg="add mod">
          <ac:chgData name="Josué Silva de Morais" userId="f406c2cd-edfc-4057-be10-75858098c663" providerId="ADAL" clId="{A1824FC7-00A9-4708-B7FB-71BF84356830}" dt="2026-05-11T11:19:31.918" v="306"/>
          <ac:spMkLst>
            <pc:docMk/>
            <pc:sldMk cId="1810724469" sldId="345"/>
            <ac:spMk id="38" creationId="{52F90C21-8CA3-4A76-B19B-03C18962018B}"/>
          </ac:spMkLst>
        </pc:spChg>
        <pc:spChg chg="add mod">
          <ac:chgData name="Josué Silva de Morais" userId="f406c2cd-edfc-4057-be10-75858098c663" providerId="ADAL" clId="{A1824FC7-00A9-4708-B7FB-71BF84356830}" dt="2026-05-11T11:19:31.922" v="311"/>
          <ac:spMkLst>
            <pc:docMk/>
            <pc:sldMk cId="1810724469" sldId="345"/>
            <ac:spMk id="39" creationId="{B3FDA4BA-8331-48B6-9EE4-00DDD18A6952}"/>
          </ac:spMkLst>
        </pc:spChg>
        <pc:spChg chg="add mod">
          <ac:chgData name="Josué Silva de Morais" userId="f406c2cd-edfc-4057-be10-75858098c663" providerId="ADAL" clId="{A1824FC7-00A9-4708-B7FB-71BF84356830}" dt="2026-05-11T11:19:31.927" v="314"/>
          <ac:spMkLst>
            <pc:docMk/>
            <pc:sldMk cId="1810724469" sldId="345"/>
            <ac:spMk id="40" creationId="{8D66A5F7-3FBE-481C-AB5F-FD28AFD37271}"/>
          </ac:spMkLst>
        </pc:spChg>
        <pc:spChg chg="add mod">
          <ac:chgData name="Josué Silva de Morais" userId="f406c2cd-edfc-4057-be10-75858098c663" providerId="ADAL" clId="{A1824FC7-00A9-4708-B7FB-71BF84356830}" dt="2026-05-11T11:19:31.930" v="318"/>
          <ac:spMkLst>
            <pc:docMk/>
            <pc:sldMk cId="1810724469" sldId="345"/>
            <ac:spMk id="41" creationId="{E20D7ED8-3AF0-4634-A87A-162490997DE7}"/>
          </ac:spMkLst>
        </pc:spChg>
        <pc:spChg chg="add mod">
          <ac:chgData name="Josué Silva de Morais" userId="f406c2cd-edfc-4057-be10-75858098c663" providerId="ADAL" clId="{A1824FC7-00A9-4708-B7FB-71BF84356830}" dt="2026-05-11T11:19:31.935" v="324"/>
          <ac:spMkLst>
            <pc:docMk/>
            <pc:sldMk cId="1810724469" sldId="345"/>
            <ac:spMk id="42" creationId="{D14302F2-95EE-4305-878A-F0C1BC97FF79}"/>
          </ac:spMkLst>
        </pc:spChg>
        <pc:spChg chg="add mod">
          <ac:chgData name="Josué Silva de Morais" userId="f406c2cd-edfc-4057-be10-75858098c663" providerId="ADAL" clId="{A1824FC7-00A9-4708-B7FB-71BF84356830}" dt="2026-05-11T11:19:31.943" v="330"/>
          <ac:spMkLst>
            <pc:docMk/>
            <pc:sldMk cId="1810724469" sldId="345"/>
            <ac:spMk id="43" creationId="{1FE49743-7A2A-4F3E-97BA-A6E87CFC565E}"/>
          </ac:spMkLst>
        </pc:spChg>
        <pc:spChg chg="add mod">
          <ac:chgData name="Josué Silva de Morais" userId="f406c2cd-edfc-4057-be10-75858098c663" providerId="ADAL" clId="{A1824FC7-00A9-4708-B7FB-71BF84356830}" dt="2026-05-11T11:19:31.948" v="335"/>
          <ac:spMkLst>
            <pc:docMk/>
            <pc:sldMk cId="1810724469" sldId="345"/>
            <ac:spMk id="44" creationId="{BE5BA472-1490-4B7E-8962-025C4E7CDCA6}"/>
          </ac:spMkLst>
        </pc:spChg>
        <pc:spChg chg="add mod">
          <ac:chgData name="Josué Silva de Morais" userId="f406c2cd-edfc-4057-be10-75858098c663" providerId="ADAL" clId="{A1824FC7-00A9-4708-B7FB-71BF84356830}" dt="2026-05-11T11:19:31.951" v="338"/>
          <ac:spMkLst>
            <pc:docMk/>
            <pc:sldMk cId="1810724469" sldId="345"/>
            <ac:spMk id="45" creationId="{E2312F12-301F-475E-AEB0-FC72A9422FB0}"/>
          </ac:spMkLst>
        </pc:spChg>
        <pc:spChg chg="add mod">
          <ac:chgData name="Josué Silva de Morais" userId="f406c2cd-edfc-4057-be10-75858098c663" providerId="ADAL" clId="{A1824FC7-00A9-4708-B7FB-71BF84356830}" dt="2026-05-11T11:19:31.953" v="342"/>
          <ac:spMkLst>
            <pc:docMk/>
            <pc:sldMk cId="1810724469" sldId="345"/>
            <ac:spMk id="46" creationId="{B614DCFD-B28D-467F-9FF5-EFECDFE64DC1}"/>
          </ac:spMkLst>
        </pc:spChg>
        <pc:spChg chg="add mod">
          <ac:chgData name="Josué Silva de Morais" userId="f406c2cd-edfc-4057-be10-75858098c663" providerId="ADAL" clId="{A1824FC7-00A9-4708-B7FB-71BF84356830}" dt="2026-05-11T11:19:31.961" v="348"/>
          <ac:spMkLst>
            <pc:docMk/>
            <pc:sldMk cId="1810724469" sldId="345"/>
            <ac:spMk id="47" creationId="{C3E17DB3-1168-4B26-934A-340695F77B68}"/>
          </ac:spMkLst>
        </pc:spChg>
        <pc:spChg chg="add mod">
          <ac:chgData name="Josué Silva de Morais" userId="f406c2cd-edfc-4057-be10-75858098c663" providerId="ADAL" clId="{A1824FC7-00A9-4708-B7FB-71BF84356830}" dt="2026-05-11T11:19:31.966" v="354"/>
          <ac:spMkLst>
            <pc:docMk/>
            <pc:sldMk cId="1810724469" sldId="345"/>
            <ac:spMk id="48" creationId="{A773841D-06D7-403A-96A4-026CE9426E2B}"/>
          </ac:spMkLst>
        </pc:spChg>
        <pc:spChg chg="add mod">
          <ac:chgData name="Josué Silva de Morais" userId="f406c2cd-edfc-4057-be10-75858098c663" providerId="ADAL" clId="{A1824FC7-00A9-4708-B7FB-71BF84356830}" dt="2026-05-11T11:19:31.970" v="359"/>
          <ac:spMkLst>
            <pc:docMk/>
            <pc:sldMk cId="1810724469" sldId="345"/>
            <ac:spMk id="49" creationId="{F4D591E0-F6F5-43FF-9728-8ADC61B69050}"/>
          </ac:spMkLst>
        </pc:spChg>
        <pc:spChg chg="add mod">
          <ac:chgData name="Josué Silva de Morais" userId="f406c2cd-edfc-4057-be10-75858098c663" providerId="ADAL" clId="{A1824FC7-00A9-4708-B7FB-71BF84356830}" dt="2026-05-11T11:19:31.978" v="362"/>
          <ac:spMkLst>
            <pc:docMk/>
            <pc:sldMk cId="1810724469" sldId="345"/>
            <ac:spMk id="50" creationId="{3CCF3A7C-2C9B-4911-8453-18F984C9073A}"/>
          </ac:spMkLst>
        </pc:spChg>
      </pc:sldChg>
      <pc:sldChg chg="new del">
        <pc:chgData name="Josué Silva de Morais" userId="f406c2cd-edfc-4057-be10-75858098c663" providerId="ADAL" clId="{A1824FC7-00A9-4708-B7FB-71BF84356830}" dt="2026-05-11T11:13:41.204" v="30"/>
        <pc:sldMkLst>
          <pc:docMk/>
          <pc:sldMk cId="3749416404" sldId="345"/>
        </pc:sldMkLst>
      </pc:sldChg>
      <pc:sldChg chg="addSp modSp new mod">
        <pc:chgData name="Josué Silva de Morais" userId="f406c2cd-edfc-4057-be10-75858098c663" providerId="ADAL" clId="{A1824FC7-00A9-4708-B7FB-71BF84356830}" dt="2026-05-11T11:20:08.226" v="386"/>
        <pc:sldMkLst>
          <pc:docMk/>
          <pc:sldMk cId="3999645701" sldId="346"/>
        </pc:sldMkLst>
        <pc:spChg chg="add mod">
          <ac:chgData name="Josué Silva de Morais" userId="f406c2cd-edfc-4057-be10-75858098c663" providerId="ADAL" clId="{A1824FC7-00A9-4708-B7FB-71BF84356830}" dt="2026-05-11T11:20:08.200" v="366"/>
          <ac:spMkLst>
            <pc:docMk/>
            <pc:sldMk cId="3999645701" sldId="346"/>
            <ac:spMk id="2" creationId="{35271F73-1228-4B6B-BE96-6E3F78C7A2B3}"/>
          </ac:spMkLst>
        </pc:spChg>
        <pc:spChg chg="add mod">
          <ac:chgData name="Josué Silva de Morais" userId="f406c2cd-edfc-4057-be10-75858098c663" providerId="ADAL" clId="{A1824FC7-00A9-4708-B7FB-71BF84356830}" dt="2026-05-11T11:20:08.207" v="369"/>
          <ac:spMkLst>
            <pc:docMk/>
            <pc:sldMk cId="3999645701" sldId="346"/>
            <ac:spMk id="3" creationId="{0DF78287-5CB6-4C57-BB1A-D9272946196D}"/>
          </ac:spMkLst>
        </pc:spChg>
        <pc:spChg chg="add mod">
          <ac:chgData name="Josué Silva de Morais" userId="f406c2cd-edfc-4057-be10-75858098c663" providerId="ADAL" clId="{A1824FC7-00A9-4708-B7FB-71BF84356830}" dt="2026-05-11T11:20:08.212" v="375"/>
          <ac:spMkLst>
            <pc:docMk/>
            <pc:sldMk cId="3999645701" sldId="346"/>
            <ac:spMk id="4" creationId="{1461148C-E093-4C15-8760-EB90AF11F140}"/>
          </ac:spMkLst>
        </pc:spChg>
        <pc:spChg chg="add mod">
          <ac:chgData name="Josué Silva de Morais" userId="f406c2cd-edfc-4057-be10-75858098c663" providerId="ADAL" clId="{A1824FC7-00A9-4708-B7FB-71BF84356830}" dt="2026-05-11T11:20:08.217" v="381"/>
          <ac:spMkLst>
            <pc:docMk/>
            <pc:sldMk cId="3999645701" sldId="346"/>
            <ac:spMk id="5" creationId="{BC9C8752-3427-493D-873E-8C580B0BB963}"/>
          </ac:spMkLst>
        </pc:spChg>
        <pc:spChg chg="add mod">
          <ac:chgData name="Josué Silva de Morais" userId="f406c2cd-edfc-4057-be10-75858098c663" providerId="ADAL" clId="{A1824FC7-00A9-4708-B7FB-71BF84356830}" dt="2026-05-11T11:20:08.226" v="386"/>
          <ac:spMkLst>
            <pc:docMk/>
            <pc:sldMk cId="3999645701" sldId="346"/>
            <ac:spMk id="6" creationId="{1915B64A-86EC-47D3-A17D-F825B6290A2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08.342" v="461"/>
        <pc:sldMkLst>
          <pc:docMk/>
          <pc:sldMk cId="2684468804" sldId="347"/>
        </pc:sldMkLst>
        <pc:spChg chg="add mod">
          <ac:chgData name="Josué Silva de Morais" userId="f406c2cd-edfc-4057-be10-75858098c663" providerId="ADAL" clId="{A1824FC7-00A9-4708-B7FB-71BF84356830}" dt="2026-05-11T11:20:08.248" v="390"/>
          <ac:spMkLst>
            <pc:docMk/>
            <pc:sldMk cId="2684468804" sldId="347"/>
            <ac:spMk id="2" creationId="{DEA09B20-95B5-4FC3-A8B9-6020126C7A59}"/>
          </ac:spMkLst>
        </pc:spChg>
        <pc:spChg chg="add mod">
          <ac:chgData name="Josué Silva de Morais" userId="f406c2cd-edfc-4057-be10-75858098c663" providerId="ADAL" clId="{A1824FC7-00A9-4708-B7FB-71BF84356830}" dt="2026-05-11T11:20:08.260" v="396"/>
          <ac:spMkLst>
            <pc:docMk/>
            <pc:sldMk cId="2684468804" sldId="347"/>
            <ac:spMk id="3" creationId="{D93611FE-1543-4F7F-9E79-2C3869141AE6}"/>
          </ac:spMkLst>
        </pc:spChg>
        <pc:spChg chg="add mod">
          <ac:chgData name="Josué Silva de Morais" userId="f406c2cd-edfc-4057-be10-75858098c663" providerId="ADAL" clId="{A1824FC7-00A9-4708-B7FB-71BF84356830}" dt="2026-05-11T11:20:08.264" v="402"/>
          <ac:spMkLst>
            <pc:docMk/>
            <pc:sldMk cId="2684468804" sldId="347"/>
            <ac:spMk id="4" creationId="{F0BC7C24-43D9-4DE4-9980-6B56FD2534D1}"/>
          </ac:spMkLst>
        </pc:spChg>
        <pc:spChg chg="add mod">
          <ac:chgData name="Josué Silva de Morais" userId="f406c2cd-edfc-4057-be10-75858098c663" providerId="ADAL" clId="{A1824FC7-00A9-4708-B7FB-71BF84356830}" dt="2026-05-11T11:20:08.266" v="405"/>
          <ac:spMkLst>
            <pc:docMk/>
            <pc:sldMk cId="2684468804" sldId="347"/>
            <ac:spMk id="5" creationId="{B02AA5EF-B042-4D60-B8B4-C6E0EA444562}"/>
          </ac:spMkLst>
        </pc:spChg>
        <pc:spChg chg="add mod">
          <ac:chgData name="Josué Silva de Morais" userId="f406c2cd-edfc-4057-be10-75858098c663" providerId="ADAL" clId="{A1824FC7-00A9-4708-B7FB-71BF84356830}" dt="2026-05-11T11:20:08.273" v="409"/>
          <ac:spMkLst>
            <pc:docMk/>
            <pc:sldMk cId="2684468804" sldId="347"/>
            <ac:spMk id="6" creationId="{7995A479-7749-4D93-81BB-3DE49F52FD15}"/>
          </ac:spMkLst>
        </pc:spChg>
        <pc:spChg chg="add mod">
          <ac:chgData name="Josué Silva de Morais" userId="f406c2cd-edfc-4057-be10-75858098c663" providerId="ADAL" clId="{A1824FC7-00A9-4708-B7FB-71BF84356830}" dt="2026-05-11T11:20:08.279" v="415"/>
          <ac:spMkLst>
            <pc:docMk/>
            <pc:sldMk cId="2684468804" sldId="347"/>
            <ac:spMk id="7" creationId="{DB421394-3785-4D5A-A2D9-A66CAD0876C2}"/>
          </ac:spMkLst>
        </pc:spChg>
        <pc:spChg chg="add mod">
          <ac:chgData name="Josué Silva de Morais" userId="f406c2cd-edfc-4057-be10-75858098c663" providerId="ADAL" clId="{A1824FC7-00A9-4708-B7FB-71BF84356830}" dt="2026-05-11T11:20:08.284" v="420"/>
          <ac:spMkLst>
            <pc:docMk/>
            <pc:sldMk cId="2684468804" sldId="347"/>
            <ac:spMk id="8" creationId="{69496D1F-6A66-4869-A934-150FBEA2F98F}"/>
          </ac:spMkLst>
        </pc:spChg>
        <pc:spChg chg="add mod">
          <ac:chgData name="Josué Silva de Morais" userId="f406c2cd-edfc-4057-be10-75858098c663" providerId="ADAL" clId="{A1824FC7-00A9-4708-B7FB-71BF84356830}" dt="2026-05-11T11:20:08.293" v="426"/>
          <ac:spMkLst>
            <pc:docMk/>
            <pc:sldMk cId="2684468804" sldId="347"/>
            <ac:spMk id="9" creationId="{C33758C6-E7B0-4768-91BC-FFFAF30309D5}"/>
          </ac:spMkLst>
        </pc:spChg>
        <pc:spChg chg="add mod">
          <ac:chgData name="Josué Silva de Morais" userId="f406c2cd-edfc-4057-be10-75858098c663" providerId="ADAL" clId="{A1824FC7-00A9-4708-B7FB-71BF84356830}" dt="2026-05-11T11:20:08.297" v="431"/>
          <ac:spMkLst>
            <pc:docMk/>
            <pc:sldMk cId="2684468804" sldId="347"/>
            <ac:spMk id="10" creationId="{7EB38756-60AA-495C-89E1-21C9EA5D4267}"/>
          </ac:spMkLst>
        </pc:spChg>
        <pc:spChg chg="add mod">
          <ac:chgData name="Josué Silva de Morais" userId="f406c2cd-edfc-4057-be10-75858098c663" providerId="ADAL" clId="{A1824FC7-00A9-4708-B7FB-71BF84356830}" dt="2026-05-11T11:20:08.307" v="436"/>
          <ac:spMkLst>
            <pc:docMk/>
            <pc:sldMk cId="2684468804" sldId="347"/>
            <ac:spMk id="11" creationId="{AEA7308D-C7FF-413E-965E-5A9CB33E5996}"/>
          </ac:spMkLst>
        </pc:spChg>
        <pc:spChg chg="add mod">
          <ac:chgData name="Josué Silva de Morais" userId="f406c2cd-edfc-4057-be10-75858098c663" providerId="ADAL" clId="{A1824FC7-00A9-4708-B7FB-71BF84356830}" dt="2026-05-11T11:20:08.315" v="441"/>
          <ac:spMkLst>
            <pc:docMk/>
            <pc:sldMk cId="2684468804" sldId="347"/>
            <ac:spMk id="12" creationId="{2F970156-A812-4D25-8BB5-6D820A7335B2}"/>
          </ac:spMkLst>
        </pc:spChg>
        <pc:spChg chg="add mod">
          <ac:chgData name="Josué Silva de Morais" userId="f406c2cd-edfc-4057-be10-75858098c663" providerId="ADAL" clId="{A1824FC7-00A9-4708-B7FB-71BF84356830}" dt="2026-05-11T11:20:08.323" v="446"/>
          <ac:spMkLst>
            <pc:docMk/>
            <pc:sldMk cId="2684468804" sldId="347"/>
            <ac:spMk id="13" creationId="{2CD02C62-EA2C-4A72-A536-4FE9ECB51C80}"/>
          </ac:spMkLst>
        </pc:spChg>
        <pc:spChg chg="add mod">
          <ac:chgData name="Josué Silva de Morais" userId="f406c2cd-edfc-4057-be10-75858098c663" providerId="ADAL" clId="{A1824FC7-00A9-4708-B7FB-71BF84356830}" dt="2026-05-11T11:20:08.326" v="450"/>
          <ac:spMkLst>
            <pc:docMk/>
            <pc:sldMk cId="2684468804" sldId="347"/>
            <ac:spMk id="14" creationId="{77F24A15-7759-40D0-BBA2-CA672D80C357}"/>
          </ac:spMkLst>
        </pc:spChg>
        <pc:spChg chg="add mod">
          <ac:chgData name="Josué Silva de Morais" userId="f406c2cd-edfc-4057-be10-75858098c663" providerId="ADAL" clId="{A1824FC7-00A9-4708-B7FB-71BF84356830}" dt="2026-05-11T11:20:08.332" v="456"/>
          <ac:spMkLst>
            <pc:docMk/>
            <pc:sldMk cId="2684468804" sldId="347"/>
            <ac:spMk id="15" creationId="{B635AC63-E097-4FB3-B361-21053CD60CAF}"/>
          </ac:spMkLst>
        </pc:spChg>
        <pc:spChg chg="add mod">
          <ac:chgData name="Josué Silva de Morais" userId="f406c2cd-edfc-4057-be10-75858098c663" providerId="ADAL" clId="{A1824FC7-00A9-4708-B7FB-71BF84356830}" dt="2026-05-11T11:20:08.342" v="461"/>
          <ac:spMkLst>
            <pc:docMk/>
            <pc:sldMk cId="2684468804" sldId="347"/>
            <ac:spMk id="16" creationId="{A0EA996C-3FB0-48AE-AF5F-27743CC128FF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08.506" v="604"/>
        <pc:sldMkLst>
          <pc:docMk/>
          <pc:sldMk cId="1176526205" sldId="348"/>
        </pc:sldMkLst>
        <pc:spChg chg="add mod">
          <ac:chgData name="Josué Silva de Morais" userId="f406c2cd-edfc-4057-be10-75858098c663" providerId="ADAL" clId="{A1824FC7-00A9-4708-B7FB-71BF84356830}" dt="2026-05-11T11:20:08.365" v="465"/>
          <ac:spMkLst>
            <pc:docMk/>
            <pc:sldMk cId="1176526205" sldId="348"/>
            <ac:spMk id="2" creationId="{65B6FE66-A361-4FB8-BA97-9EAE4DE9BE90}"/>
          </ac:spMkLst>
        </pc:spChg>
        <pc:spChg chg="add mod">
          <ac:chgData name="Josué Silva de Morais" userId="f406c2cd-edfc-4057-be10-75858098c663" providerId="ADAL" clId="{A1824FC7-00A9-4708-B7FB-71BF84356830}" dt="2026-05-11T11:20:08.375" v="471"/>
          <ac:spMkLst>
            <pc:docMk/>
            <pc:sldMk cId="1176526205" sldId="348"/>
            <ac:spMk id="3" creationId="{368CCD41-4161-41AD-B551-347A98434E3C}"/>
          </ac:spMkLst>
        </pc:spChg>
        <pc:spChg chg="add mod">
          <ac:chgData name="Josué Silva de Morais" userId="f406c2cd-edfc-4057-be10-75858098c663" providerId="ADAL" clId="{A1824FC7-00A9-4708-B7FB-71BF84356830}" dt="2026-05-11T11:20:08.379" v="477"/>
          <ac:spMkLst>
            <pc:docMk/>
            <pc:sldMk cId="1176526205" sldId="348"/>
            <ac:spMk id="4" creationId="{78CA9199-49C8-43A7-9DCC-9F32973C39C9}"/>
          </ac:spMkLst>
        </pc:spChg>
        <pc:spChg chg="add mod">
          <ac:chgData name="Josué Silva de Morais" userId="f406c2cd-edfc-4057-be10-75858098c663" providerId="ADAL" clId="{A1824FC7-00A9-4708-B7FB-71BF84356830}" dt="2026-05-11T11:20:08.382" v="480"/>
          <ac:spMkLst>
            <pc:docMk/>
            <pc:sldMk cId="1176526205" sldId="348"/>
            <ac:spMk id="5" creationId="{39B32E7F-189A-49C9-98F6-470164FDFBA2}"/>
          </ac:spMkLst>
        </pc:spChg>
        <pc:spChg chg="add mod">
          <ac:chgData name="Josué Silva de Morais" userId="f406c2cd-edfc-4057-be10-75858098c663" providerId="ADAL" clId="{A1824FC7-00A9-4708-B7FB-71BF84356830}" dt="2026-05-11T11:20:08.387" v="484"/>
          <ac:spMkLst>
            <pc:docMk/>
            <pc:sldMk cId="1176526205" sldId="348"/>
            <ac:spMk id="6" creationId="{6093D6B5-7FC3-47EB-A9B4-571C9DE410EC}"/>
          </ac:spMkLst>
        </pc:spChg>
        <pc:spChg chg="add mod">
          <ac:chgData name="Josué Silva de Morais" userId="f406c2cd-edfc-4057-be10-75858098c663" providerId="ADAL" clId="{A1824FC7-00A9-4708-B7FB-71BF84356830}" dt="2026-05-11T11:20:08.393" v="490"/>
          <ac:spMkLst>
            <pc:docMk/>
            <pc:sldMk cId="1176526205" sldId="348"/>
            <ac:spMk id="7" creationId="{4C71BB0D-2C77-43A5-AB58-566D3A2AE3D7}"/>
          </ac:spMkLst>
        </pc:spChg>
        <pc:spChg chg="add mod">
          <ac:chgData name="Josué Silva de Morais" userId="f406c2cd-edfc-4057-be10-75858098c663" providerId="ADAL" clId="{A1824FC7-00A9-4708-B7FB-71BF84356830}" dt="2026-05-11T11:20:08.404" v="500"/>
          <ac:spMkLst>
            <pc:docMk/>
            <pc:sldMk cId="1176526205" sldId="348"/>
            <ac:spMk id="8" creationId="{E09DAD39-EF82-4EDE-88B0-714F136F6CF3}"/>
          </ac:spMkLst>
        </pc:spChg>
        <pc:spChg chg="add mod">
          <ac:chgData name="Josué Silva de Morais" userId="f406c2cd-edfc-4057-be10-75858098c663" providerId="ADAL" clId="{A1824FC7-00A9-4708-B7FB-71BF84356830}" dt="2026-05-11T11:20:08.411" v="510"/>
          <ac:spMkLst>
            <pc:docMk/>
            <pc:sldMk cId="1176526205" sldId="348"/>
            <ac:spMk id="9" creationId="{0E8F5778-A0CF-4F86-926C-55B70E445131}"/>
          </ac:spMkLst>
        </pc:spChg>
        <pc:spChg chg="add mod">
          <ac:chgData name="Josué Silva de Morais" userId="f406c2cd-edfc-4057-be10-75858098c663" providerId="ADAL" clId="{A1824FC7-00A9-4708-B7FB-71BF84356830}" dt="2026-05-11T11:20:08.422" v="520"/>
          <ac:spMkLst>
            <pc:docMk/>
            <pc:sldMk cId="1176526205" sldId="348"/>
            <ac:spMk id="10" creationId="{4142238D-8762-4F60-AE78-0D5ADA4FC772}"/>
          </ac:spMkLst>
        </pc:spChg>
        <pc:spChg chg="add mod">
          <ac:chgData name="Josué Silva de Morais" userId="f406c2cd-edfc-4057-be10-75858098c663" providerId="ADAL" clId="{A1824FC7-00A9-4708-B7FB-71BF84356830}" dt="2026-05-11T11:20:08.425" v="523"/>
          <ac:spMkLst>
            <pc:docMk/>
            <pc:sldMk cId="1176526205" sldId="348"/>
            <ac:spMk id="11" creationId="{00D491A3-C987-412C-81D1-EAB7DC4BF2A9}"/>
          </ac:spMkLst>
        </pc:spChg>
        <pc:spChg chg="add mod">
          <ac:chgData name="Josué Silva de Morais" userId="f406c2cd-edfc-4057-be10-75858098c663" providerId="ADAL" clId="{A1824FC7-00A9-4708-B7FB-71BF84356830}" dt="2026-05-11T11:20:08.426" v="526"/>
          <ac:spMkLst>
            <pc:docMk/>
            <pc:sldMk cId="1176526205" sldId="348"/>
            <ac:spMk id="12" creationId="{66677E82-1655-4098-8111-1AC7402BA308}"/>
          </ac:spMkLst>
        </pc:spChg>
        <pc:spChg chg="add mod">
          <ac:chgData name="Josué Silva de Morais" userId="f406c2cd-edfc-4057-be10-75858098c663" providerId="ADAL" clId="{A1824FC7-00A9-4708-B7FB-71BF84356830}" dt="2026-05-11T11:20:08.431" v="532"/>
          <ac:spMkLst>
            <pc:docMk/>
            <pc:sldMk cId="1176526205" sldId="348"/>
            <ac:spMk id="13" creationId="{CABBFC3D-0245-4C44-AE76-ADBD2B6E6DED}"/>
          </ac:spMkLst>
        </pc:spChg>
        <pc:spChg chg="add mod">
          <ac:chgData name="Josué Silva de Morais" userId="f406c2cd-edfc-4057-be10-75858098c663" providerId="ADAL" clId="{A1824FC7-00A9-4708-B7FB-71BF84356830}" dt="2026-05-11T11:20:08.438" v="537"/>
          <ac:spMkLst>
            <pc:docMk/>
            <pc:sldMk cId="1176526205" sldId="348"/>
            <ac:spMk id="14" creationId="{6DAE242B-54A7-4DD6-A392-C5951BD4BC3B}"/>
          </ac:spMkLst>
        </pc:spChg>
        <pc:spChg chg="add mod">
          <ac:chgData name="Josué Silva de Morais" userId="f406c2cd-edfc-4057-be10-75858098c663" providerId="ADAL" clId="{A1824FC7-00A9-4708-B7FB-71BF84356830}" dt="2026-05-11T11:20:08.442" v="541"/>
          <ac:spMkLst>
            <pc:docMk/>
            <pc:sldMk cId="1176526205" sldId="348"/>
            <ac:spMk id="15" creationId="{50F997E1-A1D3-425E-8BD2-43F121B3ED23}"/>
          </ac:spMkLst>
        </pc:spChg>
        <pc:spChg chg="add mod">
          <ac:chgData name="Josué Silva de Morais" userId="f406c2cd-edfc-4057-be10-75858098c663" providerId="ADAL" clId="{A1824FC7-00A9-4708-B7FB-71BF84356830}" dt="2026-05-11T11:20:08.448" v="547"/>
          <ac:spMkLst>
            <pc:docMk/>
            <pc:sldMk cId="1176526205" sldId="348"/>
            <ac:spMk id="16" creationId="{9435779A-5E8E-4FD1-AA8C-FBD655AF892F}"/>
          </ac:spMkLst>
        </pc:spChg>
        <pc:spChg chg="add mod">
          <ac:chgData name="Josué Silva de Morais" userId="f406c2cd-edfc-4057-be10-75858098c663" providerId="ADAL" clId="{A1824FC7-00A9-4708-B7FB-71BF84356830}" dt="2026-05-11T11:20:08.457" v="557"/>
          <ac:spMkLst>
            <pc:docMk/>
            <pc:sldMk cId="1176526205" sldId="348"/>
            <ac:spMk id="17" creationId="{5A351497-DEAD-4FD6-991D-A0CFB96536F0}"/>
          </ac:spMkLst>
        </pc:spChg>
        <pc:spChg chg="add mod">
          <ac:chgData name="Josué Silva de Morais" userId="f406c2cd-edfc-4057-be10-75858098c663" providerId="ADAL" clId="{A1824FC7-00A9-4708-B7FB-71BF84356830}" dt="2026-05-11T11:20:08.466" v="567"/>
          <ac:spMkLst>
            <pc:docMk/>
            <pc:sldMk cId="1176526205" sldId="348"/>
            <ac:spMk id="18" creationId="{C0911018-0E4F-4AFB-A261-1C7CC95A9361}"/>
          </ac:spMkLst>
        </pc:spChg>
        <pc:spChg chg="add mod">
          <ac:chgData name="Josué Silva de Morais" userId="f406c2cd-edfc-4057-be10-75858098c663" providerId="ADAL" clId="{A1824FC7-00A9-4708-B7FB-71BF84356830}" dt="2026-05-11T11:20:08.479" v="577"/>
          <ac:spMkLst>
            <pc:docMk/>
            <pc:sldMk cId="1176526205" sldId="348"/>
            <ac:spMk id="19" creationId="{9B5F0394-6672-429F-85F9-390373520A88}"/>
          </ac:spMkLst>
        </pc:spChg>
        <pc:spChg chg="add mod">
          <ac:chgData name="Josué Silva de Morais" userId="f406c2cd-edfc-4057-be10-75858098c663" providerId="ADAL" clId="{A1824FC7-00A9-4708-B7FB-71BF84356830}" dt="2026-05-11T11:20:08.489" v="587"/>
          <ac:spMkLst>
            <pc:docMk/>
            <pc:sldMk cId="1176526205" sldId="348"/>
            <ac:spMk id="20" creationId="{10212165-A817-4D3B-8239-373C46CD9C1A}"/>
          </ac:spMkLst>
        </pc:spChg>
        <pc:spChg chg="add mod">
          <ac:chgData name="Josué Silva de Morais" userId="f406c2cd-edfc-4057-be10-75858098c663" providerId="ADAL" clId="{A1824FC7-00A9-4708-B7FB-71BF84356830}" dt="2026-05-11T11:20:08.492" v="590"/>
          <ac:spMkLst>
            <pc:docMk/>
            <pc:sldMk cId="1176526205" sldId="348"/>
            <ac:spMk id="21" creationId="{2ABCF4F5-F63E-451D-8E86-A9D68D768AF1}"/>
          </ac:spMkLst>
        </pc:spChg>
        <pc:spChg chg="add mod">
          <ac:chgData name="Josué Silva de Morais" userId="f406c2cd-edfc-4057-be10-75858098c663" providerId="ADAL" clId="{A1824FC7-00A9-4708-B7FB-71BF84356830}" dt="2026-05-11T11:20:08.494" v="593"/>
          <ac:spMkLst>
            <pc:docMk/>
            <pc:sldMk cId="1176526205" sldId="348"/>
            <ac:spMk id="22" creationId="{6760C2CE-03DD-4DD1-81D2-AAA1A9A352B6}"/>
          </ac:spMkLst>
        </pc:spChg>
        <pc:spChg chg="add mod">
          <ac:chgData name="Josué Silva de Morais" userId="f406c2cd-edfc-4057-be10-75858098c663" providerId="ADAL" clId="{A1824FC7-00A9-4708-B7FB-71BF84356830}" dt="2026-05-11T11:20:08.499" v="599"/>
          <ac:spMkLst>
            <pc:docMk/>
            <pc:sldMk cId="1176526205" sldId="348"/>
            <ac:spMk id="23" creationId="{D83C5D80-AC19-45B9-AA40-9F9EE95589B2}"/>
          </ac:spMkLst>
        </pc:spChg>
        <pc:spChg chg="add mod">
          <ac:chgData name="Josué Silva de Morais" userId="f406c2cd-edfc-4057-be10-75858098c663" providerId="ADAL" clId="{A1824FC7-00A9-4708-B7FB-71BF84356830}" dt="2026-05-11T11:20:08.506" v="604"/>
          <ac:spMkLst>
            <pc:docMk/>
            <pc:sldMk cId="1176526205" sldId="348"/>
            <ac:spMk id="24" creationId="{D535657F-6592-4FD6-A591-4F2A56D2FED4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31.945" v="740"/>
        <pc:sldMkLst>
          <pc:docMk/>
          <pc:sldMk cId="3295841141" sldId="349"/>
        </pc:sldMkLst>
        <pc:spChg chg="add mod">
          <ac:chgData name="Josué Silva de Morais" userId="f406c2cd-edfc-4057-be10-75858098c663" providerId="ADAL" clId="{A1824FC7-00A9-4708-B7FB-71BF84356830}" dt="2026-05-11T11:20:31.802" v="608"/>
          <ac:spMkLst>
            <pc:docMk/>
            <pc:sldMk cId="3295841141" sldId="349"/>
            <ac:spMk id="2" creationId="{C8E423D1-6059-47A4-87DF-5C3B20AE2E5B}"/>
          </ac:spMkLst>
        </pc:spChg>
        <pc:spChg chg="add mod">
          <ac:chgData name="Josué Silva de Morais" userId="f406c2cd-edfc-4057-be10-75858098c663" providerId="ADAL" clId="{A1824FC7-00A9-4708-B7FB-71BF84356830}" dt="2026-05-11T11:20:31.808" v="614"/>
          <ac:spMkLst>
            <pc:docMk/>
            <pc:sldMk cId="3295841141" sldId="349"/>
            <ac:spMk id="3" creationId="{98E1C9DD-5A4B-436C-9AB5-3D4692D1B13B}"/>
          </ac:spMkLst>
        </pc:spChg>
        <pc:spChg chg="add mod">
          <ac:chgData name="Josué Silva de Morais" userId="f406c2cd-edfc-4057-be10-75858098c663" providerId="ADAL" clId="{A1824FC7-00A9-4708-B7FB-71BF84356830}" dt="2026-05-11T11:20:31.813" v="620"/>
          <ac:spMkLst>
            <pc:docMk/>
            <pc:sldMk cId="3295841141" sldId="349"/>
            <ac:spMk id="4" creationId="{92F5A546-FBE2-4EEF-9D0B-5AF22DC9027D}"/>
          </ac:spMkLst>
        </pc:spChg>
        <pc:spChg chg="add mod">
          <ac:chgData name="Josué Silva de Morais" userId="f406c2cd-edfc-4057-be10-75858098c663" providerId="ADAL" clId="{A1824FC7-00A9-4708-B7FB-71BF84356830}" dt="2026-05-11T11:20:31.820" v="623"/>
          <ac:spMkLst>
            <pc:docMk/>
            <pc:sldMk cId="3295841141" sldId="349"/>
            <ac:spMk id="5" creationId="{C12B2B4B-6799-419D-9CB8-9A9F73F886F9}"/>
          </ac:spMkLst>
        </pc:spChg>
        <pc:spChg chg="add mod">
          <ac:chgData name="Josué Silva de Morais" userId="f406c2cd-edfc-4057-be10-75858098c663" providerId="ADAL" clId="{A1824FC7-00A9-4708-B7FB-71BF84356830}" dt="2026-05-11T11:20:31.824" v="627"/>
          <ac:spMkLst>
            <pc:docMk/>
            <pc:sldMk cId="3295841141" sldId="349"/>
            <ac:spMk id="6" creationId="{62C23048-E245-4426-9791-A68A162860EB}"/>
          </ac:spMkLst>
        </pc:spChg>
        <pc:spChg chg="add mod">
          <ac:chgData name="Josué Silva de Morais" userId="f406c2cd-edfc-4057-be10-75858098c663" providerId="ADAL" clId="{A1824FC7-00A9-4708-B7FB-71BF84356830}" dt="2026-05-11T11:20:31.828" v="632"/>
          <ac:spMkLst>
            <pc:docMk/>
            <pc:sldMk cId="3295841141" sldId="349"/>
            <ac:spMk id="7" creationId="{9E6596AA-8E51-4424-9270-21B87D211169}"/>
          </ac:spMkLst>
        </pc:spChg>
        <pc:spChg chg="add mod">
          <ac:chgData name="Josué Silva de Morais" userId="f406c2cd-edfc-4057-be10-75858098c663" providerId="ADAL" clId="{A1824FC7-00A9-4708-B7FB-71BF84356830}" dt="2026-05-11T11:20:31.837" v="638"/>
          <ac:spMkLst>
            <pc:docMk/>
            <pc:sldMk cId="3295841141" sldId="349"/>
            <ac:spMk id="8" creationId="{A4BCF082-8693-4150-B366-C4683790FCF8}"/>
          </ac:spMkLst>
        </pc:spChg>
        <pc:spChg chg="add mod">
          <ac:chgData name="Josué Silva de Morais" userId="f406c2cd-edfc-4057-be10-75858098c663" providerId="ADAL" clId="{A1824FC7-00A9-4708-B7FB-71BF84356830}" dt="2026-05-11T11:20:31.840" v="641"/>
          <ac:spMkLst>
            <pc:docMk/>
            <pc:sldMk cId="3295841141" sldId="349"/>
            <ac:spMk id="9" creationId="{3B9691C0-576C-4EE4-9D82-88ADAFE0F152}"/>
          </ac:spMkLst>
        </pc:spChg>
        <pc:spChg chg="add mod">
          <ac:chgData name="Josué Silva de Morais" userId="f406c2cd-edfc-4057-be10-75858098c663" providerId="ADAL" clId="{A1824FC7-00A9-4708-B7FB-71BF84356830}" dt="2026-05-11T11:20:31.844" v="646"/>
          <ac:spMkLst>
            <pc:docMk/>
            <pc:sldMk cId="3295841141" sldId="349"/>
            <ac:spMk id="10" creationId="{99332DD1-9467-47C8-9FFB-DA1F11B852F2}"/>
          </ac:spMkLst>
        </pc:spChg>
        <pc:spChg chg="add mod">
          <ac:chgData name="Josué Silva de Morais" userId="f406c2cd-edfc-4057-be10-75858098c663" providerId="ADAL" clId="{A1824FC7-00A9-4708-B7FB-71BF84356830}" dt="2026-05-11T11:20:31.846" v="649"/>
          <ac:spMkLst>
            <pc:docMk/>
            <pc:sldMk cId="3295841141" sldId="349"/>
            <ac:spMk id="11" creationId="{45733019-6AEC-4D8D-AC56-061675FD5C51}"/>
          </ac:spMkLst>
        </pc:spChg>
        <pc:spChg chg="add mod">
          <ac:chgData name="Josué Silva de Morais" userId="f406c2cd-edfc-4057-be10-75858098c663" providerId="ADAL" clId="{A1824FC7-00A9-4708-B7FB-71BF84356830}" dt="2026-05-11T11:20:31.855" v="654"/>
          <ac:spMkLst>
            <pc:docMk/>
            <pc:sldMk cId="3295841141" sldId="349"/>
            <ac:spMk id="12" creationId="{AAD86F86-0925-4C3A-AF0E-225284E0AD26}"/>
          </ac:spMkLst>
        </pc:spChg>
        <pc:spChg chg="add mod">
          <ac:chgData name="Josué Silva de Morais" userId="f406c2cd-edfc-4057-be10-75858098c663" providerId="ADAL" clId="{A1824FC7-00A9-4708-B7FB-71BF84356830}" dt="2026-05-11T11:20:31.857" v="657"/>
          <ac:spMkLst>
            <pc:docMk/>
            <pc:sldMk cId="3295841141" sldId="349"/>
            <ac:spMk id="13" creationId="{A33A2D80-015B-4E9D-B378-8DF7989A1552}"/>
          </ac:spMkLst>
        </pc:spChg>
        <pc:spChg chg="add mod">
          <ac:chgData name="Josué Silva de Morais" userId="f406c2cd-edfc-4057-be10-75858098c663" providerId="ADAL" clId="{A1824FC7-00A9-4708-B7FB-71BF84356830}" dt="2026-05-11T11:20:31.861" v="662"/>
          <ac:spMkLst>
            <pc:docMk/>
            <pc:sldMk cId="3295841141" sldId="349"/>
            <ac:spMk id="14" creationId="{6146D086-51A1-49F4-9A2D-B31A806DE79A}"/>
          </ac:spMkLst>
        </pc:spChg>
        <pc:spChg chg="add mod">
          <ac:chgData name="Josué Silva de Morais" userId="f406c2cd-edfc-4057-be10-75858098c663" providerId="ADAL" clId="{A1824FC7-00A9-4708-B7FB-71BF84356830}" dt="2026-05-11T11:20:31.864" v="666"/>
          <ac:spMkLst>
            <pc:docMk/>
            <pc:sldMk cId="3295841141" sldId="349"/>
            <ac:spMk id="15" creationId="{B65C9F2F-B8C2-4F6C-9F98-CFB23B1E592F}"/>
          </ac:spMkLst>
        </pc:spChg>
        <pc:spChg chg="add mod">
          <ac:chgData name="Josué Silva de Morais" userId="f406c2cd-edfc-4057-be10-75858098c663" providerId="ADAL" clId="{A1824FC7-00A9-4708-B7FB-71BF84356830}" dt="2026-05-11T11:20:31.872" v="671"/>
          <ac:spMkLst>
            <pc:docMk/>
            <pc:sldMk cId="3295841141" sldId="349"/>
            <ac:spMk id="16" creationId="{D7639F5A-398E-4228-873D-37AFECCB743B}"/>
          </ac:spMkLst>
        </pc:spChg>
        <pc:spChg chg="add mod">
          <ac:chgData name="Josué Silva de Morais" userId="f406c2cd-edfc-4057-be10-75858098c663" providerId="ADAL" clId="{A1824FC7-00A9-4708-B7FB-71BF84356830}" dt="2026-05-11T11:20:31.876" v="677"/>
          <ac:spMkLst>
            <pc:docMk/>
            <pc:sldMk cId="3295841141" sldId="349"/>
            <ac:spMk id="17" creationId="{5824BABE-D185-4864-928D-DCB1DD8D1AA9}"/>
          </ac:spMkLst>
        </pc:spChg>
        <pc:spChg chg="add mod">
          <ac:chgData name="Josué Silva de Morais" userId="f406c2cd-edfc-4057-be10-75858098c663" providerId="ADAL" clId="{A1824FC7-00A9-4708-B7FB-71BF84356830}" dt="2026-05-11T11:20:31.878" v="680"/>
          <ac:spMkLst>
            <pc:docMk/>
            <pc:sldMk cId="3295841141" sldId="349"/>
            <ac:spMk id="18" creationId="{D4786A69-0593-42D5-9DEB-843AEA33A11C}"/>
          </ac:spMkLst>
        </pc:spChg>
        <pc:spChg chg="add mod">
          <ac:chgData name="Josué Silva de Morais" userId="f406c2cd-edfc-4057-be10-75858098c663" providerId="ADAL" clId="{A1824FC7-00A9-4708-B7FB-71BF84356830}" dt="2026-05-11T11:20:31.887" v="685"/>
          <ac:spMkLst>
            <pc:docMk/>
            <pc:sldMk cId="3295841141" sldId="349"/>
            <ac:spMk id="19" creationId="{B1B4A3BF-555F-4866-8536-912A94B0BCC0}"/>
          </ac:spMkLst>
        </pc:spChg>
        <pc:spChg chg="add mod">
          <ac:chgData name="Josué Silva de Morais" userId="f406c2cd-edfc-4057-be10-75858098c663" providerId="ADAL" clId="{A1824FC7-00A9-4708-B7FB-71BF84356830}" dt="2026-05-11T11:20:31.889" v="688"/>
          <ac:spMkLst>
            <pc:docMk/>
            <pc:sldMk cId="3295841141" sldId="349"/>
            <ac:spMk id="20" creationId="{623FAED8-F7D5-45B1-AFA1-4228B0A278DA}"/>
          </ac:spMkLst>
        </pc:spChg>
        <pc:spChg chg="add mod">
          <ac:chgData name="Josué Silva de Morais" userId="f406c2cd-edfc-4057-be10-75858098c663" providerId="ADAL" clId="{A1824FC7-00A9-4708-B7FB-71BF84356830}" dt="2026-05-11T11:20:31.893" v="693"/>
          <ac:spMkLst>
            <pc:docMk/>
            <pc:sldMk cId="3295841141" sldId="349"/>
            <ac:spMk id="21" creationId="{6CE102CA-0206-4F15-B9EB-443992C1C73E}"/>
          </ac:spMkLst>
        </pc:spChg>
        <pc:spChg chg="add mod">
          <ac:chgData name="Josué Silva de Morais" userId="f406c2cd-edfc-4057-be10-75858098c663" providerId="ADAL" clId="{A1824FC7-00A9-4708-B7FB-71BF84356830}" dt="2026-05-11T11:20:31.896" v="696"/>
          <ac:spMkLst>
            <pc:docMk/>
            <pc:sldMk cId="3295841141" sldId="349"/>
            <ac:spMk id="22" creationId="{4CEF42D4-F48B-434D-B982-B373832F0908}"/>
          </ac:spMkLst>
        </pc:spChg>
        <pc:spChg chg="add mod">
          <ac:chgData name="Josué Silva de Morais" userId="f406c2cd-edfc-4057-be10-75858098c663" providerId="ADAL" clId="{A1824FC7-00A9-4708-B7FB-71BF84356830}" dt="2026-05-11T11:20:31.905" v="701"/>
          <ac:spMkLst>
            <pc:docMk/>
            <pc:sldMk cId="3295841141" sldId="349"/>
            <ac:spMk id="23" creationId="{41D3D29D-3355-499A-84BD-61A329B40846}"/>
          </ac:spMkLst>
        </pc:spChg>
        <pc:spChg chg="add mod">
          <ac:chgData name="Josué Silva de Morais" userId="f406c2cd-edfc-4057-be10-75858098c663" providerId="ADAL" clId="{A1824FC7-00A9-4708-B7FB-71BF84356830}" dt="2026-05-11T11:20:31.908" v="705"/>
          <ac:spMkLst>
            <pc:docMk/>
            <pc:sldMk cId="3295841141" sldId="349"/>
            <ac:spMk id="24" creationId="{85F1DC7D-275B-4837-9B0C-2B11F79E6D36}"/>
          </ac:spMkLst>
        </pc:spChg>
        <pc:spChg chg="add mod">
          <ac:chgData name="Josué Silva de Morais" userId="f406c2cd-edfc-4057-be10-75858098c663" providerId="ADAL" clId="{A1824FC7-00A9-4708-B7FB-71BF84356830}" dt="2026-05-11T11:20:31.912" v="710"/>
          <ac:spMkLst>
            <pc:docMk/>
            <pc:sldMk cId="3295841141" sldId="349"/>
            <ac:spMk id="25" creationId="{D97DD395-3AAD-4CC1-B62E-7D1BBD88EC50}"/>
          </ac:spMkLst>
        </pc:spChg>
        <pc:spChg chg="add mod">
          <ac:chgData name="Josué Silva de Morais" userId="f406c2cd-edfc-4057-be10-75858098c663" providerId="ADAL" clId="{A1824FC7-00A9-4708-B7FB-71BF84356830}" dt="2026-05-11T11:20:31.922" v="716"/>
          <ac:spMkLst>
            <pc:docMk/>
            <pc:sldMk cId="3295841141" sldId="349"/>
            <ac:spMk id="26" creationId="{8FE929D6-9D8C-43E8-B2A2-0261F8C02823}"/>
          </ac:spMkLst>
        </pc:spChg>
        <pc:spChg chg="add mod">
          <ac:chgData name="Josué Silva de Morais" userId="f406c2cd-edfc-4057-be10-75858098c663" providerId="ADAL" clId="{A1824FC7-00A9-4708-B7FB-71BF84356830}" dt="2026-05-11T11:20:31.924" v="719"/>
          <ac:spMkLst>
            <pc:docMk/>
            <pc:sldMk cId="3295841141" sldId="349"/>
            <ac:spMk id="27" creationId="{2B20EA9C-B5FB-426F-BC41-F4950E47AD1C}"/>
          </ac:spMkLst>
        </pc:spChg>
        <pc:spChg chg="add mod">
          <ac:chgData name="Josué Silva de Morais" userId="f406c2cd-edfc-4057-be10-75858098c663" providerId="ADAL" clId="{A1824FC7-00A9-4708-B7FB-71BF84356830}" dt="2026-05-11T11:20:31.928" v="724"/>
          <ac:spMkLst>
            <pc:docMk/>
            <pc:sldMk cId="3295841141" sldId="349"/>
            <ac:spMk id="28" creationId="{CF9F00B4-92D6-4078-AC08-4E771FF78DD8}"/>
          </ac:spMkLst>
        </pc:spChg>
        <pc:spChg chg="add mod">
          <ac:chgData name="Josué Silva de Morais" userId="f406c2cd-edfc-4057-be10-75858098c663" providerId="ADAL" clId="{A1824FC7-00A9-4708-B7FB-71BF84356830}" dt="2026-05-11T11:20:31.930" v="727"/>
          <ac:spMkLst>
            <pc:docMk/>
            <pc:sldMk cId="3295841141" sldId="349"/>
            <ac:spMk id="29" creationId="{A04E52ED-D325-40F5-82B1-34753BC8E99E}"/>
          </ac:spMkLst>
        </pc:spChg>
        <pc:spChg chg="add mod">
          <ac:chgData name="Josué Silva de Morais" userId="f406c2cd-edfc-4057-be10-75858098c663" providerId="ADAL" clId="{A1824FC7-00A9-4708-B7FB-71BF84356830}" dt="2026-05-11T11:20:31.939" v="732"/>
          <ac:spMkLst>
            <pc:docMk/>
            <pc:sldMk cId="3295841141" sldId="349"/>
            <ac:spMk id="30" creationId="{EE41E803-4090-4951-B415-26977E28AF4B}"/>
          </ac:spMkLst>
        </pc:spChg>
        <pc:spChg chg="add mod">
          <ac:chgData name="Josué Silva de Morais" userId="f406c2cd-edfc-4057-be10-75858098c663" providerId="ADAL" clId="{A1824FC7-00A9-4708-B7FB-71BF84356830}" dt="2026-05-11T11:20:31.941" v="735"/>
          <ac:spMkLst>
            <pc:docMk/>
            <pc:sldMk cId="3295841141" sldId="349"/>
            <ac:spMk id="31" creationId="{DF74F2BF-58F9-41CA-A54D-32749BCC37A4}"/>
          </ac:spMkLst>
        </pc:spChg>
        <pc:spChg chg="add mod">
          <ac:chgData name="Josué Silva de Morais" userId="f406c2cd-edfc-4057-be10-75858098c663" providerId="ADAL" clId="{A1824FC7-00A9-4708-B7FB-71BF84356830}" dt="2026-05-11T11:20:31.945" v="740"/>
          <ac:spMkLst>
            <pc:docMk/>
            <pc:sldMk cId="3295841141" sldId="349"/>
            <ac:spMk id="32" creationId="{A80F7E64-760E-44C6-8363-1591BFB27C05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0:32.130" v="897"/>
        <pc:sldMkLst>
          <pc:docMk/>
          <pc:sldMk cId="1921468405" sldId="350"/>
        </pc:sldMkLst>
        <pc:spChg chg="add mod">
          <ac:chgData name="Josué Silva de Morais" userId="f406c2cd-edfc-4057-be10-75858098c663" providerId="ADAL" clId="{A1824FC7-00A9-4708-B7FB-71BF84356830}" dt="2026-05-11T11:20:31.985" v="744"/>
          <ac:spMkLst>
            <pc:docMk/>
            <pc:sldMk cId="1921468405" sldId="350"/>
            <ac:spMk id="2" creationId="{DB44800F-A329-4F57-AF5E-1F63C2B47EEB}"/>
          </ac:spMkLst>
        </pc:spChg>
        <pc:spChg chg="add mod">
          <ac:chgData name="Josué Silva de Morais" userId="f406c2cd-edfc-4057-be10-75858098c663" providerId="ADAL" clId="{A1824FC7-00A9-4708-B7FB-71BF84356830}" dt="2026-05-11T11:20:31.991" v="750"/>
          <ac:spMkLst>
            <pc:docMk/>
            <pc:sldMk cId="1921468405" sldId="350"/>
            <ac:spMk id="3" creationId="{2C68E129-7C42-4094-A1E8-E53C16FD5506}"/>
          </ac:spMkLst>
        </pc:spChg>
        <pc:spChg chg="add mod">
          <ac:chgData name="Josué Silva de Morais" userId="f406c2cd-edfc-4057-be10-75858098c663" providerId="ADAL" clId="{A1824FC7-00A9-4708-B7FB-71BF84356830}" dt="2026-05-11T11:20:31.996" v="756"/>
          <ac:spMkLst>
            <pc:docMk/>
            <pc:sldMk cId="1921468405" sldId="350"/>
            <ac:spMk id="4" creationId="{2A6291B8-DE39-4EFE-9467-1BF8B3F924F6}"/>
          </ac:spMkLst>
        </pc:spChg>
        <pc:spChg chg="add mod">
          <ac:chgData name="Josué Silva de Morais" userId="f406c2cd-edfc-4057-be10-75858098c663" providerId="ADAL" clId="{A1824FC7-00A9-4708-B7FB-71BF84356830}" dt="2026-05-11T11:20:32" v="759"/>
          <ac:spMkLst>
            <pc:docMk/>
            <pc:sldMk cId="1921468405" sldId="350"/>
            <ac:spMk id="5" creationId="{6BC2CB1E-E7A9-41AF-BD7C-2128CF2D4BA4}"/>
          </ac:spMkLst>
        </pc:spChg>
        <pc:spChg chg="add mod">
          <ac:chgData name="Josué Silva de Morais" userId="f406c2cd-edfc-4057-be10-75858098c663" providerId="ADAL" clId="{A1824FC7-00A9-4708-B7FB-71BF84356830}" dt="2026-05-11T11:20:32.005" v="763"/>
          <ac:spMkLst>
            <pc:docMk/>
            <pc:sldMk cId="1921468405" sldId="350"/>
            <ac:spMk id="6" creationId="{EC799384-4785-4C92-8E98-45B250F665BE}"/>
          </ac:spMkLst>
        </pc:spChg>
        <pc:spChg chg="add mod">
          <ac:chgData name="Josué Silva de Morais" userId="f406c2cd-edfc-4057-be10-75858098c663" providerId="ADAL" clId="{A1824FC7-00A9-4708-B7FB-71BF84356830}" dt="2026-05-11T11:20:32.007" v="766"/>
          <ac:spMkLst>
            <pc:docMk/>
            <pc:sldMk cId="1921468405" sldId="350"/>
            <ac:spMk id="7" creationId="{EA6B1099-4F8A-472A-BC53-0286053A36EA}"/>
          </ac:spMkLst>
        </pc:spChg>
        <pc:spChg chg="add mod">
          <ac:chgData name="Josué Silva de Morais" userId="f406c2cd-edfc-4057-be10-75858098c663" providerId="ADAL" clId="{A1824FC7-00A9-4708-B7FB-71BF84356830}" dt="2026-05-11T11:20:32.011" v="771"/>
          <ac:spMkLst>
            <pc:docMk/>
            <pc:sldMk cId="1921468405" sldId="350"/>
            <ac:spMk id="8" creationId="{919AE0D0-F2EA-4B31-9CB3-8F0936AF172A}"/>
          </ac:spMkLst>
        </pc:spChg>
        <pc:spChg chg="add mod">
          <ac:chgData name="Josué Silva de Morais" userId="f406c2cd-edfc-4057-be10-75858098c663" providerId="ADAL" clId="{A1824FC7-00A9-4708-B7FB-71BF84356830}" dt="2026-05-11T11:20:32.019" v="777"/>
          <ac:spMkLst>
            <pc:docMk/>
            <pc:sldMk cId="1921468405" sldId="350"/>
            <ac:spMk id="9" creationId="{FC1DF495-ED66-463F-B809-4A3F1D81F2E1}"/>
          </ac:spMkLst>
        </pc:spChg>
        <pc:spChg chg="add mod">
          <ac:chgData name="Josué Silva de Morais" userId="f406c2cd-edfc-4057-be10-75858098c663" providerId="ADAL" clId="{A1824FC7-00A9-4708-B7FB-71BF84356830}" dt="2026-05-11T11:20:32.023" v="782"/>
          <ac:spMkLst>
            <pc:docMk/>
            <pc:sldMk cId="1921468405" sldId="350"/>
            <ac:spMk id="10" creationId="{C2A4C858-0F01-4692-BEAA-E4462B64D21F}"/>
          </ac:spMkLst>
        </pc:spChg>
        <pc:spChg chg="add mod">
          <ac:chgData name="Josué Silva de Morais" userId="f406c2cd-edfc-4057-be10-75858098c663" providerId="ADAL" clId="{A1824FC7-00A9-4708-B7FB-71BF84356830}" dt="2026-05-11T11:20:32.027" v="786"/>
          <ac:spMkLst>
            <pc:docMk/>
            <pc:sldMk cId="1921468405" sldId="350"/>
            <ac:spMk id="11" creationId="{66F95F64-ADB8-4DF4-9142-0675BEA85693}"/>
          </ac:spMkLst>
        </pc:spChg>
        <pc:spChg chg="add mod">
          <ac:chgData name="Josué Silva de Morais" userId="f406c2cd-edfc-4057-be10-75858098c663" providerId="ADAL" clId="{A1824FC7-00A9-4708-B7FB-71BF84356830}" dt="2026-05-11T11:20:32.028" v="789"/>
          <ac:spMkLst>
            <pc:docMk/>
            <pc:sldMk cId="1921468405" sldId="350"/>
            <ac:spMk id="12" creationId="{98A4A2B9-F653-4038-B868-7E25FF7BC073}"/>
          </ac:spMkLst>
        </pc:spChg>
        <pc:spChg chg="add mod">
          <ac:chgData name="Josué Silva de Morais" userId="f406c2cd-edfc-4057-be10-75858098c663" providerId="ADAL" clId="{A1824FC7-00A9-4708-B7FB-71BF84356830}" dt="2026-05-11T11:20:32.036" v="794"/>
          <ac:spMkLst>
            <pc:docMk/>
            <pc:sldMk cId="1921468405" sldId="350"/>
            <ac:spMk id="13" creationId="{47560B36-BDF2-4190-8628-78357A4C7DE7}"/>
          </ac:spMkLst>
        </pc:spChg>
        <pc:spChg chg="add mod">
          <ac:chgData name="Josué Silva de Morais" userId="f406c2cd-edfc-4057-be10-75858098c663" providerId="ADAL" clId="{A1824FC7-00A9-4708-B7FB-71BF84356830}" dt="2026-05-11T11:20:32.042" v="800"/>
          <ac:spMkLst>
            <pc:docMk/>
            <pc:sldMk cId="1921468405" sldId="350"/>
            <ac:spMk id="14" creationId="{D235521F-CC5F-4DD1-AFB9-2C49512DCEAD}"/>
          </ac:spMkLst>
        </pc:spChg>
        <pc:spChg chg="add mod">
          <ac:chgData name="Josué Silva de Morais" userId="f406c2cd-edfc-4057-be10-75858098c663" providerId="ADAL" clId="{A1824FC7-00A9-4708-B7FB-71BF84356830}" dt="2026-05-11T11:20:32.046" v="805"/>
          <ac:spMkLst>
            <pc:docMk/>
            <pc:sldMk cId="1921468405" sldId="350"/>
            <ac:spMk id="15" creationId="{C5CDD545-D1DF-4146-B700-B0B2C3222BA1}"/>
          </ac:spMkLst>
        </pc:spChg>
        <pc:spChg chg="add mod">
          <ac:chgData name="Josué Silva de Morais" userId="f406c2cd-edfc-4057-be10-75858098c663" providerId="ADAL" clId="{A1824FC7-00A9-4708-B7FB-71BF84356830}" dt="2026-05-11T11:20:32.051" v="809"/>
          <ac:spMkLst>
            <pc:docMk/>
            <pc:sldMk cId="1921468405" sldId="350"/>
            <ac:spMk id="16" creationId="{54930A64-9372-4218-A47F-7F27B5B59AF7}"/>
          </ac:spMkLst>
        </pc:spChg>
        <pc:spChg chg="add mod">
          <ac:chgData name="Josué Silva de Morais" userId="f406c2cd-edfc-4057-be10-75858098c663" providerId="ADAL" clId="{A1824FC7-00A9-4708-B7FB-71BF84356830}" dt="2026-05-11T11:20:32.053" v="812"/>
          <ac:spMkLst>
            <pc:docMk/>
            <pc:sldMk cId="1921468405" sldId="350"/>
            <ac:spMk id="17" creationId="{9D6BD574-2C51-4E13-A914-1ABC5AB73F50}"/>
          </ac:spMkLst>
        </pc:spChg>
        <pc:spChg chg="add mod">
          <ac:chgData name="Josué Silva de Morais" userId="f406c2cd-edfc-4057-be10-75858098c663" providerId="ADAL" clId="{A1824FC7-00A9-4708-B7FB-71BF84356830}" dt="2026-05-11T11:20:32.059" v="817"/>
          <ac:spMkLst>
            <pc:docMk/>
            <pc:sldMk cId="1921468405" sldId="350"/>
            <ac:spMk id="18" creationId="{2C4782E5-E044-4C21-A08B-CFCEEC0E6F66}"/>
          </ac:spMkLst>
        </pc:spChg>
        <pc:spChg chg="add mod">
          <ac:chgData name="Josué Silva de Morais" userId="f406c2cd-edfc-4057-be10-75858098c663" providerId="ADAL" clId="{A1824FC7-00A9-4708-B7FB-71BF84356830}" dt="2026-05-11T11:20:32.064" v="823"/>
          <ac:spMkLst>
            <pc:docMk/>
            <pc:sldMk cId="1921468405" sldId="350"/>
            <ac:spMk id="19" creationId="{ADE07EE7-85EA-4DD2-9DF5-2CEA4A979B55}"/>
          </ac:spMkLst>
        </pc:spChg>
        <pc:spChg chg="add mod">
          <ac:chgData name="Josué Silva de Morais" userId="f406c2cd-edfc-4057-be10-75858098c663" providerId="ADAL" clId="{A1824FC7-00A9-4708-B7FB-71BF84356830}" dt="2026-05-11T11:20:32.071" v="828"/>
          <ac:spMkLst>
            <pc:docMk/>
            <pc:sldMk cId="1921468405" sldId="350"/>
            <ac:spMk id="20" creationId="{BFA1ADB7-869A-4901-B353-044A080064FF}"/>
          </ac:spMkLst>
        </pc:spChg>
        <pc:spChg chg="add mod">
          <ac:chgData name="Josué Silva de Morais" userId="f406c2cd-edfc-4057-be10-75858098c663" providerId="ADAL" clId="{A1824FC7-00A9-4708-B7FB-71BF84356830}" dt="2026-05-11T11:20:32.074" v="832"/>
          <ac:spMkLst>
            <pc:docMk/>
            <pc:sldMk cId="1921468405" sldId="350"/>
            <ac:spMk id="21" creationId="{37442CE9-BAA2-416A-8BD6-9FC41C5A7A36}"/>
          </ac:spMkLst>
        </pc:spChg>
        <pc:spChg chg="add mod">
          <ac:chgData name="Josué Silva de Morais" userId="f406c2cd-edfc-4057-be10-75858098c663" providerId="ADAL" clId="{A1824FC7-00A9-4708-B7FB-71BF84356830}" dt="2026-05-11T11:20:32.077" v="835"/>
          <ac:spMkLst>
            <pc:docMk/>
            <pc:sldMk cId="1921468405" sldId="350"/>
            <ac:spMk id="22" creationId="{7211CFAC-BC2C-4AC6-A873-063D8E295FA8}"/>
          </ac:spMkLst>
        </pc:spChg>
        <pc:spChg chg="add mod">
          <ac:chgData name="Josué Silva de Morais" userId="f406c2cd-edfc-4057-be10-75858098c663" providerId="ADAL" clId="{A1824FC7-00A9-4708-B7FB-71BF84356830}" dt="2026-05-11T11:20:32.080" v="840"/>
          <ac:spMkLst>
            <pc:docMk/>
            <pc:sldMk cId="1921468405" sldId="350"/>
            <ac:spMk id="23" creationId="{562A582F-075E-4A32-840D-FCCE5F01A9DD}"/>
          </ac:spMkLst>
        </pc:spChg>
        <pc:spChg chg="add mod">
          <ac:chgData name="Josué Silva de Morais" userId="f406c2cd-edfc-4057-be10-75858098c663" providerId="ADAL" clId="{A1824FC7-00A9-4708-B7FB-71BF84356830}" dt="2026-05-11T11:20:32.087" v="846"/>
          <ac:spMkLst>
            <pc:docMk/>
            <pc:sldMk cId="1921468405" sldId="350"/>
            <ac:spMk id="24" creationId="{6BE7045D-6784-414E-B2D2-C1868B404249}"/>
          </ac:spMkLst>
        </pc:spChg>
        <pc:spChg chg="add mod">
          <ac:chgData name="Josué Silva de Morais" userId="f406c2cd-edfc-4057-be10-75858098c663" providerId="ADAL" clId="{A1824FC7-00A9-4708-B7FB-71BF84356830}" dt="2026-05-11T11:20:32.091" v="851"/>
          <ac:spMkLst>
            <pc:docMk/>
            <pc:sldMk cId="1921468405" sldId="350"/>
            <ac:spMk id="25" creationId="{1DE27B69-64DD-4061-BDE4-52D89B2E2E77}"/>
          </ac:spMkLst>
        </pc:spChg>
        <pc:spChg chg="add mod">
          <ac:chgData name="Josué Silva de Morais" userId="f406c2cd-edfc-4057-be10-75858098c663" providerId="ADAL" clId="{A1824FC7-00A9-4708-B7FB-71BF84356830}" dt="2026-05-11T11:20:32.094" v="855"/>
          <ac:spMkLst>
            <pc:docMk/>
            <pc:sldMk cId="1921468405" sldId="350"/>
            <ac:spMk id="26" creationId="{C532AABB-0887-48F8-8954-9796C6902CC5}"/>
          </ac:spMkLst>
        </pc:spChg>
        <pc:spChg chg="add mod">
          <ac:chgData name="Josué Silva de Morais" userId="f406c2cd-edfc-4057-be10-75858098c663" providerId="ADAL" clId="{A1824FC7-00A9-4708-B7FB-71BF84356830}" dt="2026-05-11T11:20:32.095" v="858"/>
          <ac:spMkLst>
            <pc:docMk/>
            <pc:sldMk cId="1921468405" sldId="350"/>
            <ac:spMk id="27" creationId="{3E6DF3C1-56FC-4A5E-91C3-09EB6B8E4981}"/>
          </ac:spMkLst>
        </pc:spChg>
        <pc:spChg chg="add mod">
          <ac:chgData name="Josué Silva de Morais" userId="f406c2cd-edfc-4057-be10-75858098c663" providerId="ADAL" clId="{A1824FC7-00A9-4708-B7FB-71BF84356830}" dt="2026-05-11T11:20:32.102" v="863"/>
          <ac:spMkLst>
            <pc:docMk/>
            <pc:sldMk cId="1921468405" sldId="350"/>
            <ac:spMk id="28" creationId="{21D3D36B-5E4C-4638-9B93-CFA8C0402B66}"/>
          </ac:spMkLst>
        </pc:spChg>
        <pc:spChg chg="add mod">
          <ac:chgData name="Josué Silva de Morais" userId="f406c2cd-edfc-4057-be10-75858098c663" providerId="ADAL" clId="{A1824FC7-00A9-4708-B7FB-71BF84356830}" dt="2026-05-11T11:20:32.107" v="869"/>
          <ac:spMkLst>
            <pc:docMk/>
            <pc:sldMk cId="1921468405" sldId="350"/>
            <ac:spMk id="29" creationId="{AD7CE588-79F9-4379-ADA2-319994281BB5}"/>
          </ac:spMkLst>
        </pc:spChg>
        <pc:spChg chg="add mod">
          <ac:chgData name="Josué Silva de Morais" userId="f406c2cd-edfc-4057-be10-75858098c663" providerId="ADAL" clId="{A1824FC7-00A9-4708-B7FB-71BF84356830}" dt="2026-05-11T11:20:32.110" v="874"/>
          <ac:spMkLst>
            <pc:docMk/>
            <pc:sldMk cId="1921468405" sldId="350"/>
            <ac:spMk id="30" creationId="{1B8F7D25-6CE0-458B-BBB2-8F5C222A6395}"/>
          </ac:spMkLst>
        </pc:spChg>
        <pc:spChg chg="add mod">
          <ac:chgData name="Josué Silva de Morais" userId="f406c2cd-edfc-4057-be10-75858098c663" providerId="ADAL" clId="{A1824FC7-00A9-4708-B7FB-71BF84356830}" dt="2026-05-11T11:20:32.113" v="878"/>
          <ac:spMkLst>
            <pc:docMk/>
            <pc:sldMk cId="1921468405" sldId="350"/>
            <ac:spMk id="31" creationId="{1C9620BA-4C11-4466-87D7-BCEB2062E6C3}"/>
          </ac:spMkLst>
        </pc:spChg>
        <pc:spChg chg="add mod">
          <ac:chgData name="Josué Silva de Morais" userId="f406c2cd-edfc-4057-be10-75858098c663" providerId="ADAL" clId="{A1824FC7-00A9-4708-B7FB-71BF84356830}" dt="2026-05-11T11:20:32.117" v="881"/>
          <ac:spMkLst>
            <pc:docMk/>
            <pc:sldMk cId="1921468405" sldId="350"/>
            <ac:spMk id="32" creationId="{262BC772-1C49-4794-9C4B-A003C78F17E5}"/>
          </ac:spMkLst>
        </pc:spChg>
        <pc:spChg chg="add mod">
          <ac:chgData name="Josué Silva de Morais" userId="f406c2cd-edfc-4057-be10-75858098c663" providerId="ADAL" clId="{A1824FC7-00A9-4708-B7FB-71BF84356830}" dt="2026-05-11T11:20:32.122" v="886"/>
          <ac:spMkLst>
            <pc:docMk/>
            <pc:sldMk cId="1921468405" sldId="350"/>
            <ac:spMk id="33" creationId="{AAF7F67E-6280-4AF4-9400-168027E192C0}"/>
          </ac:spMkLst>
        </pc:spChg>
        <pc:spChg chg="add mod">
          <ac:chgData name="Josué Silva de Morais" userId="f406c2cd-edfc-4057-be10-75858098c663" providerId="ADAL" clId="{A1824FC7-00A9-4708-B7FB-71BF84356830}" dt="2026-05-11T11:20:32.126" v="892"/>
          <ac:spMkLst>
            <pc:docMk/>
            <pc:sldMk cId="1921468405" sldId="350"/>
            <ac:spMk id="34" creationId="{1E22C7F3-F76B-4450-A90C-BE3C61B50EDF}"/>
          </ac:spMkLst>
        </pc:spChg>
        <pc:spChg chg="add mod">
          <ac:chgData name="Josué Silva de Morais" userId="f406c2cd-edfc-4057-be10-75858098c663" providerId="ADAL" clId="{A1824FC7-00A9-4708-B7FB-71BF84356830}" dt="2026-05-11T11:20:32.130" v="897"/>
          <ac:spMkLst>
            <pc:docMk/>
            <pc:sldMk cId="1921468405" sldId="350"/>
            <ac:spMk id="35" creationId="{32918E65-2D0C-415A-88A1-F41FFF8AEC28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1:26.785" v="921"/>
        <pc:sldMkLst>
          <pc:docMk/>
          <pc:sldMk cId="592126068" sldId="351"/>
        </pc:sldMkLst>
        <pc:spChg chg="add mod">
          <ac:chgData name="Josué Silva de Morais" userId="f406c2cd-edfc-4057-be10-75858098c663" providerId="ADAL" clId="{A1824FC7-00A9-4708-B7FB-71BF84356830}" dt="2026-05-11T11:21:26.765" v="901"/>
          <ac:spMkLst>
            <pc:docMk/>
            <pc:sldMk cId="592126068" sldId="351"/>
            <ac:spMk id="2" creationId="{49568BC5-BF24-45A3-ABCF-D7EB3938264A}"/>
          </ac:spMkLst>
        </pc:spChg>
        <pc:spChg chg="add mod">
          <ac:chgData name="Josué Silva de Morais" userId="f406c2cd-edfc-4057-be10-75858098c663" providerId="ADAL" clId="{A1824FC7-00A9-4708-B7FB-71BF84356830}" dt="2026-05-11T11:21:26.767" v="904"/>
          <ac:spMkLst>
            <pc:docMk/>
            <pc:sldMk cId="592126068" sldId="351"/>
            <ac:spMk id="3" creationId="{68F2BF00-D334-48DA-9AB3-262AD33A86DB}"/>
          </ac:spMkLst>
        </pc:spChg>
        <pc:spChg chg="add mod">
          <ac:chgData name="Josué Silva de Morais" userId="f406c2cd-edfc-4057-be10-75858098c663" providerId="ADAL" clId="{A1824FC7-00A9-4708-B7FB-71BF84356830}" dt="2026-05-11T11:21:26.771" v="910"/>
          <ac:spMkLst>
            <pc:docMk/>
            <pc:sldMk cId="592126068" sldId="351"/>
            <ac:spMk id="4" creationId="{0915E3D4-37B0-4A2B-89FF-8A330D96343E}"/>
          </ac:spMkLst>
        </pc:spChg>
        <pc:spChg chg="add mod">
          <ac:chgData name="Josué Silva de Morais" userId="f406c2cd-edfc-4057-be10-75858098c663" providerId="ADAL" clId="{A1824FC7-00A9-4708-B7FB-71BF84356830}" dt="2026-05-11T11:21:26.780" v="916"/>
          <ac:spMkLst>
            <pc:docMk/>
            <pc:sldMk cId="592126068" sldId="351"/>
            <ac:spMk id="5" creationId="{9AC520A5-3B6F-4890-8738-F430A1311883}"/>
          </ac:spMkLst>
        </pc:spChg>
        <pc:spChg chg="add mod">
          <ac:chgData name="Josué Silva de Morais" userId="f406c2cd-edfc-4057-be10-75858098c663" providerId="ADAL" clId="{A1824FC7-00A9-4708-B7FB-71BF84356830}" dt="2026-05-11T11:21:26.785" v="921"/>
          <ac:spMkLst>
            <pc:docMk/>
            <pc:sldMk cId="592126068" sldId="351"/>
            <ac:spMk id="6" creationId="{0102B06C-A6F2-4252-9142-B0BB9F5B92B0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1:26.963" v="1082"/>
        <pc:sldMkLst>
          <pc:docMk/>
          <pc:sldMk cId="268447726" sldId="352"/>
        </pc:sldMkLst>
        <pc:spChg chg="add mod">
          <ac:chgData name="Josué Silva de Morais" userId="f406c2cd-edfc-4057-be10-75858098c663" providerId="ADAL" clId="{A1824FC7-00A9-4708-B7FB-71BF84356830}" dt="2026-05-11T11:21:26.813" v="925"/>
          <ac:spMkLst>
            <pc:docMk/>
            <pc:sldMk cId="268447726" sldId="352"/>
            <ac:spMk id="2" creationId="{E89E4FFA-99B7-407A-A7FC-053338DFFF58}"/>
          </ac:spMkLst>
        </pc:spChg>
        <pc:spChg chg="add mod">
          <ac:chgData name="Josué Silva de Morais" userId="f406c2cd-edfc-4057-be10-75858098c663" providerId="ADAL" clId="{A1824FC7-00A9-4708-B7FB-71BF84356830}" dt="2026-05-11T11:21:26.818" v="931"/>
          <ac:spMkLst>
            <pc:docMk/>
            <pc:sldMk cId="268447726" sldId="352"/>
            <ac:spMk id="3" creationId="{1D83BDA6-C82B-4044-996B-3AABEBA79B84}"/>
          </ac:spMkLst>
        </pc:spChg>
        <pc:spChg chg="add mod">
          <ac:chgData name="Josué Silva de Morais" userId="f406c2cd-edfc-4057-be10-75858098c663" providerId="ADAL" clId="{A1824FC7-00A9-4708-B7FB-71BF84356830}" dt="2026-05-11T11:21:26.823" v="937"/>
          <ac:spMkLst>
            <pc:docMk/>
            <pc:sldMk cId="268447726" sldId="352"/>
            <ac:spMk id="4" creationId="{6F4B2CE1-FB04-4D8C-8EBB-6A8A5D41EF36}"/>
          </ac:spMkLst>
        </pc:spChg>
        <pc:spChg chg="add mod">
          <ac:chgData name="Josué Silva de Morais" userId="f406c2cd-edfc-4057-be10-75858098c663" providerId="ADAL" clId="{A1824FC7-00A9-4708-B7FB-71BF84356830}" dt="2026-05-11T11:21:26.828" v="940"/>
          <ac:spMkLst>
            <pc:docMk/>
            <pc:sldMk cId="268447726" sldId="352"/>
            <ac:spMk id="5" creationId="{6654D8F2-A4CB-479D-BC7B-C157EE0CC60C}"/>
          </ac:spMkLst>
        </pc:spChg>
        <pc:spChg chg="add mod">
          <ac:chgData name="Josué Silva de Morais" userId="f406c2cd-edfc-4057-be10-75858098c663" providerId="ADAL" clId="{A1824FC7-00A9-4708-B7FB-71BF84356830}" dt="2026-05-11T11:21:26.832" v="944"/>
          <ac:spMkLst>
            <pc:docMk/>
            <pc:sldMk cId="268447726" sldId="352"/>
            <ac:spMk id="6" creationId="{71136EA1-A00D-4CFA-AA23-D954913F20FE}"/>
          </ac:spMkLst>
        </pc:spChg>
        <pc:spChg chg="add mod">
          <ac:chgData name="Josué Silva de Morais" userId="f406c2cd-edfc-4057-be10-75858098c663" providerId="ADAL" clId="{A1824FC7-00A9-4708-B7FB-71BF84356830}" dt="2026-05-11T11:21:26.837" v="950"/>
          <ac:spMkLst>
            <pc:docMk/>
            <pc:sldMk cId="268447726" sldId="352"/>
            <ac:spMk id="7" creationId="{4EB6C5D3-5D53-4B61-BDB9-834BD32ED556}"/>
          </ac:spMkLst>
        </pc:spChg>
        <pc:spChg chg="add mod">
          <ac:chgData name="Josué Silva de Morais" userId="f406c2cd-edfc-4057-be10-75858098c663" providerId="ADAL" clId="{A1824FC7-00A9-4708-B7FB-71BF84356830}" dt="2026-05-11T11:21:26.849" v="961"/>
          <ac:spMkLst>
            <pc:docMk/>
            <pc:sldMk cId="268447726" sldId="352"/>
            <ac:spMk id="8" creationId="{7895B9E0-D1D4-4C66-87D0-39D3B4201792}"/>
          </ac:spMkLst>
        </pc:spChg>
        <pc:spChg chg="add mod">
          <ac:chgData name="Josué Silva de Morais" userId="f406c2cd-edfc-4057-be10-75858098c663" providerId="ADAL" clId="{A1824FC7-00A9-4708-B7FB-71BF84356830}" dt="2026-05-11T11:21:26.858" v="972"/>
          <ac:spMkLst>
            <pc:docMk/>
            <pc:sldMk cId="268447726" sldId="352"/>
            <ac:spMk id="9" creationId="{4F92B5A5-4EDB-461E-B1D9-9EF34134328D}"/>
          </ac:spMkLst>
        </pc:spChg>
        <pc:spChg chg="add mod">
          <ac:chgData name="Josué Silva de Morais" userId="f406c2cd-edfc-4057-be10-75858098c663" providerId="ADAL" clId="{A1824FC7-00A9-4708-B7FB-71BF84356830}" dt="2026-05-11T11:21:26.869" v="983"/>
          <ac:spMkLst>
            <pc:docMk/>
            <pc:sldMk cId="268447726" sldId="352"/>
            <ac:spMk id="10" creationId="{BCF594C4-0547-4703-BF24-A3CCEA4A1E77}"/>
          </ac:spMkLst>
        </pc:spChg>
        <pc:spChg chg="add mod">
          <ac:chgData name="Josué Silva de Morais" userId="f406c2cd-edfc-4057-be10-75858098c663" providerId="ADAL" clId="{A1824FC7-00A9-4708-B7FB-71BF84356830}" dt="2026-05-11T11:21:26.882" v="994"/>
          <ac:spMkLst>
            <pc:docMk/>
            <pc:sldMk cId="268447726" sldId="352"/>
            <ac:spMk id="11" creationId="{FECBBA81-D6FC-41AC-B17F-1DA8CBECAEB4}"/>
          </ac:spMkLst>
        </pc:spChg>
        <pc:spChg chg="add mod">
          <ac:chgData name="Josué Silva de Morais" userId="f406c2cd-edfc-4057-be10-75858098c663" providerId="ADAL" clId="{A1824FC7-00A9-4708-B7FB-71BF84356830}" dt="2026-05-11T11:21:26.889" v="1005"/>
          <ac:spMkLst>
            <pc:docMk/>
            <pc:sldMk cId="268447726" sldId="352"/>
            <ac:spMk id="12" creationId="{982DD2DE-5013-4753-85DA-5DD4AB3330E4}"/>
          </ac:spMkLst>
        </pc:spChg>
        <pc:spChg chg="add mod">
          <ac:chgData name="Josué Silva de Morais" userId="f406c2cd-edfc-4057-be10-75858098c663" providerId="ADAL" clId="{A1824FC7-00A9-4708-B7FB-71BF84356830}" dt="2026-05-11T11:21:26.901" v="1016"/>
          <ac:spMkLst>
            <pc:docMk/>
            <pc:sldMk cId="268447726" sldId="352"/>
            <ac:spMk id="13" creationId="{35BA9D34-AD07-429A-A3B1-063FB25D46CE}"/>
          </ac:spMkLst>
        </pc:spChg>
        <pc:spChg chg="add mod">
          <ac:chgData name="Josué Silva de Morais" userId="f406c2cd-edfc-4057-be10-75858098c663" providerId="ADAL" clId="{A1824FC7-00A9-4708-B7FB-71BF84356830}" dt="2026-05-11T11:21:26.912" v="1027"/>
          <ac:spMkLst>
            <pc:docMk/>
            <pc:sldMk cId="268447726" sldId="352"/>
            <ac:spMk id="14" creationId="{538BC925-F004-4383-BD54-53633219C98C}"/>
          </ac:spMkLst>
        </pc:spChg>
        <pc:spChg chg="add mod">
          <ac:chgData name="Josué Silva de Morais" userId="f406c2cd-edfc-4057-be10-75858098c663" providerId="ADAL" clId="{A1824FC7-00A9-4708-B7FB-71BF84356830}" dt="2026-05-11T11:21:26.920" v="1038"/>
          <ac:spMkLst>
            <pc:docMk/>
            <pc:sldMk cId="268447726" sldId="352"/>
            <ac:spMk id="15" creationId="{B0E921DD-CAB5-4B8B-8462-88003CCC40AE}"/>
          </ac:spMkLst>
        </pc:spChg>
        <pc:spChg chg="add mod">
          <ac:chgData name="Josué Silva de Morais" userId="f406c2cd-edfc-4057-be10-75858098c663" providerId="ADAL" clId="{A1824FC7-00A9-4708-B7FB-71BF84356830}" dt="2026-05-11T11:21:26.930" v="1049"/>
          <ac:spMkLst>
            <pc:docMk/>
            <pc:sldMk cId="268447726" sldId="352"/>
            <ac:spMk id="16" creationId="{02BD047E-9869-4FF0-87A2-E0D3F51A4A54}"/>
          </ac:spMkLst>
        </pc:spChg>
        <pc:spChg chg="add mod">
          <ac:chgData name="Josué Silva de Morais" userId="f406c2cd-edfc-4057-be10-75858098c663" providerId="ADAL" clId="{A1824FC7-00A9-4708-B7FB-71BF84356830}" dt="2026-05-11T11:21:26.937" v="1060"/>
          <ac:spMkLst>
            <pc:docMk/>
            <pc:sldMk cId="268447726" sldId="352"/>
            <ac:spMk id="17" creationId="{4C3FC571-D9D3-49B9-9C27-F8DC054B0516}"/>
          </ac:spMkLst>
        </pc:spChg>
        <pc:spChg chg="add mod">
          <ac:chgData name="Josué Silva de Morais" userId="f406c2cd-edfc-4057-be10-75858098c663" providerId="ADAL" clId="{A1824FC7-00A9-4708-B7FB-71BF84356830}" dt="2026-05-11T11:21:26.949" v="1071"/>
          <ac:spMkLst>
            <pc:docMk/>
            <pc:sldMk cId="268447726" sldId="352"/>
            <ac:spMk id="18" creationId="{F8196DD6-4DC1-4C21-AD9E-98C8B279BF59}"/>
          </ac:spMkLst>
        </pc:spChg>
        <pc:spChg chg="add mod">
          <ac:chgData name="Josué Silva de Morais" userId="f406c2cd-edfc-4057-be10-75858098c663" providerId="ADAL" clId="{A1824FC7-00A9-4708-B7FB-71BF84356830}" dt="2026-05-11T11:21:26.951" v="1074"/>
          <ac:spMkLst>
            <pc:docMk/>
            <pc:sldMk cId="268447726" sldId="352"/>
            <ac:spMk id="19" creationId="{F86BFBFE-B16B-4A1F-A961-051200122F61}"/>
          </ac:spMkLst>
        </pc:spChg>
        <pc:spChg chg="add mod">
          <ac:chgData name="Josué Silva de Morais" userId="f406c2cd-edfc-4057-be10-75858098c663" providerId="ADAL" clId="{A1824FC7-00A9-4708-B7FB-71BF84356830}" dt="2026-05-11T11:21:26.954" v="1077"/>
          <ac:spMkLst>
            <pc:docMk/>
            <pc:sldMk cId="268447726" sldId="352"/>
            <ac:spMk id="20" creationId="{4514ACF9-B87D-42C4-9E85-27694826D4D3}"/>
          </ac:spMkLst>
        </pc:spChg>
        <pc:spChg chg="add mod">
          <ac:chgData name="Josué Silva de Morais" userId="f406c2cd-edfc-4057-be10-75858098c663" providerId="ADAL" clId="{A1824FC7-00A9-4708-B7FB-71BF84356830}" dt="2026-05-11T11:21:26.963" v="1082"/>
          <ac:spMkLst>
            <pc:docMk/>
            <pc:sldMk cId="268447726" sldId="352"/>
            <ac:spMk id="21" creationId="{7C60D074-A2ED-419C-B105-41D6D118E83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1:27.216" v="1290"/>
        <pc:sldMkLst>
          <pc:docMk/>
          <pc:sldMk cId="1991418958" sldId="353"/>
        </pc:sldMkLst>
        <pc:spChg chg="add mod">
          <ac:chgData name="Josué Silva de Morais" userId="f406c2cd-edfc-4057-be10-75858098c663" providerId="ADAL" clId="{A1824FC7-00A9-4708-B7FB-71BF84356830}" dt="2026-05-11T11:21:26.995" v="1086"/>
          <ac:spMkLst>
            <pc:docMk/>
            <pc:sldMk cId="1991418958" sldId="353"/>
            <ac:spMk id="2" creationId="{F76FC02B-5190-46D4-A03C-DD615AD23397}"/>
          </ac:spMkLst>
        </pc:spChg>
        <pc:spChg chg="add mod">
          <ac:chgData name="Josué Silva de Morais" userId="f406c2cd-edfc-4057-be10-75858098c663" providerId="ADAL" clId="{A1824FC7-00A9-4708-B7FB-71BF84356830}" dt="2026-05-11T11:21:27.001" v="1092"/>
          <ac:spMkLst>
            <pc:docMk/>
            <pc:sldMk cId="1991418958" sldId="353"/>
            <ac:spMk id="3" creationId="{D58092FF-1BA8-4BCE-8EF2-15AA97E95849}"/>
          </ac:spMkLst>
        </pc:spChg>
        <pc:spChg chg="add mod">
          <ac:chgData name="Josué Silva de Morais" userId="f406c2cd-edfc-4057-be10-75858098c663" providerId="ADAL" clId="{A1824FC7-00A9-4708-B7FB-71BF84356830}" dt="2026-05-11T11:21:27.005" v="1098"/>
          <ac:spMkLst>
            <pc:docMk/>
            <pc:sldMk cId="1991418958" sldId="353"/>
            <ac:spMk id="4" creationId="{0119B9B7-A180-4BCC-AD3B-E7835C44D7BD}"/>
          </ac:spMkLst>
        </pc:spChg>
        <pc:spChg chg="add mod">
          <ac:chgData name="Josué Silva de Morais" userId="f406c2cd-edfc-4057-be10-75858098c663" providerId="ADAL" clId="{A1824FC7-00A9-4708-B7FB-71BF84356830}" dt="2026-05-11T11:21:27.007" v="1101"/>
          <ac:spMkLst>
            <pc:docMk/>
            <pc:sldMk cId="1991418958" sldId="353"/>
            <ac:spMk id="5" creationId="{FD13D9A8-9C13-4842-8880-84856B019E80}"/>
          </ac:spMkLst>
        </pc:spChg>
        <pc:spChg chg="add mod">
          <ac:chgData name="Josué Silva de Morais" userId="f406c2cd-edfc-4057-be10-75858098c663" providerId="ADAL" clId="{A1824FC7-00A9-4708-B7FB-71BF84356830}" dt="2026-05-11T11:21:27.014" v="1105"/>
          <ac:spMkLst>
            <pc:docMk/>
            <pc:sldMk cId="1991418958" sldId="353"/>
            <ac:spMk id="6" creationId="{FEB1402C-734D-464F-8267-F90330A13EB0}"/>
          </ac:spMkLst>
        </pc:spChg>
        <pc:spChg chg="add mod">
          <ac:chgData name="Josué Silva de Morais" userId="f406c2cd-edfc-4057-be10-75858098c663" providerId="ADAL" clId="{A1824FC7-00A9-4708-B7FB-71BF84356830}" dt="2026-05-11T11:21:27.020" v="1111"/>
          <ac:spMkLst>
            <pc:docMk/>
            <pc:sldMk cId="1991418958" sldId="353"/>
            <ac:spMk id="7" creationId="{2D1698EF-632E-4608-8F75-74AF515368A9}"/>
          </ac:spMkLst>
        </pc:spChg>
        <pc:spChg chg="add mod">
          <ac:chgData name="Josué Silva de Morais" userId="f406c2cd-edfc-4057-be10-75858098c663" providerId="ADAL" clId="{A1824FC7-00A9-4708-B7FB-71BF84356830}" dt="2026-05-11T11:21:27.024" v="1116"/>
          <ac:spMkLst>
            <pc:docMk/>
            <pc:sldMk cId="1991418958" sldId="353"/>
            <ac:spMk id="8" creationId="{F99732C3-42BA-4DE2-AA93-C90908AAB7EF}"/>
          </ac:spMkLst>
        </pc:spChg>
        <pc:spChg chg="add mod">
          <ac:chgData name="Josué Silva de Morais" userId="f406c2cd-edfc-4057-be10-75858098c663" providerId="ADAL" clId="{A1824FC7-00A9-4708-B7FB-71BF84356830}" dt="2026-05-11T11:21:27.069" v="1122"/>
          <ac:spMkLst>
            <pc:docMk/>
            <pc:sldMk cId="1991418958" sldId="353"/>
            <ac:spMk id="9" creationId="{43A01EA6-2A0D-48BB-A65B-782A40238DD9}"/>
          </ac:spMkLst>
        </pc:spChg>
        <pc:spChg chg="add mod">
          <ac:chgData name="Josué Silva de Morais" userId="f406c2cd-edfc-4057-be10-75858098c663" providerId="ADAL" clId="{A1824FC7-00A9-4708-B7FB-71BF84356830}" dt="2026-05-11T11:21:27.073" v="1127"/>
          <ac:spMkLst>
            <pc:docMk/>
            <pc:sldMk cId="1991418958" sldId="353"/>
            <ac:spMk id="10" creationId="{A7D90534-135B-45CC-983C-78658BE9FA80}"/>
          </ac:spMkLst>
        </pc:spChg>
        <pc:spChg chg="add mod">
          <ac:chgData name="Josué Silva de Morais" userId="f406c2cd-edfc-4057-be10-75858098c663" providerId="ADAL" clId="{A1824FC7-00A9-4708-B7FB-71BF84356830}" dt="2026-05-11T11:21:27.079" v="1130"/>
          <ac:spMkLst>
            <pc:docMk/>
            <pc:sldMk cId="1991418958" sldId="353"/>
            <ac:spMk id="11" creationId="{0592B87E-55D2-4019-BDFC-6198C21C58D1}"/>
          </ac:spMkLst>
        </pc:spChg>
        <pc:spChg chg="add mod">
          <ac:chgData name="Josué Silva de Morais" userId="f406c2cd-edfc-4057-be10-75858098c663" providerId="ADAL" clId="{A1824FC7-00A9-4708-B7FB-71BF84356830}" dt="2026-05-11T11:21:27.083" v="1136"/>
          <ac:spMkLst>
            <pc:docMk/>
            <pc:sldMk cId="1991418958" sldId="353"/>
            <ac:spMk id="12" creationId="{3F07DBCF-CF3F-49F4-9DDD-D508D2EE5F3F}"/>
          </ac:spMkLst>
        </pc:spChg>
        <pc:spChg chg="add mod">
          <ac:chgData name="Josué Silva de Morais" userId="f406c2cd-edfc-4057-be10-75858098c663" providerId="ADAL" clId="{A1824FC7-00A9-4708-B7FB-71BF84356830}" dt="2026-05-11T11:21:27.086" v="1141"/>
          <ac:spMkLst>
            <pc:docMk/>
            <pc:sldMk cId="1991418958" sldId="353"/>
            <ac:spMk id="13" creationId="{342A732C-BEC9-463F-B185-0B941F00D3D5}"/>
          </ac:spMkLst>
        </pc:spChg>
        <pc:spChg chg="add mod">
          <ac:chgData name="Josué Silva de Morais" userId="f406c2cd-edfc-4057-be10-75858098c663" providerId="ADAL" clId="{A1824FC7-00A9-4708-B7FB-71BF84356830}" dt="2026-05-11T11:21:27.088" v="1144"/>
          <ac:spMkLst>
            <pc:docMk/>
            <pc:sldMk cId="1991418958" sldId="353"/>
            <ac:spMk id="14" creationId="{D63BF004-DE97-43AA-9D62-BBD2A28CABCB}"/>
          </ac:spMkLst>
        </pc:spChg>
        <pc:spChg chg="add mod">
          <ac:chgData name="Josué Silva de Morais" userId="f406c2cd-edfc-4057-be10-75858098c663" providerId="ADAL" clId="{A1824FC7-00A9-4708-B7FB-71BF84356830}" dt="2026-05-11T11:21:27.097" v="1150"/>
          <ac:spMkLst>
            <pc:docMk/>
            <pc:sldMk cId="1991418958" sldId="353"/>
            <ac:spMk id="15" creationId="{B0C9F515-267C-4319-8202-9179628E5B12}"/>
          </ac:spMkLst>
        </pc:spChg>
        <pc:spChg chg="add mod">
          <ac:chgData name="Josué Silva de Morais" userId="f406c2cd-edfc-4057-be10-75858098c663" providerId="ADAL" clId="{A1824FC7-00A9-4708-B7FB-71BF84356830}" dt="2026-05-11T11:21:27.100" v="1155"/>
          <ac:spMkLst>
            <pc:docMk/>
            <pc:sldMk cId="1991418958" sldId="353"/>
            <ac:spMk id="16" creationId="{27AC336E-F30E-4348-8552-949E39C7DBBE}"/>
          </ac:spMkLst>
        </pc:spChg>
        <pc:spChg chg="add mod">
          <ac:chgData name="Josué Silva de Morais" userId="f406c2cd-edfc-4057-be10-75858098c663" providerId="ADAL" clId="{A1824FC7-00A9-4708-B7FB-71BF84356830}" dt="2026-05-11T11:21:27.102" v="1158"/>
          <ac:spMkLst>
            <pc:docMk/>
            <pc:sldMk cId="1991418958" sldId="353"/>
            <ac:spMk id="17" creationId="{0DC8A8C3-395D-44BC-BFEE-72AA1C4E26E0}"/>
          </ac:spMkLst>
        </pc:spChg>
        <pc:spChg chg="add mod">
          <ac:chgData name="Josué Silva de Morais" userId="f406c2cd-edfc-4057-be10-75858098c663" providerId="ADAL" clId="{A1824FC7-00A9-4708-B7FB-71BF84356830}" dt="2026-05-11T11:21:27.110" v="1164"/>
          <ac:spMkLst>
            <pc:docMk/>
            <pc:sldMk cId="1991418958" sldId="353"/>
            <ac:spMk id="18" creationId="{D5C73159-CC04-4BD6-9038-B23B7F3BB5EA}"/>
          </ac:spMkLst>
        </pc:spChg>
        <pc:spChg chg="add mod">
          <ac:chgData name="Josué Silva de Morais" userId="f406c2cd-edfc-4057-be10-75858098c663" providerId="ADAL" clId="{A1824FC7-00A9-4708-B7FB-71BF84356830}" dt="2026-05-11T11:21:27.114" v="1169"/>
          <ac:spMkLst>
            <pc:docMk/>
            <pc:sldMk cId="1991418958" sldId="353"/>
            <ac:spMk id="19" creationId="{8E6CCB76-7484-454B-87D6-285934466288}"/>
          </ac:spMkLst>
        </pc:spChg>
        <pc:spChg chg="add mod">
          <ac:chgData name="Josué Silva de Morais" userId="f406c2cd-edfc-4057-be10-75858098c663" providerId="ADAL" clId="{A1824FC7-00A9-4708-B7FB-71BF84356830}" dt="2026-05-11T11:21:27.116" v="1172"/>
          <ac:spMkLst>
            <pc:docMk/>
            <pc:sldMk cId="1991418958" sldId="353"/>
            <ac:spMk id="20" creationId="{6A1C8E9E-F90B-4B92-B531-D23B9005D065}"/>
          </ac:spMkLst>
        </pc:spChg>
        <pc:spChg chg="add mod">
          <ac:chgData name="Josué Silva de Morais" userId="f406c2cd-edfc-4057-be10-75858098c663" providerId="ADAL" clId="{A1824FC7-00A9-4708-B7FB-71BF84356830}" dt="2026-05-11T11:21:27.120" v="1178"/>
          <ac:spMkLst>
            <pc:docMk/>
            <pc:sldMk cId="1991418958" sldId="353"/>
            <ac:spMk id="21" creationId="{5CD234C3-C9E5-4D44-9426-5F9A3CE66E96}"/>
          </ac:spMkLst>
        </pc:spChg>
        <pc:spChg chg="add mod">
          <ac:chgData name="Josué Silva de Morais" userId="f406c2cd-edfc-4057-be10-75858098c663" providerId="ADAL" clId="{A1824FC7-00A9-4708-B7FB-71BF84356830}" dt="2026-05-11T11:21:27.127" v="1183"/>
          <ac:spMkLst>
            <pc:docMk/>
            <pc:sldMk cId="1991418958" sldId="353"/>
            <ac:spMk id="22" creationId="{FEC01F0F-667B-4427-80FF-6DD215956D1F}"/>
          </ac:spMkLst>
        </pc:spChg>
        <pc:spChg chg="add mod">
          <ac:chgData name="Josué Silva de Morais" userId="f406c2cd-edfc-4057-be10-75858098c663" providerId="ADAL" clId="{A1824FC7-00A9-4708-B7FB-71BF84356830}" dt="2026-05-11T11:21:27.129" v="1186"/>
          <ac:spMkLst>
            <pc:docMk/>
            <pc:sldMk cId="1991418958" sldId="353"/>
            <ac:spMk id="23" creationId="{C12F2B3D-2542-4C71-9386-44D615DE797D}"/>
          </ac:spMkLst>
        </pc:spChg>
        <pc:spChg chg="add mod">
          <ac:chgData name="Josué Silva de Morais" userId="f406c2cd-edfc-4057-be10-75858098c663" providerId="ADAL" clId="{A1824FC7-00A9-4708-B7FB-71BF84356830}" dt="2026-05-11T11:21:27.133" v="1192"/>
          <ac:spMkLst>
            <pc:docMk/>
            <pc:sldMk cId="1991418958" sldId="353"/>
            <ac:spMk id="24" creationId="{EB36B887-3104-436E-961B-51484ACF233C}"/>
          </ac:spMkLst>
        </pc:spChg>
        <pc:spChg chg="add mod">
          <ac:chgData name="Josué Silva de Morais" userId="f406c2cd-edfc-4057-be10-75858098c663" providerId="ADAL" clId="{A1824FC7-00A9-4708-B7FB-71BF84356830}" dt="2026-05-11T11:21:27.136" v="1197"/>
          <ac:spMkLst>
            <pc:docMk/>
            <pc:sldMk cId="1991418958" sldId="353"/>
            <ac:spMk id="25" creationId="{D8EE1C7C-0D58-4399-BBBD-D5584BB31C41}"/>
          </ac:spMkLst>
        </pc:spChg>
        <pc:spChg chg="add mod">
          <ac:chgData name="Josué Silva de Morais" userId="f406c2cd-edfc-4057-be10-75858098c663" providerId="ADAL" clId="{A1824FC7-00A9-4708-B7FB-71BF84356830}" dt="2026-05-11T11:21:27.145" v="1203"/>
          <ac:spMkLst>
            <pc:docMk/>
            <pc:sldMk cId="1991418958" sldId="353"/>
            <ac:spMk id="26" creationId="{4B99DB21-5E7F-43F3-90D4-4F6E5192E747}"/>
          </ac:spMkLst>
        </pc:spChg>
        <pc:spChg chg="add mod">
          <ac:chgData name="Josué Silva de Morais" userId="f406c2cd-edfc-4057-be10-75858098c663" providerId="ADAL" clId="{A1824FC7-00A9-4708-B7FB-71BF84356830}" dt="2026-05-11T11:21:27.147" v="1207"/>
          <ac:spMkLst>
            <pc:docMk/>
            <pc:sldMk cId="1991418958" sldId="353"/>
            <ac:spMk id="27" creationId="{641E2C7F-4EF6-43D9-BB97-6DC16234C550}"/>
          </ac:spMkLst>
        </pc:spChg>
        <pc:spChg chg="add mod">
          <ac:chgData name="Josué Silva de Morais" userId="f406c2cd-edfc-4057-be10-75858098c663" providerId="ADAL" clId="{A1824FC7-00A9-4708-B7FB-71BF84356830}" dt="2026-05-11T11:21:27.149" v="1210"/>
          <ac:spMkLst>
            <pc:docMk/>
            <pc:sldMk cId="1991418958" sldId="353"/>
            <ac:spMk id="28" creationId="{11032729-DF7E-4B83-8BF7-5E4D9B3627C0}"/>
          </ac:spMkLst>
        </pc:spChg>
        <pc:spChg chg="add mod">
          <ac:chgData name="Josué Silva de Morais" userId="f406c2cd-edfc-4057-be10-75858098c663" providerId="ADAL" clId="{A1824FC7-00A9-4708-B7FB-71BF84356830}" dt="2026-05-11T11:21:27.155" v="1221"/>
          <ac:spMkLst>
            <pc:docMk/>
            <pc:sldMk cId="1991418958" sldId="353"/>
            <ac:spMk id="29" creationId="{B2958DBF-192F-4AFF-9F81-7AD938464A39}"/>
          </ac:spMkLst>
        </pc:spChg>
        <pc:spChg chg="add mod">
          <ac:chgData name="Josué Silva de Morais" userId="f406c2cd-edfc-4057-be10-75858098c663" providerId="ADAL" clId="{A1824FC7-00A9-4708-B7FB-71BF84356830}" dt="2026-05-11T11:21:27.162" v="1227"/>
          <ac:spMkLst>
            <pc:docMk/>
            <pc:sldMk cId="1991418958" sldId="353"/>
            <ac:spMk id="30" creationId="{519F635F-0848-4437-9050-FA4B15E13AEE}"/>
          </ac:spMkLst>
        </pc:spChg>
        <pc:spChg chg="add mod">
          <ac:chgData name="Josué Silva de Morais" userId="f406c2cd-edfc-4057-be10-75858098c663" providerId="ADAL" clId="{A1824FC7-00A9-4708-B7FB-71BF84356830}" dt="2026-05-11T11:21:27.166" v="1232"/>
          <ac:spMkLst>
            <pc:docMk/>
            <pc:sldMk cId="1991418958" sldId="353"/>
            <ac:spMk id="31" creationId="{C4F66693-951B-4539-B1D1-A18B45ACE2BF}"/>
          </ac:spMkLst>
        </pc:spChg>
        <pc:spChg chg="add mod">
          <ac:chgData name="Josué Silva de Morais" userId="f406c2cd-edfc-4057-be10-75858098c663" providerId="ADAL" clId="{A1824FC7-00A9-4708-B7FB-71BF84356830}" dt="2026-05-11T11:21:27.169" v="1236"/>
          <ac:spMkLst>
            <pc:docMk/>
            <pc:sldMk cId="1991418958" sldId="353"/>
            <ac:spMk id="32" creationId="{E18CDEDC-BFDC-46C2-9CE7-7321F925DCD5}"/>
          </ac:spMkLst>
        </pc:spChg>
        <pc:spChg chg="add mod">
          <ac:chgData name="Josué Silva de Morais" userId="f406c2cd-edfc-4057-be10-75858098c663" providerId="ADAL" clId="{A1824FC7-00A9-4708-B7FB-71BF84356830}" dt="2026-05-11T11:21:27.171" v="1239"/>
          <ac:spMkLst>
            <pc:docMk/>
            <pc:sldMk cId="1991418958" sldId="353"/>
            <ac:spMk id="33" creationId="{D7C4CB3F-A469-4B90-B38D-60204ED425A6}"/>
          </ac:spMkLst>
        </pc:spChg>
        <pc:spChg chg="add mod">
          <ac:chgData name="Josué Silva de Morais" userId="f406c2cd-edfc-4057-be10-75858098c663" providerId="ADAL" clId="{A1824FC7-00A9-4708-B7FB-71BF84356830}" dt="2026-05-11T11:21:27.181" v="1250"/>
          <ac:spMkLst>
            <pc:docMk/>
            <pc:sldMk cId="1991418958" sldId="353"/>
            <ac:spMk id="34" creationId="{139C77D7-5AD3-4829-94C3-F583F5ECAC02}"/>
          </ac:spMkLst>
        </pc:spChg>
        <pc:spChg chg="add mod">
          <ac:chgData name="Josué Silva de Morais" userId="f406c2cd-edfc-4057-be10-75858098c663" providerId="ADAL" clId="{A1824FC7-00A9-4708-B7FB-71BF84356830}" dt="2026-05-11T11:21:27.185" v="1256"/>
          <ac:spMkLst>
            <pc:docMk/>
            <pc:sldMk cId="1991418958" sldId="353"/>
            <ac:spMk id="35" creationId="{50501289-32F0-4EAE-8CD4-0100CA701157}"/>
          </ac:spMkLst>
        </pc:spChg>
        <pc:spChg chg="add mod">
          <ac:chgData name="Josué Silva de Morais" userId="f406c2cd-edfc-4057-be10-75858098c663" providerId="ADAL" clId="{A1824FC7-00A9-4708-B7FB-71BF84356830}" dt="2026-05-11T11:21:27.189" v="1261"/>
          <ac:spMkLst>
            <pc:docMk/>
            <pc:sldMk cId="1991418958" sldId="353"/>
            <ac:spMk id="36" creationId="{947336DF-3E95-4D5F-B28D-52304F0A5100}"/>
          </ac:spMkLst>
        </pc:spChg>
        <pc:spChg chg="add mod">
          <ac:chgData name="Josué Silva de Morais" userId="f406c2cd-edfc-4057-be10-75858098c663" providerId="ADAL" clId="{A1824FC7-00A9-4708-B7FB-71BF84356830}" dt="2026-05-11T11:21:27.195" v="1265"/>
          <ac:spMkLst>
            <pc:docMk/>
            <pc:sldMk cId="1991418958" sldId="353"/>
            <ac:spMk id="37" creationId="{213E5E5E-39CA-40D2-A828-1B137A0AB81F}"/>
          </ac:spMkLst>
        </pc:spChg>
        <pc:spChg chg="add mod">
          <ac:chgData name="Josué Silva de Morais" userId="f406c2cd-edfc-4057-be10-75858098c663" providerId="ADAL" clId="{A1824FC7-00A9-4708-B7FB-71BF84356830}" dt="2026-05-11T11:21:27.197" v="1268"/>
          <ac:spMkLst>
            <pc:docMk/>
            <pc:sldMk cId="1991418958" sldId="353"/>
            <ac:spMk id="38" creationId="{A32297EB-71E3-4DFC-AA98-C96D69F3D200}"/>
          </ac:spMkLst>
        </pc:spChg>
        <pc:spChg chg="add mod">
          <ac:chgData name="Josué Silva de Morais" userId="f406c2cd-edfc-4057-be10-75858098c663" providerId="ADAL" clId="{A1824FC7-00A9-4708-B7FB-71BF84356830}" dt="2026-05-11T11:21:27.204" v="1279"/>
          <ac:spMkLst>
            <pc:docMk/>
            <pc:sldMk cId="1991418958" sldId="353"/>
            <ac:spMk id="39" creationId="{BAC7FBAB-C6A0-4FC6-8E74-FB70E6E7AB8C}"/>
          </ac:spMkLst>
        </pc:spChg>
        <pc:spChg chg="add mod">
          <ac:chgData name="Josué Silva de Morais" userId="f406c2cd-edfc-4057-be10-75858098c663" providerId="ADAL" clId="{A1824FC7-00A9-4708-B7FB-71BF84356830}" dt="2026-05-11T11:21:27.211" v="1285"/>
          <ac:spMkLst>
            <pc:docMk/>
            <pc:sldMk cId="1991418958" sldId="353"/>
            <ac:spMk id="40" creationId="{4E88DC1F-6CA2-4632-BC84-325E8D6592F4}"/>
          </ac:spMkLst>
        </pc:spChg>
        <pc:spChg chg="add mod">
          <ac:chgData name="Josué Silva de Morais" userId="f406c2cd-edfc-4057-be10-75858098c663" providerId="ADAL" clId="{A1824FC7-00A9-4708-B7FB-71BF84356830}" dt="2026-05-11T11:21:27.216" v="1290"/>
          <ac:spMkLst>
            <pc:docMk/>
            <pc:sldMk cId="1991418958" sldId="353"/>
            <ac:spMk id="41" creationId="{5FB67A69-2683-4E7A-BE81-7FE5BAB7DC4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12.231" v="1548"/>
        <pc:sldMkLst>
          <pc:docMk/>
          <pc:sldMk cId="2678107905" sldId="354"/>
        </pc:sldMkLst>
        <pc:spChg chg="add mod">
          <ac:chgData name="Josué Silva de Morais" userId="f406c2cd-edfc-4057-be10-75858098c663" providerId="ADAL" clId="{A1824FC7-00A9-4708-B7FB-71BF84356830}" dt="2026-05-11T11:22:11.985" v="1294"/>
          <ac:spMkLst>
            <pc:docMk/>
            <pc:sldMk cId="2678107905" sldId="354"/>
            <ac:spMk id="2" creationId="{1B634948-D9D7-4665-B170-00C076EA7072}"/>
          </ac:spMkLst>
        </pc:spChg>
        <pc:spChg chg="add mod">
          <ac:chgData name="Josué Silva de Morais" userId="f406c2cd-edfc-4057-be10-75858098c663" providerId="ADAL" clId="{A1824FC7-00A9-4708-B7FB-71BF84356830}" dt="2026-05-11T11:22:11.992" v="1300"/>
          <ac:spMkLst>
            <pc:docMk/>
            <pc:sldMk cId="2678107905" sldId="354"/>
            <ac:spMk id="3" creationId="{347EE6BB-8C5F-4D6E-8C43-309AF430CAE8}"/>
          </ac:spMkLst>
        </pc:spChg>
        <pc:spChg chg="add mod">
          <ac:chgData name="Josué Silva de Morais" userId="f406c2cd-edfc-4057-be10-75858098c663" providerId="ADAL" clId="{A1824FC7-00A9-4708-B7FB-71BF84356830}" dt="2026-05-11T11:22:11.998" v="1306"/>
          <ac:spMkLst>
            <pc:docMk/>
            <pc:sldMk cId="2678107905" sldId="354"/>
            <ac:spMk id="4" creationId="{2CF2F4C7-CE7B-4422-A103-F13D83A9D77C}"/>
          </ac:spMkLst>
        </pc:spChg>
        <pc:spChg chg="add mod">
          <ac:chgData name="Josué Silva de Morais" userId="f406c2cd-edfc-4057-be10-75858098c663" providerId="ADAL" clId="{A1824FC7-00A9-4708-B7FB-71BF84356830}" dt="2026-05-11T11:22:11.999" v="1309"/>
          <ac:spMkLst>
            <pc:docMk/>
            <pc:sldMk cId="2678107905" sldId="354"/>
            <ac:spMk id="5" creationId="{B0F8E97B-5D49-413C-8C77-C698F8C43E49}"/>
          </ac:spMkLst>
        </pc:spChg>
        <pc:spChg chg="add mod">
          <ac:chgData name="Josué Silva de Morais" userId="f406c2cd-edfc-4057-be10-75858098c663" providerId="ADAL" clId="{A1824FC7-00A9-4708-B7FB-71BF84356830}" dt="2026-05-11T11:22:12.008" v="1314"/>
          <ac:spMkLst>
            <pc:docMk/>
            <pc:sldMk cId="2678107905" sldId="354"/>
            <ac:spMk id="6" creationId="{2DB2B5A6-ACCF-4C8F-BDF9-0ACDB5B0D65F}"/>
          </ac:spMkLst>
        </pc:spChg>
        <pc:spChg chg="add mod">
          <ac:chgData name="Josué Silva de Morais" userId="f406c2cd-edfc-4057-be10-75858098c663" providerId="ADAL" clId="{A1824FC7-00A9-4708-B7FB-71BF84356830}" dt="2026-05-11T11:22:12.011" v="1318"/>
          <ac:spMkLst>
            <pc:docMk/>
            <pc:sldMk cId="2678107905" sldId="354"/>
            <ac:spMk id="7" creationId="{16FB809E-9373-4C00-BFC2-EEFC7111315C}"/>
          </ac:spMkLst>
        </pc:spChg>
        <pc:spChg chg="add mod">
          <ac:chgData name="Josué Silva de Morais" userId="f406c2cd-edfc-4057-be10-75858098c663" providerId="ADAL" clId="{A1824FC7-00A9-4708-B7FB-71BF84356830}" dt="2026-05-11T11:22:12.015" v="1324"/>
          <ac:spMkLst>
            <pc:docMk/>
            <pc:sldMk cId="2678107905" sldId="354"/>
            <ac:spMk id="8" creationId="{967BFA39-A64A-4EDB-8D2B-A619814109F2}"/>
          </ac:spMkLst>
        </pc:spChg>
        <pc:spChg chg="add mod">
          <ac:chgData name="Josué Silva de Morais" userId="f406c2cd-edfc-4057-be10-75858098c663" providerId="ADAL" clId="{A1824FC7-00A9-4708-B7FB-71BF84356830}" dt="2026-05-11T11:22:12.023" v="1330"/>
          <ac:spMkLst>
            <pc:docMk/>
            <pc:sldMk cId="2678107905" sldId="354"/>
            <ac:spMk id="9" creationId="{E3B580B5-4239-4C3F-B7ED-1C15C6F01748}"/>
          </ac:spMkLst>
        </pc:spChg>
        <pc:spChg chg="add mod">
          <ac:chgData name="Josué Silva de Morais" userId="f406c2cd-edfc-4057-be10-75858098c663" providerId="ADAL" clId="{A1824FC7-00A9-4708-B7FB-71BF84356830}" dt="2026-05-11T11:22:12.028" v="1335"/>
          <ac:spMkLst>
            <pc:docMk/>
            <pc:sldMk cId="2678107905" sldId="354"/>
            <ac:spMk id="10" creationId="{6F897188-C17F-4CDD-A52E-E478C6FB8CF3}"/>
          </ac:spMkLst>
        </pc:spChg>
        <pc:spChg chg="add mod">
          <ac:chgData name="Josué Silva de Morais" userId="f406c2cd-edfc-4057-be10-75858098c663" providerId="ADAL" clId="{A1824FC7-00A9-4708-B7FB-71BF84356830}" dt="2026-05-11T11:22:12.033" v="1341"/>
          <ac:spMkLst>
            <pc:docMk/>
            <pc:sldMk cId="2678107905" sldId="354"/>
            <ac:spMk id="11" creationId="{9B515D2A-8196-44C5-B31D-428A7BE2871F}"/>
          </ac:spMkLst>
        </pc:spChg>
        <pc:spChg chg="add mod">
          <ac:chgData name="Josué Silva de Morais" userId="f406c2cd-edfc-4057-be10-75858098c663" providerId="ADAL" clId="{A1824FC7-00A9-4708-B7FB-71BF84356830}" dt="2026-05-11T11:22:12.041" v="1346"/>
          <ac:spMkLst>
            <pc:docMk/>
            <pc:sldMk cId="2678107905" sldId="354"/>
            <ac:spMk id="12" creationId="{1F3D7CD7-F513-4D6C-B44B-A83C7D86F6B1}"/>
          </ac:spMkLst>
        </pc:spChg>
        <pc:spChg chg="add mod">
          <ac:chgData name="Josué Silva de Morais" userId="f406c2cd-edfc-4057-be10-75858098c663" providerId="ADAL" clId="{A1824FC7-00A9-4708-B7FB-71BF84356830}" dt="2026-05-11T11:22:12.046" v="1352"/>
          <ac:spMkLst>
            <pc:docMk/>
            <pc:sldMk cId="2678107905" sldId="354"/>
            <ac:spMk id="13" creationId="{587C2C25-B704-49F3-8BBB-A758C4FE6EC8}"/>
          </ac:spMkLst>
        </pc:spChg>
        <pc:spChg chg="add mod">
          <ac:chgData name="Josué Silva de Morais" userId="f406c2cd-edfc-4057-be10-75858098c663" providerId="ADAL" clId="{A1824FC7-00A9-4708-B7FB-71BF84356830}" dt="2026-05-11T11:22:12.050" v="1357"/>
          <ac:spMkLst>
            <pc:docMk/>
            <pc:sldMk cId="2678107905" sldId="354"/>
            <ac:spMk id="14" creationId="{CB3AD64A-CCD2-4A47-A49E-07E5F6F2A6E3}"/>
          </ac:spMkLst>
        </pc:spChg>
        <pc:spChg chg="add mod">
          <ac:chgData name="Josué Silva de Morais" userId="f406c2cd-edfc-4057-be10-75858098c663" providerId="ADAL" clId="{A1824FC7-00A9-4708-B7FB-71BF84356830}" dt="2026-05-11T11:22:12.057" v="1363"/>
          <ac:spMkLst>
            <pc:docMk/>
            <pc:sldMk cId="2678107905" sldId="354"/>
            <ac:spMk id="15" creationId="{0966FE73-9F52-47A5-87BC-AC811B26062A}"/>
          </ac:spMkLst>
        </pc:spChg>
        <pc:spChg chg="add mod">
          <ac:chgData name="Josué Silva de Morais" userId="f406c2cd-edfc-4057-be10-75858098c663" providerId="ADAL" clId="{A1824FC7-00A9-4708-B7FB-71BF84356830}" dt="2026-05-11T11:22:12.062" v="1368"/>
          <ac:spMkLst>
            <pc:docMk/>
            <pc:sldMk cId="2678107905" sldId="354"/>
            <ac:spMk id="16" creationId="{F1D0EC56-DBC1-4805-AE7A-DB99646BEC57}"/>
          </ac:spMkLst>
        </pc:spChg>
        <pc:spChg chg="add mod">
          <ac:chgData name="Josué Silva de Morais" userId="f406c2cd-edfc-4057-be10-75858098c663" providerId="ADAL" clId="{A1824FC7-00A9-4708-B7FB-71BF84356830}" dt="2026-05-11T11:22:12.064" v="1371"/>
          <ac:spMkLst>
            <pc:docMk/>
            <pc:sldMk cId="2678107905" sldId="354"/>
            <ac:spMk id="17" creationId="{5E9D7228-755B-4710-9683-84C7AAA4107D}"/>
          </ac:spMkLst>
        </pc:spChg>
        <pc:spChg chg="add mod">
          <ac:chgData name="Josué Silva de Morais" userId="f406c2cd-edfc-4057-be10-75858098c663" providerId="ADAL" clId="{A1824FC7-00A9-4708-B7FB-71BF84356830}" dt="2026-05-11T11:22:12.066" v="1375"/>
          <ac:spMkLst>
            <pc:docMk/>
            <pc:sldMk cId="2678107905" sldId="354"/>
            <ac:spMk id="18" creationId="{07CC5EDA-EFCA-416B-8227-E03630C3D249}"/>
          </ac:spMkLst>
        </pc:spChg>
        <pc:spChg chg="add mod">
          <ac:chgData name="Josué Silva de Morais" userId="f406c2cd-edfc-4057-be10-75858098c663" providerId="ADAL" clId="{A1824FC7-00A9-4708-B7FB-71BF84356830}" dt="2026-05-11T11:22:12.074" v="1381"/>
          <ac:spMkLst>
            <pc:docMk/>
            <pc:sldMk cId="2678107905" sldId="354"/>
            <ac:spMk id="19" creationId="{00445EBD-91F4-4BC8-A550-34F9102FED05}"/>
          </ac:spMkLst>
        </pc:spChg>
        <pc:spChg chg="add mod">
          <ac:chgData name="Josué Silva de Morais" userId="f406c2cd-edfc-4057-be10-75858098c663" providerId="ADAL" clId="{A1824FC7-00A9-4708-B7FB-71BF84356830}" dt="2026-05-11T11:22:12.079" v="1387"/>
          <ac:spMkLst>
            <pc:docMk/>
            <pc:sldMk cId="2678107905" sldId="354"/>
            <ac:spMk id="20" creationId="{84CE4F71-7A5D-4AD4-A2CC-ECCDC868C753}"/>
          </ac:spMkLst>
        </pc:spChg>
        <pc:spChg chg="add mod">
          <ac:chgData name="Josué Silva de Morais" userId="f406c2cd-edfc-4057-be10-75858098c663" providerId="ADAL" clId="{A1824FC7-00A9-4708-B7FB-71BF84356830}" dt="2026-05-11T11:22:12.082" v="1392"/>
          <ac:spMkLst>
            <pc:docMk/>
            <pc:sldMk cId="2678107905" sldId="354"/>
            <ac:spMk id="21" creationId="{EF699AA0-ABCB-4281-B7A6-181194D7023D}"/>
          </ac:spMkLst>
        </pc:spChg>
        <pc:spChg chg="add mod">
          <ac:chgData name="Josué Silva de Morais" userId="f406c2cd-edfc-4057-be10-75858098c663" providerId="ADAL" clId="{A1824FC7-00A9-4708-B7FB-71BF84356830}" dt="2026-05-11T11:22:12.089" v="1398"/>
          <ac:spMkLst>
            <pc:docMk/>
            <pc:sldMk cId="2678107905" sldId="354"/>
            <ac:spMk id="22" creationId="{2083BAEC-2CB2-43F9-9F91-F67989CC12E2}"/>
          </ac:spMkLst>
        </pc:spChg>
        <pc:spChg chg="add mod">
          <ac:chgData name="Josué Silva de Morais" userId="f406c2cd-edfc-4057-be10-75858098c663" providerId="ADAL" clId="{A1824FC7-00A9-4708-B7FB-71BF84356830}" dt="2026-05-11T11:22:12.094" v="1403"/>
          <ac:spMkLst>
            <pc:docMk/>
            <pc:sldMk cId="2678107905" sldId="354"/>
            <ac:spMk id="23" creationId="{EC589810-35FB-41C8-A6DE-598233A05E0B}"/>
          </ac:spMkLst>
        </pc:spChg>
        <pc:spChg chg="add mod">
          <ac:chgData name="Josué Silva de Morais" userId="f406c2cd-edfc-4057-be10-75858098c663" providerId="ADAL" clId="{A1824FC7-00A9-4708-B7FB-71BF84356830}" dt="2026-05-11T11:22:12.098" v="1409"/>
          <ac:spMkLst>
            <pc:docMk/>
            <pc:sldMk cId="2678107905" sldId="354"/>
            <ac:spMk id="24" creationId="{B553E645-8D3B-4362-9816-FF2FFF92EC09}"/>
          </ac:spMkLst>
        </pc:spChg>
        <pc:spChg chg="add mod">
          <ac:chgData name="Josué Silva de Morais" userId="f406c2cd-edfc-4057-be10-75858098c663" providerId="ADAL" clId="{A1824FC7-00A9-4708-B7FB-71BF84356830}" dt="2026-05-11T11:22:12.102" v="1414"/>
          <ac:spMkLst>
            <pc:docMk/>
            <pc:sldMk cId="2678107905" sldId="354"/>
            <ac:spMk id="25" creationId="{E647137B-E27E-47C0-8BF9-74B72606185F}"/>
          </ac:spMkLst>
        </pc:spChg>
        <pc:spChg chg="add mod">
          <ac:chgData name="Josué Silva de Morais" userId="f406c2cd-edfc-4057-be10-75858098c663" providerId="ADAL" clId="{A1824FC7-00A9-4708-B7FB-71BF84356830}" dt="2026-05-11T11:22:12.109" v="1420"/>
          <ac:spMkLst>
            <pc:docMk/>
            <pc:sldMk cId="2678107905" sldId="354"/>
            <ac:spMk id="26" creationId="{DBDEFDCB-197D-42A3-8F2C-96A27CA2DEED}"/>
          </ac:spMkLst>
        </pc:spChg>
        <pc:spChg chg="add mod">
          <ac:chgData name="Josué Silva de Morais" userId="f406c2cd-edfc-4057-be10-75858098c663" providerId="ADAL" clId="{A1824FC7-00A9-4708-B7FB-71BF84356830}" dt="2026-05-11T11:22:12.113" v="1425"/>
          <ac:spMkLst>
            <pc:docMk/>
            <pc:sldMk cId="2678107905" sldId="354"/>
            <ac:spMk id="27" creationId="{68A73235-BCCA-44AC-941A-CFF878A55CB9}"/>
          </ac:spMkLst>
        </pc:spChg>
        <pc:spChg chg="add mod">
          <ac:chgData name="Josué Silva de Morais" userId="f406c2cd-edfc-4057-be10-75858098c663" providerId="ADAL" clId="{A1824FC7-00A9-4708-B7FB-71BF84356830}" dt="2026-05-11T11:22:12.116" v="1428"/>
          <ac:spMkLst>
            <pc:docMk/>
            <pc:sldMk cId="2678107905" sldId="354"/>
            <ac:spMk id="28" creationId="{0006EF9D-46D9-4DAE-B711-4E664BDD90E5}"/>
          </ac:spMkLst>
        </pc:spChg>
        <pc:spChg chg="add mod">
          <ac:chgData name="Josué Silva de Morais" userId="f406c2cd-edfc-4057-be10-75858098c663" providerId="ADAL" clId="{A1824FC7-00A9-4708-B7FB-71BF84356830}" dt="2026-05-11T11:22:12.121" v="1432"/>
          <ac:spMkLst>
            <pc:docMk/>
            <pc:sldMk cId="2678107905" sldId="354"/>
            <ac:spMk id="29" creationId="{694B9B3F-1B2D-456E-8FE0-5FF929B9AFE1}"/>
          </ac:spMkLst>
        </pc:spChg>
        <pc:spChg chg="add mod">
          <ac:chgData name="Josué Silva de Morais" userId="f406c2cd-edfc-4057-be10-75858098c663" providerId="ADAL" clId="{A1824FC7-00A9-4708-B7FB-71BF84356830}" dt="2026-05-11T11:22:12.128" v="1438"/>
          <ac:spMkLst>
            <pc:docMk/>
            <pc:sldMk cId="2678107905" sldId="354"/>
            <ac:spMk id="30" creationId="{496F1697-3BC0-494E-96E2-6157A6148827}"/>
          </ac:spMkLst>
        </pc:spChg>
        <pc:spChg chg="add mod">
          <ac:chgData name="Josué Silva de Morais" userId="f406c2cd-edfc-4057-be10-75858098c663" providerId="ADAL" clId="{A1824FC7-00A9-4708-B7FB-71BF84356830}" dt="2026-05-11T11:22:12.131" v="1444"/>
          <ac:spMkLst>
            <pc:docMk/>
            <pc:sldMk cId="2678107905" sldId="354"/>
            <ac:spMk id="31" creationId="{FCD905E2-36B3-41F8-918D-9B1B37C469B2}"/>
          </ac:spMkLst>
        </pc:spChg>
        <pc:spChg chg="add mod">
          <ac:chgData name="Josué Silva de Morais" userId="f406c2cd-edfc-4057-be10-75858098c663" providerId="ADAL" clId="{A1824FC7-00A9-4708-B7FB-71BF84356830}" dt="2026-05-11T11:22:12.138" v="1449"/>
          <ac:spMkLst>
            <pc:docMk/>
            <pc:sldMk cId="2678107905" sldId="354"/>
            <ac:spMk id="32" creationId="{62B4B4C8-847F-4FCF-9F41-B775D7E24AC5}"/>
          </ac:spMkLst>
        </pc:spChg>
        <pc:spChg chg="add mod">
          <ac:chgData name="Josué Silva de Morais" userId="f406c2cd-edfc-4057-be10-75858098c663" providerId="ADAL" clId="{A1824FC7-00A9-4708-B7FB-71BF84356830}" dt="2026-05-11T11:22:12.143" v="1455"/>
          <ac:spMkLst>
            <pc:docMk/>
            <pc:sldMk cId="2678107905" sldId="354"/>
            <ac:spMk id="33" creationId="{13AB8A0C-4318-47D8-BD94-BC10323B1FAF}"/>
          </ac:spMkLst>
        </pc:spChg>
        <pc:spChg chg="add mod">
          <ac:chgData name="Josué Silva de Morais" userId="f406c2cd-edfc-4057-be10-75858098c663" providerId="ADAL" clId="{A1824FC7-00A9-4708-B7FB-71BF84356830}" dt="2026-05-11T11:22:12.146" v="1460"/>
          <ac:spMkLst>
            <pc:docMk/>
            <pc:sldMk cId="2678107905" sldId="354"/>
            <ac:spMk id="34" creationId="{08F27E45-5FFD-4846-8FC2-87BFD3D71EDB}"/>
          </ac:spMkLst>
        </pc:spChg>
        <pc:spChg chg="add mod">
          <ac:chgData name="Josué Silva de Morais" userId="f406c2cd-edfc-4057-be10-75858098c663" providerId="ADAL" clId="{A1824FC7-00A9-4708-B7FB-71BF84356830}" dt="2026-05-11T11:22:12.151" v="1466"/>
          <ac:spMkLst>
            <pc:docMk/>
            <pc:sldMk cId="2678107905" sldId="354"/>
            <ac:spMk id="35" creationId="{06B98A5F-100A-4DD7-A6CD-D69797525D30}"/>
          </ac:spMkLst>
        </pc:spChg>
        <pc:spChg chg="add mod">
          <ac:chgData name="Josué Silva de Morais" userId="f406c2cd-edfc-4057-be10-75858098c663" providerId="ADAL" clId="{A1824FC7-00A9-4708-B7FB-71BF84356830}" dt="2026-05-11T11:22:12.158" v="1471"/>
          <ac:spMkLst>
            <pc:docMk/>
            <pc:sldMk cId="2678107905" sldId="354"/>
            <ac:spMk id="36" creationId="{4496FD0B-CF95-427E-A35B-EFF5CE19262C}"/>
          </ac:spMkLst>
        </pc:spChg>
        <pc:spChg chg="add mod">
          <ac:chgData name="Josué Silva de Morais" userId="f406c2cd-edfc-4057-be10-75858098c663" providerId="ADAL" clId="{A1824FC7-00A9-4708-B7FB-71BF84356830}" dt="2026-05-11T11:22:12.162" v="1477"/>
          <ac:spMkLst>
            <pc:docMk/>
            <pc:sldMk cId="2678107905" sldId="354"/>
            <ac:spMk id="37" creationId="{2321ACED-ACFC-442E-B0F2-702FA5B178BF}"/>
          </ac:spMkLst>
        </pc:spChg>
        <pc:spChg chg="add mod">
          <ac:chgData name="Josué Silva de Morais" userId="f406c2cd-edfc-4057-be10-75858098c663" providerId="ADAL" clId="{A1824FC7-00A9-4708-B7FB-71BF84356830}" dt="2026-05-11T11:22:12.166" v="1482"/>
          <ac:spMkLst>
            <pc:docMk/>
            <pc:sldMk cId="2678107905" sldId="354"/>
            <ac:spMk id="38" creationId="{06256A7B-11B9-430C-92CF-C5E709D6DABE}"/>
          </ac:spMkLst>
        </pc:spChg>
        <pc:spChg chg="add mod">
          <ac:chgData name="Josué Silva de Morais" userId="f406c2cd-edfc-4057-be10-75858098c663" providerId="ADAL" clId="{A1824FC7-00A9-4708-B7FB-71BF84356830}" dt="2026-05-11T11:22:12.174" v="1485"/>
          <ac:spMkLst>
            <pc:docMk/>
            <pc:sldMk cId="2678107905" sldId="354"/>
            <ac:spMk id="39" creationId="{91B7A8FB-1D5F-47D4-B25C-B761DE78224E}"/>
          </ac:spMkLst>
        </pc:spChg>
        <pc:spChg chg="add mod">
          <ac:chgData name="Josué Silva de Morais" userId="f406c2cd-edfc-4057-be10-75858098c663" providerId="ADAL" clId="{A1824FC7-00A9-4708-B7FB-71BF84356830}" dt="2026-05-11T11:22:12.176" v="1489"/>
          <ac:spMkLst>
            <pc:docMk/>
            <pc:sldMk cId="2678107905" sldId="354"/>
            <ac:spMk id="40" creationId="{1441DAC5-2762-47BF-9D96-1C70B63B3AEE}"/>
          </ac:spMkLst>
        </pc:spChg>
        <pc:spChg chg="add mod">
          <ac:chgData name="Josué Silva de Morais" userId="f406c2cd-edfc-4057-be10-75858098c663" providerId="ADAL" clId="{A1824FC7-00A9-4708-B7FB-71BF84356830}" dt="2026-05-11T11:22:12.180" v="1495"/>
          <ac:spMkLst>
            <pc:docMk/>
            <pc:sldMk cId="2678107905" sldId="354"/>
            <ac:spMk id="41" creationId="{4B46D1E3-C6CE-4F5B-8FE2-A3837C414EC9}"/>
          </ac:spMkLst>
        </pc:spChg>
        <pc:spChg chg="add mod">
          <ac:chgData name="Josué Silva de Morais" userId="f406c2cd-edfc-4057-be10-75858098c663" providerId="ADAL" clId="{A1824FC7-00A9-4708-B7FB-71BF84356830}" dt="2026-05-11T11:22:12.185" v="1501"/>
          <ac:spMkLst>
            <pc:docMk/>
            <pc:sldMk cId="2678107905" sldId="354"/>
            <ac:spMk id="42" creationId="{91B08327-1765-451E-83D6-AF5F0EF28742}"/>
          </ac:spMkLst>
        </pc:spChg>
        <pc:spChg chg="add mod">
          <ac:chgData name="Josué Silva de Morais" userId="f406c2cd-edfc-4057-be10-75858098c663" providerId="ADAL" clId="{A1824FC7-00A9-4708-B7FB-71BF84356830}" dt="2026-05-11T11:22:12.191" v="1506"/>
          <ac:spMkLst>
            <pc:docMk/>
            <pc:sldMk cId="2678107905" sldId="354"/>
            <ac:spMk id="43" creationId="{9D7EC38F-0930-41F2-84C6-5FC3236037D5}"/>
          </ac:spMkLst>
        </pc:spChg>
        <pc:spChg chg="add mod">
          <ac:chgData name="Josué Silva de Morais" userId="f406c2cd-edfc-4057-be10-75858098c663" providerId="ADAL" clId="{A1824FC7-00A9-4708-B7FB-71BF84356830}" dt="2026-05-11T11:22:12.195" v="1512"/>
          <ac:spMkLst>
            <pc:docMk/>
            <pc:sldMk cId="2678107905" sldId="354"/>
            <ac:spMk id="44" creationId="{21603626-B57A-49AF-A802-7D7896E7A5CE}"/>
          </ac:spMkLst>
        </pc:spChg>
        <pc:spChg chg="add mod">
          <ac:chgData name="Josué Silva de Morais" userId="f406c2cd-edfc-4057-be10-75858098c663" providerId="ADAL" clId="{A1824FC7-00A9-4708-B7FB-71BF84356830}" dt="2026-05-11T11:22:12.200" v="1517"/>
          <ac:spMkLst>
            <pc:docMk/>
            <pc:sldMk cId="2678107905" sldId="354"/>
            <ac:spMk id="45" creationId="{88A13FBA-EBCD-4CDC-94A5-05D29365C4F5}"/>
          </ac:spMkLst>
        </pc:spChg>
        <pc:spChg chg="add mod">
          <ac:chgData name="Josué Silva de Morais" userId="f406c2cd-edfc-4057-be10-75858098c663" providerId="ADAL" clId="{A1824FC7-00A9-4708-B7FB-71BF84356830}" dt="2026-05-11T11:22:12.208" v="1523"/>
          <ac:spMkLst>
            <pc:docMk/>
            <pc:sldMk cId="2678107905" sldId="354"/>
            <ac:spMk id="46" creationId="{6CEBA459-B16D-40E0-80C9-F4A36A0A2FEA}"/>
          </ac:spMkLst>
        </pc:spChg>
        <pc:spChg chg="add mod">
          <ac:chgData name="Josué Silva de Morais" userId="f406c2cd-edfc-4057-be10-75858098c663" providerId="ADAL" clId="{A1824FC7-00A9-4708-B7FB-71BF84356830}" dt="2026-05-11T11:22:12.211" v="1528"/>
          <ac:spMkLst>
            <pc:docMk/>
            <pc:sldMk cId="2678107905" sldId="354"/>
            <ac:spMk id="47" creationId="{AA97F5F5-2385-432C-ACB4-73A4B1D0C4C4}"/>
          </ac:spMkLst>
        </pc:spChg>
        <pc:spChg chg="add mod">
          <ac:chgData name="Josué Silva de Morais" userId="f406c2cd-edfc-4057-be10-75858098c663" providerId="ADAL" clId="{A1824FC7-00A9-4708-B7FB-71BF84356830}" dt="2026-05-11T11:22:12.216" v="1534"/>
          <ac:spMkLst>
            <pc:docMk/>
            <pc:sldMk cId="2678107905" sldId="354"/>
            <ac:spMk id="48" creationId="{62F8BF62-9088-4B82-94E1-AB666D8A1406}"/>
          </ac:spMkLst>
        </pc:spChg>
        <pc:spChg chg="add mod">
          <ac:chgData name="Josué Silva de Morais" userId="f406c2cd-edfc-4057-be10-75858098c663" providerId="ADAL" clId="{A1824FC7-00A9-4708-B7FB-71BF84356830}" dt="2026-05-11T11:22:12.223" v="1539"/>
          <ac:spMkLst>
            <pc:docMk/>
            <pc:sldMk cId="2678107905" sldId="354"/>
            <ac:spMk id="49" creationId="{9E873DB8-97D0-4F8A-B016-518D74305DEC}"/>
          </ac:spMkLst>
        </pc:spChg>
        <pc:spChg chg="add mod">
          <ac:chgData name="Josué Silva de Morais" userId="f406c2cd-edfc-4057-be10-75858098c663" providerId="ADAL" clId="{A1824FC7-00A9-4708-B7FB-71BF84356830}" dt="2026-05-11T11:22:12.226" v="1543"/>
          <ac:spMkLst>
            <pc:docMk/>
            <pc:sldMk cId="2678107905" sldId="354"/>
            <ac:spMk id="50" creationId="{9A3873F0-BD26-4ED1-B7D8-CEF8F07EB278}"/>
          </ac:spMkLst>
        </pc:spChg>
        <pc:spChg chg="add mod">
          <ac:chgData name="Josué Silva de Morais" userId="f406c2cd-edfc-4057-be10-75858098c663" providerId="ADAL" clId="{A1824FC7-00A9-4708-B7FB-71BF84356830}" dt="2026-05-11T11:22:12.231" v="1548"/>
          <ac:spMkLst>
            <pc:docMk/>
            <pc:sldMk cId="2678107905" sldId="354"/>
            <ac:spMk id="51" creationId="{DE5DEF12-AA07-4E91-B67D-6386740545F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12.429" v="1724"/>
        <pc:sldMkLst>
          <pc:docMk/>
          <pc:sldMk cId="3709792568" sldId="355"/>
        </pc:sldMkLst>
        <pc:spChg chg="add mod">
          <ac:chgData name="Josué Silva de Morais" userId="f406c2cd-edfc-4057-be10-75858098c663" providerId="ADAL" clId="{A1824FC7-00A9-4708-B7FB-71BF84356830}" dt="2026-05-11T11:22:12.279" v="1552"/>
          <ac:spMkLst>
            <pc:docMk/>
            <pc:sldMk cId="3709792568" sldId="355"/>
            <ac:spMk id="2" creationId="{1C958AFC-49FF-4930-B8AC-C7D059643E71}"/>
          </ac:spMkLst>
        </pc:spChg>
        <pc:spChg chg="add mod">
          <ac:chgData name="Josué Silva de Morais" userId="f406c2cd-edfc-4057-be10-75858098c663" providerId="ADAL" clId="{A1824FC7-00A9-4708-B7FB-71BF84356830}" dt="2026-05-11T11:22:12.283" v="1558"/>
          <ac:spMkLst>
            <pc:docMk/>
            <pc:sldMk cId="3709792568" sldId="355"/>
            <ac:spMk id="3" creationId="{0E47B7BB-0A57-4EA2-AAE8-8747AFF49057}"/>
          </ac:spMkLst>
        </pc:spChg>
        <pc:spChg chg="add mod">
          <ac:chgData name="Josué Silva de Morais" userId="f406c2cd-edfc-4057-be10-75858098c663" providerId="ADAL" clId="{A1824FC7-00A9-4708-B7FB-71BF84356830}" dt="2026-05-11T11:22:12.291" v="1564"/>
          <ac:spMkLst>
            <pc:docMk/>
            <pc:sldMk cId="3709792568" sldId="355"/>
            <ac:spMk id="4" creationId="{6278AF3D-4BB2-4E70-874C-15D37C3C1025}"/>
          </ac:spMkLst>
        </pc:spChg>
        <pc:spChg chg="add mod">
          <ac:chgData name="Josué Silva de Morais" userId="f406c2cd-edfc-4057-be10-75858098c663" providerId="ADAL" clId="{A1824FC7-00A9-4708-B7FB-71BF84356830}" dt="2026-05-11T11:22:12.293" v="1567"/>
          <ac:spMkLst>
            <pc:docMk/>
            <pc:sldMk cId="3709792568" sldId="355"/>
            <ac:spMk id="5" creationId="{F6167CC9-2A5E-42C1-B67F-8A4787961376}"/>
          </ac:spMkLst>
        </pc:spChg>
        <pc:spChg chg="add mod">
          <ac:chgData name="Josué Silva de Morais" userId="f406c2cd-edfc-4057-be10-75858098c663" providerId="ADAL" clId="{A1824FC7-00A9-4708-B7FB-71BF84356830}" dt="2026-05-11T11:22:12.295" v="1571"/>
          <ac:spMkLst>
            <pc:docMk/>
            <pc:sldMk cId="3709792568" sldId="355"/>
            <ac:spMk id="6" creationId="{2FA3E6F6-AE1D-470A-B97E-A598A6C26DDD}"/>
          </ac:spMkLst>
        </pc:spChg>
        <pc:spChg chg="add mod">
          <ac:chgData name="Josué Silva de Morais" userId="f406c2cd-edfc-4057-be10-75858098c663" providerId="ADAL" clId="{A1824FC7-00A9-4708-B7FB-71BF84356830}" dt="2026-05-11T11:22:12.297" v="1574"/>
          <ac:spMkLst>
            <pc:docMk/>
            <pc:sldMk cId="3709792568" sldId="355"/>
            <ac:spMk id="7" creationId="{D775507C-CD65-4BDA-907A-97C450A95D56}"/>
          </ac:spMkLst>
        </pc:spChg>
        <pc:spChg chg="add mod">
          <ac:chgData name="Josué Silva de Morais" userId="f406c2cd-edfc-4057-be10-75858098c663" providerId="ADAL" clId="{A1824FC7-00A9-4708-B7FB-71BF84356830}" dt="2026-05-11T11:22:12.301" v="1580"/>
          <ac:spMkLst>
            <pc:docMk/>
            <pc:sldMk cId="3709792568" sldId="355"/>
            <ac:spMk id="8" creationId="{31C2C353-FD02-4C36-9741-A24F85170711}"/>
          </ac:spMkLst>
        </pc:spChg>
        <pc:spChg chg="add mod">
          <ac:chgData name="Josué Silva de Morais" userId="f406c2cd-edfc-4057-be10-75858098c663" providerId="ADAL" clId="{A1824FC7-00A9-4708-B7FB-71BF84356830}" dt="2026-05-11T11:22:12.307" v="1585"/>
          <ac:spMkLst>
            <pc:docMk/>
            <pc:sldMk cId="3709792568" sldId="355"/>
            <ac:spMk id="9" creationId="{33E7626F-F5A3-4C55-B286-350D64EFEDC6}"/>
          </ac:spMkLst>
        </pc:spChg>
        <pc:spChg chg="add mod">
          <ac:chgData name="Josué Silva de Morais" userId="f406c2cd-edfc-4057-be10-75858098c663" providerId="ADAL" clId="{A1824FC7-00A9-4708-B7FB-71BF84356830}" dt="2026-05-11T11:22:12.312" v="1591"/>
          <ac:spMkLst>
            <pc:docMk/>
            <pc:sldMk cId="3709792568" sldId="355"/>
            <ac:spMk id="10" creationId="{A0BC27FB-3B27-41BA-9DDD-26E0CEA15648}"/>
          </ac:spMkLst>
        </pc:spChg>
        <pc:spChg chg="add mod">
          <ac:chgData name="Josué Silva de Morais" userId="f406c2cd-edfc-4057-be10-75858098c663" providerId="ADAL" clId="{A1824FC7-00A9-4708-B7FB-71BF84356830}" dt="2026-05-11T11:22:12.315" v="1596"/>
          <ac:spMkLst>
            <pc:docMk/>
            <pc:sldMk cId="3709792568" sldId="355"/>
            <ac:spMk id="11" creationId="{A453C172-277F-4FC9-8C65-8FB25AEB440C}"/>
          </ac:spMkLst>
        </pc:spChg>
        <pc:spChg chg="add mod">
          <ac:chgData name="Josué Silva de Morais" userId="f406c2cd-edfc-4057-be10-75858098c663" providerId="ADAL" clId="{A1824FC7-00A9-4708-B7FB-71BF84356830}" dt="2026-05-11T11:22:12.324" v="1605"/>
          <ac:spMkLst>
            <pc:docMk/>
            <pc:sldMk cId="3709792568" sldId="355"/>
            <ac:spMk id="12" creationId="{F1FF57AC-AE46-4780-B9CF-FB46C5E3589C}"/>
          </ac:spMkLst>
        </pc:spChg>
        <pc:spChg chg="add mod">
          <ac:chgData name="Josué Silva de Morais" userId="f406c2cd-edfc-4057-be10-75858098c663" providerId="ADAL" clId="{A1824FC7-00A9-4708-B7FB-71BF84356830}" dt="2026-05-11T11:22:12.326" v="1609"/>
          <ac:spMkLst>
            <pc:docMk/>
            <pc:sldMk cId="3709792568" sldId="355"/>
            <ac:spMk id="13" creationId="{FB5BE815-DB21-4833-A043-15E6E31C8C90}"/>
          </ac:spMkLst>
        </pc:spChg>
        <pc:spChg chg="add mod">
          <ac:chgData name="Josué Silva de Morais" userId="f406c2cd-edfc-4057-be10-75858098c663" providerId="ADAL" clId="{A1824FC7-00A9-4708-B7FB-71BF84356830}" dt="2026-05-11T11:22:12.328" v="1612"/>
          <ac:spMkLst>
            <pc:docMk/>
            <pc:sldMk cId="3709792568" sldId="355"/>
            <ac:spMk id="14" creationId="{C472A50F-42E7-496F-90F3-293C69E32000}"/>
          </ac:spMkLst>
        </pc:spChg>
        <pc:spChg chg="add mod">
          <ac:chgData name="Josué Silva de Morais" userId="f406c2cd-edfc-4057-be10-75858098c663" providerId="ADAL" clId="{A1824FC7-00A9-4708-B7FB-71BF84356830}" dt="2026-05-11T11:22:12.332" v="1618"/>
          <ac:spMkLst>
            <pc:docMk/>
            <pc:sldMk cId="3709792568" sldId="355"/>
            <ac:spMk id="15" creationId="{2D3B2F6F-9399-4C19-8646-671B48CFE380}"/>
          </ac:spMkLst>
        </pc:spChg>
        <pc:spChg chg="add mod">
          <ac:chgData name="Josué Silva de Morais" userId="f406c2cd-edfc-4057-be10-75858098c663" providerId="ADAL" clId="{A1824FC7-00A9-4708-B7FB-71BF84356830}" dt="2026-05-11T11:22:12.339" v="1623"/>
          <ac:spMkLst>
            <pc:docMk/>
            <pc:sldMk cId="3709792568" sldId="355"/>
            <ac:spMk id="16" creationId="{64C27C25-0E3E-40B3-B8C1-80993EDF6D9A}"/>
          </ac:spMkLst>
        </pc:spChg>
        <pc:spChg chg="add mod">
          <ac:chgData name="Josué Silva de Morais" userId="f406c2cd-edfc-4057-be10-75858098c663" providerId="ADAL" clId="{A1824FC7-00A9-4708-B7FB-71BF84356830}" dt="2026-05-11T11:22:12.343" v="1629"/>
          <ac:spMkLst>
            <pc:docMk/>
            <pc:sldMk cId="3709792568" sldId="355"/>
            <ac:spMk id="17" creationId="{1881B16E-69B5-4ABD-9F94-2DA7B917BDFD}"/>
          </ac:spMkLst>
        </pc:spChg>
        <pc:spChg chg="add mod">
          <ac:chgData name="Josué Silva de Morais" userId="f406c2cd-edfc-4057-be10-75858098c663" providerId="ADAL" clId="{A1824FC7-00A9-4708-B7FB-71BF84356830}" dt="2026-05-11T11:22:12.347" v="1634"/>
          <ac:spMkLst>
            <pc:docMk/>
            <pc:sldMk cId="3709792568" sldId="355"/>
            <ac:spMk id="18" creationId="{56C9AE60-E9AD-48D1-A124-556AF477412C}"/>
          </ac:spMkLst>
        </pc:spChg>
        <pc:spChg chg="add mod">
          <ac:chgData name="Josué Silva de Morais" userId="f406c2cd-edfc-4057-be10-75858098c663" providerId="ADAL" clId="{A1824FC7-00A9-4708-B7FB-71BF84356830}" dt="2026-05-11T11:22:12.356" v="1643"/>
          <ac:spMkLst>
            <pc:docMk/>
            <pc:sldMk cId="3709792568" sldId="355"/>
            <ac:spMk id="19" creationId="{8DD15046-DB23-457A-B987-8EFAF918EE0A}"/>
          </ac:spMkLst>
        </pc:spChg>
        <pc:spChg chg="add mod">
          <ac:chgData name="Josué Silva de Morais" userId="f406c2cd-edfc-4057-be10-75858098c663" providerId="ADAL" clId="{A1824FC7-00A9-4708-B7FB-71BF84356830}" dt="2026-05-11T11:22:12.358" v="1647"/>
          <ac:spMkLst>
            <pc:docMk/>
            <pc:sldMk cId="3709792568" sldId="355"/>
            <ac:spMk id="20" creationId="{D85B3FFE-7AE4-4F01-A87F-DE6BDF4EC40C}"/>
          </ac:spMkLst>
        </pc:spChg>
        <pc:spChg chg="add mod">
          <ac:chgData name="Josué Silva de Morais" userId="f406c2cd-edfc-4057-be10-75858098c663" providerId="ADAL" clId="{A1824FC7-00A9-4708-B7FB-71BF84356830}" dt="2026-05-11T11:22:12.360" v="1650"/>
          <ac:spMkLst>
            <pc:docMk/>
            <pc:sldMk cId="3709792568" sldId="355"/>
            <ac:spMk id="21" creationId="{9F2CD67F-2B3D-4FF0-8C46-675BF11FD153}"/>
          </ac:spMkLst>
        </pc:spChg>
        <pc:spChg chg="add mod">
          <ac:chgData name="Josué Silva de Morais" userId="f406c2cd-edfc-4057-be10-75858098c663" providerId="ADAL" clId="{A1824FC7-00A9-4708-B7FB-71BF84356830}" dt="2026-05-11T11:22:12.365" v="1656"/>
          <ac:spMkLst>
            <pc:docMk/>
            <pc:sldMk cId="3709792568" sldId="355"/>
            <ac:spMk id="22" creationId="{5DC650CA-916E-4F9D-A041-4ED1C159BE78}"/>
          </ac:spMkLst>
        </pc:spChg>
        <pc:spChg chg="add mod">
          <ac:chgData name="Josué Silva de Morais" userId="f406c2cd-edfc-4057-be10-75858098c663" providerId="ADAL" clId="{A1824FC7-00A9-4708-B7FB-71BF84356830}" dt="2026-05-11T11:22:12.368" v="1661"/>
          <ac:spMkLst>
            <pc:docMk/>
            <pc:sldMk cId="3709792568" sldId="355"/>
            <ac:spMk id="23" creationId="{403786AA-33C7-4975-B615-6F0FF4816883}"/>
          </ac:spMkLst>
        </pc:spChg>
        <pc:spChg chg="add mod">
          <ac:chgData name="Josué Silva de Morais" userId="f406c2cd-edfc-4057-be10-75858098c663" providerId="ADAL" clId="{A1824FC7-00A9-4708-B7FB-71BF84356830}" dt="2026-05-11T11:22:12.375" v="1667"/>
          <ac:spMkLst>
            <pc:docMk/>
            <pc:sldMk cId="3709792568" sldId="355"/>
            <ac:spMk id="24" creationId="{DB3AD73A-C3F2-4928-AB46-889023BF1CE1}"/>
          </ac:spMkLst>
        </pc:spChg>
        <pc:spChg chg="add mod">
          <ac:chgData name="Josué Silva de Morais" userId="f406c2cd-edfc-4057-be10-75858098c663" providerId="ADAL" clId="{A1824FC7-00A9-4708-B7FB-71BF84356830}" dt="2026-05-11T11:22:12.379" v="1672"/>
          <ac:spMkLst>
            <pc:docMk/>
            <pc:sldMk cId="3709792568" sldId="355"/>
            <ac:spMk id="25" creationId="{BB53541D-A6C2-40E1-8C40-23A706D99F74}"/>
          </ac:spMkLst>
        </pc:spChg>
        <pc:spChg chg="add mod">
          <ac:chgData name="Josué Silva de Morais" userId="f406c2cd-edfc-4057-be10-75858098c663" providerId="ADAL" clId="{A1824FC7-00A9-4708-B7FB-71BF84356830}" dt="2026-05-11T11:22:12.389" v="1681"/>
          <ac:spMkLst>
            <pc:docMk/>
            <pc:sldMk cId="3709792568" sldId="355"/>
            <ac:spMk id="26" creationId="{FCA14839-A9FB-470B-B80F-A79FAAC9C18B}"/>
          </ac:spMkLst>
        </pc:spChg>
        <pc:spChg chg="add mod">
          <ac:chgData name="Josué Silva de Morais" userId="f406c2cd-edfc-4057-be10-75858098c663" providerId="ADAL" clId="{A1824FC7-00A9-4708-B7FB-71BF84356830}" dt="2026-05-11T11:22:12.391" v="1685"/>
          <ac:spMkLst>
            <pc:docMk/>
            <pc:sldMk cId="3709792568" sldId="355"/>
            <ac:spMk id="27" creationId="{0FCA51C9-3881-43AE-BDAF-2670D4DAF8AE}"/>
          </ac:spMkLst>
        </pc:spChg>
        <pc:spChg chg="add mod">
          <ac:chgData name="Josué Silva de Morais" userId="f406c2cd-edfc-4057-be10-75858098c663" providerId="ADAL" clId="{A1824FC7-00A9-4708-B7FB-71BF84356830}" dt="2026-05-11T11:22:12.393" v="1688"/>
          <ac:spMkLst>
            <pc:docMk/>
            <pc:sldMk cId="3709792568" sldId="355"/>
            <ac:spMk id="28" creationId="{0D7D3DFC-5733-4B2C-B2A9-0E8A233F4228}"/>
          </ac:spMkLst>
        </pc:spChg>
        <pc:spChg chg="add mod">
          <ac:chgData name="Josué Silva de Morais" userId="f406c2cd-edfc-4057-be10-75858098c663" providerId="ADAL" clId="{A1824FC7-00A9-4708-B7FB-71BF84356830}" dt="2026-05-11T11:22:12.397" v="1694"/>
          <ac:spMkLst>
            <pc:docMk/>
            <pc:sldMk cId="3709792568" sldId="355"/>
            <ac:spMk id="29" creationId="{11DBBBE0-1F6A-4C6E-9764-030264B849F0}"/>
          </ac:spMkLst>
        </pc:spChg>
        <pc:spChg chg="add mod">
          <ac:chgData name="Josué Silva de Morais" userId="f406c2cd-edfc-4057-be10-75858098c663" providerId="ADAL" clId="{A1824FC7-00A9-4708-B7FB-71BF84356830}" dt="2026-05-11T11:22:12.401" v="1699"/>
          <ac:spMkLst>
            <pc:docMk/>
            <pc:sldMk cId="3709792568" sldId="355"/>
            <ac:spMk id="30" creationId="{463DA00B-C3D8-46EF-B910-CDA92BF0CB6B}"/>
          </ac:spMkLst>
        </pc:spChg>
        <pc:spChg chg="add mod">
          <ac:chgData name="Josué Silva de Morais" userId="f406c2cd-edfc-4057-be10-75858098c663" providerId="ADAL" clId="{A1824FC7-00A9-4708-B7FB-71BF84356830}" dt="2026-05-11T11:22:12.410" v="1705"/>
          <ac:spMkLst>
            <pc:docMk/>
            <pc:sldMk cId="3709792568" sldId="355"/>
            <ac:spMk id="31" creationId="{599D16CB-52E6-4831-AA49-48AC64FD0BA5}"/>
          </ac:spMkLst>
        </pc:spChg>
        <pc:spChg chg="add mod">
          <ac:chgData name="Josué Silva de Morais" userId="f406c2cd-edfc-4057-be10-75858098c663" providerId="ADAL" clId="{A1824FC7-00A9-4708-B7FB-71BF84356830}" dt="2026-05-11T11:22:12.414" v="1710"/>
          <ac:spMkLst>
            <pc:docMk/>
            <pc:sldMk cId="3709792568" sldId="355"/>
            <ac:spMk id="32" creationId="{1F9E7AA9-012C-42EE-9014-77FB14679EB4}"/>
          </ac:spMkLst>
        </pc:spChg>
        <pc:spChg chg="add mod">
          <ac:chgData name="Josué Silva de Morais" userId="f406c2cd-edfc-4057-be10-75858098c663" providerId="ADAL" clId="{A1824FC7-00A9-4708-B7FB-71BF84356830}" dt="2026-05-11T11:22:12.424" v="1719"/>
          <ac:spMkLst>
            <pc:docMk/>
            <pc:sldMk cId="3709792568" sldId="355"/>
            <ac:spMk id="33" creationId="{1FE92FE3-CD23-4660-B581-6EF6E972CB60}"/>
          </ac:spMkLst>
        </pc:spChg>
        <pc:spChg chg="add mod">
          <ac:chgData name="Josué Silva de Morais" userId="f406c2cd-edfc-4057-be10-75858098c663" providerId="ADAL" clId="{A1824FC7-00A9-4708-B7FB-71BF84356830}" dt="2026-05-11T11:22:12.429" v="1724"/>
          <ac:spMkLst>
            <pc:docMk/>
            <pc:sldMk cId="3709792568" sldId="355"/>
            <ac:spMk id="34" creationId="{D9658E0C-8A0F-463C-AE17-D432BFD7D8A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12.700" v="1917"/>
        <pc:sldMkLst>
          <pc:docMk/>
          <pc:sldMk cId="26728309" sldId="356"/>
        </pc:sldMkLst>
        <pc:spChg chg="add mod">
          <ac:chgData name="Josué Silva de Morais" userId="f406c2cd-edfc-4057-be10-75858098c663" providerId="ADAL" clId="{A1824FC7-00A9-4708-B7FB-71BF84356830}" dt="2026-05-11T11:22:12.462" v="1728"/>
          <ac:spMkLst>
            <pc:docMk/>
            <pc:sldMk cId="26728309" sldId="356"/>
            <ac:spMk id="2" creationId="{F5BB56F4-1240-47E3-A59C-3A6D3CA60929}"/>
          </ac:spMkLst>
        </pc:spChg>
        <pc:spChg chg="add mod">
          <ac:chgData name="Josué Silva de Morais" userId="f406c2cd-edfc-4057-be10-75858098c663" providerId="ADAL" clId="{A1824FC7-00A9-4708-B7FB-71BF84356830}" dt="2026-05-11T11:22:12.469" v="1734"/>
          <ac:spMkLst>
            <pc:docMk/>
            <pc:sldMk cId="26728309" sldId="356"/>
            <ac:spMk id="3" creationId="{5C4BECF4-1E81-4A7F-A7B7-729DF1EA70C9}"/>
          </ac:spMkLst>
        </pc:spChg>
        <pc:spChg chg="add mod">
          <ac:chgData name="Josué Silva de Morais" userId="f406c2cd-edfc-4057-be10-75858098c663" providerId="ADAL" clId="{A1824FC7-00A9-4708-B7FB-71BF84356830}" dt="2026-05-11T11:22:12.485" v="1740"/>
          <ac:spMkLst>
            <pc:docMk/>
            <pc:sldMk cId="26728309" sldId="356"/>
            <ac:spMk id="4" creationId="{9FC62110-C022-4086-B28D-A31D08E201FC}"/>
          </ac:spMkLst>
        </pc:spChg>
        <pc:spChg chg="add mod">
          <ac:chgData name="Josué Silva de Morais" userId="f406c2cd-edfc-4057-be10-75858098c663" providerId="ADAL" clId="{A1824FC7-00A9-4708-B7FB-71BF84356830}" dt="2026-05-11T11:22:12.488" v="1743"/>
          <ac:spMkLst>
            <pc:docMk/>
            <pc:sldMk cId="26728309" sldId="356"/>
            <ac:spMk id="5" creationId="{19FE9752-9EB2-4E37-814E-52FF3178A476}"/>
          </ac:spMkLst>
        </pc:spChg>
        <pc:spChg chg="add mod">
          <ac:chgData name="Josué Silva de Morais" userId="f406c2cd-edfc-4057-be10-75858098c663" providerId="ADAL" clId="{A1824FC7-00A9-4708-B7FB-71BF84356830}" dt="2026-05-11T11:22:12.492" v="1746"/>
          <ac:spMkLst>
            <pc:docMk/>
            <pc:sldMk cId="26728309" sldId="356"/>
            <ac:spMk id="6" creationId="{56C2D01C-9168-46B5-96B6-5C38C9E5103A}"/>
          </ac:spMkLst>
        </pc:spChg>
        <pc:spChg chg="add mod">
          <ac:chgData name="Josué Silva de Morais" userId="f406c2cd-edfc-4057-be10-75858098c663" providerId="ADAL" clId="{A1824FC7-00A9-4708-B7FB-71BF84356830}" dt="2026-05-11T11:22:12.501" v="1752"/>
          <ac:spMkLst>
            <pc:docMk/>
            <pc:sldMk cId="26728309" sldId="356"/>
            <ac:spMk id="7" creationId="{F23B67F7-BB90-4295-89CF-03D844216F1A}"/>
          </ac:spMkLst>
        </pc:spChg>
        <pc:spChg chg="add mod">
          <ac:chgData name="Josué Silva de Morais" userId="f406c2cd-edfc-4057-be10-75858098c663" providerId="ADAL" clId="{A1824FC7-00A9-4708-B7FB-71BF84356830}" dt="2026-05-11T11:22:12.509" v="1758"/>
          <ac:spMkLst>
            <pc:docMk/>
            <pc:sldMk cId="26728309" sldId="356"/>
            <ac:spMk id="8" creationId="{56ADA03F-583A-4126-A5BD-614253D40BE3}"/>
          </ac:spMkLst>
        </pc:spChg>
        <pc:spChg chg="add mod">
          <ac:chgData name="Josué Silva de Morais" userId="f406c2cd-edfc-4057-be10-75858098c663" providerId="ADAL" clId="{A1824FC7-00A9-4708-B7FB-71BF84356830}" dt="2026-05-11T11:22:12.517" v="1764"/>
          <ac:spMkLst>
            <pc:docMk/>
            <pc:sldMk cId="26728309" sldId="356"/>
            <ac:spMk id="9" creationId="{806CD3FA-0D63-407D-AB48-A8C33F17705D}"/>
          </ac:spMkLst>
        </pc:spChg>
        <pc:spChg chg="add mod">
          <ac:chgData name="Josué Silva de Morais" userId="f406c2cd-edfc-4057-be10-75858098c663" providerId="ADAL" clId="{A1824FC7-00A9-4708-B7FB-71BF84356830}" dt="2026-05-11T11:22:12.527" v="1770"/>
          <ac:spMkLst>
            <pc:docMk/>
            <pc:sldMk cId="26728309" sldId="356"/>
            <ac:spMk id="10" creationId="{69D7120D-62C9-4F73-AB7A-3DCDC42E4464}"/>
          </ac:spMkLst>
        </pc:spChg>
        <pc:spChg chg="add mod">
          <ac:chgData name="Josué Silva de Morais" userId="f406c2cd-edfc-4057-be10-75858098c663" providerId="ADAL" clId="{A1824FC7-00A9-4708-B7FB-71BF84356830}" dt="2026-05-11T11:22:12.530" v="1773"/>
          <ac:spMkLst>
            <pc:docMk/>
            <pc:sldMk cId="26728309" sldId="356"/>
            <ac:spMk id="11" creationId="{A3A0038C-784F-4DC0-B083-BD53EC5F4721}"/>
          </ac:spMkLst>
        </pc:spChg>
        <pc:spChg chg="add mod">
          <ac:chgData name="Josué Silva de Morais" userId="f406c2cd-edfc-4057-be10-75858098c663" providerId="ADAL" clId="{A1824FC7-00A9-4708-B7FB-71BF84356830}" dt="2026-05-11T11:22:12.537" v="1779"/>
          <ac:spMkLst>
            <pc:docMk/>
            <pc:sldMk cId="26728309" sldId="356"/>
            <ac:spMk id="12" creationId="{BDC8132C-39C2-43B8-BDE3-D32FDEFE96C4}"/>
          </ac:spMkLst>
        </pc:spChg>
        <pc:spChg chg="add mod">
          <ac:chgData name="Josué Silva de Morais" userId="f406c2cd-edfc-4057-be10-75858098c663" providerId="ADAL" clId="{A1824FC7-00A9-4708-B7FB-71BF84356830}" dt="2026-05-11T11:22:12.543" v="1784"/>
          <ac:spMkLst>
            <pc:docMk/>
            <pc:sldMk cId="26728309" sldId="356"/>
            <ac:spMk id="13" creationId="{EB54E7AB-BEEC-4514-A213-61E035749313}"/>
          </ac:spMkLst>
        </pc:spChg>
        <pc:spChg chg="add mod">
          <ac:chgData name="Josué Silva de Morais" userId="f406c2cd-edfc-4057-be10-75858098c663" providerId="ADAL" clId="{A1824FC7-00A9-4708-B7FB-71BF84356830}" dt="2026-05-11T11:22:12.548" v="1789"/>
          <ac:spMkLst>
            <pc:docMk/>
            <pc:sldMk cId="26728309" sldId="356"/>
            <ac:spMk id="14" creationId="{CDB6082A-9AA4-4901-B868-B5BE908E79F7}"/>
          </ac:spMkLst>
        </pc:spChg>
        <pc:spChg chg="add mod">
          <ac:chgData name="Josué Silva de Morais" userId="f406c2cd-edfc-4057-be10-75858098c663" providerId="ADAL" clId="{A1824FC7-00A9-4708-B7FB-71BF84356830}" dt="2026-05-11T11:22:12.555" v="1794"/>
          <ac:spMkLst>
            <pc:docMk/>
            <pc:sldMk cId="26728309" sldId="356"/>
            <ac:spMk id="15" creationId="{AE49DC3D-BB77-4C7E-AA40-B24794210C75}"/>
          </ac:spMkLst>
        </pc:spChg>
        <pc:spChg chg="add mod">
          <ac:chgData name="Josué Silva de Morais" userId="f406c2cd-edfc-4057-be10-75858098c663" providerId="ADAL" clId="{A1824FC7-00A9-4708-B7FB-71BF84356830}" dt="2026-05-11T11:22:12.558" v="1797"/>
          <ac:spMkLst>
            <pc:docMk/>
            <pc:sldMk cId="26728309" sldId="356"/>
            <ac:spMk id="16" creationId="{4700ACEB-3966-4B36-81E6-9C679C7DD69B}"/>
          </ac:spMkLst>
        </pc:spChg>
        <pc:spChg chg="add mod">
          <ac:chgData name="Josué Silva de Morais" userId="f406c2cd-edfc-4057-be10-75858098c663" providerId="ADAL" clId="{A1824FC7-00A9-4708-B7FB-71BF84356830}" dt="2026-05-11T11:22:12.563" v="1803"/>
          <ac:spMkLst>
            <pc:docMk/>
            <pc:sldMk cId="26728309" sldId="356"/>
            <ac:spMk id="17" creationId="{8AB1E626-2CAF-41FB-96B8-B51EA3B0C844}"/>
          </ac:spMkLst>
        </pc:spChg>
        <pc:spChg chg="add mod">
          <ac:chgData name="Josué Silva de Morais" userId="f406c2cd-edfc-4057-be10-75858098c663" providerId="ADAL" clId="{A1824FC7-00A9-4708-B7FB-71BF84356830}" dt="2026-05-11T11:22:12.567" v="1808"/>
          <ac:spMkLst>
            <pc:docMk/>
            <pc:sldMk cId="26728309" sldId="356"/>
            <ac:spMk id="18" creationId="{2ED6FA4E-78EC-4E92-8B14-A528611F8346}"/>
          </ac:spMkLst>
        </pc:spChg>
        <pc:spChg chg="add mod">
          <ac:chgData name="Josué Silva de Morais" userId="f406c2cd-edfc-4057-be10-75858098c663" providerId="ADAL" clId="{A1824FC7-00A9-4708-B7FB-71BF84356830}" dt="2026-05-11T11:22:12.577" v="1813"/>
          <ac:spMkLst>
            <pc:docMk/>
            <pc:sldMk cId="26728309" sldId="356"/>
            <ac:spMk id="19" creationId="{E1CB823C-1D61-4FCA-B6A5-8AFE1EAA42EE}"/>
          </ac:spMkLst>
        </pc:spChg>
        <pc:spChg chg="add mod">
          <ac:chgData name="Josué Silva de Morais" userId="f406c2cd-edfc-4057-be10-75858098c663" providerId="ADAL" clId="{A1824FC7-00A9-4708-B7FB-71BF84356830}" dt="2026-05-11T11:22:12.583" v="1818"/>
          <ac:spMkLst>
            <pc:docMk/>
            <pc:sldMk cId="26728309" sldId="356"/>
            <ac:spMk id="20" creationId="{F2D4F3B9-7329-4F03-A2C0-FEF06E8E29DC}"/>
          </ac:spMkLst>
        </pc:spChg>
        <pc:spChg chg="add mod">
          <ac:chgData name="Josué Silva de Morais" userId="f406c2cd-edfc-4057-be10-75858098c663" providerId="ADAL" clId="{A1824FC7-00A9-4708-B7FB-71BF84356830}" dt="2026-05-11T11:22:12.587" v="1821"/>
          <ac:spMkLst>
            <pc:docMk/>
            <pc:sldMk cId="26728309" sldId="356"/>
            <ac:spMk id="21" creationId="{A3CF0FAA-B085-4F96-B4D7-86E502FEDA70}"/>
          </ac:spMkLst>
        </pc:spChg>
        <pc:spChg chg="add mod">
          <ac:chgData name="Josué Silva de Morais" userId="f406c2cd-edfc-4057-be10-75858098c663" providerId="ADAL" clId="{A1824FC7-00A9-4708-B7FB-71BF84356830}" dt="2026-05-11T11:22:12.595" v="1827"/>
          <ac:spMkLst>
            <pc:docMk/>
            <pc:sldMk cId="26728309" sldId="356"/>
            <ac:spMk id="22" creationId="{51C86FF5-32E5-43B4-B8DC-896F6B3BC435}"/>
          </ac:spMkLst>
        </pc:spChg>
        <pc:spChg chg="add mod">
          <ac:chgData name="Josué Silva de Morais" userId="f406c2cd-edfc-4057-be10-75858098c663" providerId="ADAL" clId="{A1824FC7-00A9-4708-B7FB-71BF84356830}" dt="2026-05-11T11:22:12.605" v="1832"/>
          <ac:spMkLst>
            <pc:docMk/>
            <pc:sldMk cId="26728309" sldId="356"/>
            <ac:spMk id="23" creationId="{02E53C76-5E0D-401D-8B59-036C75952C1A}"/>
          </ac:spMkLst>
        </pc:spChg>
        <pc:spChg chg="add mod">
          <ac:chgData name="Josué Silva de Morais" userId="f406c2cd-edfc-4057-be10-75858098c663" providerId="ADAL" clId="{A1824FC7-00A9-4708-B7FB-71BF84356830}" dt="2026-05-11T11:22:12.609" v="1837"/>
          <ac:spMkLst>
            <pc:docMk/>
            <pc:sldMk cId="26728309" sldId="356"/>
            <ac:spMk id="24" creationId="{343FF5BA-31FA-4BBD-B4D1-98471B830B9A}"/>
          </ac:spMkLst>
        </pc:spChg>
        <pc:spChg chg="add mod">
          <ac:chgData name="Josué Silva de Morais" userId="f406c2cd-edfc-4057-be10-75858098c663" providerId="ADAL" clId="{A1824FC7-00A9-4708-B7FB-71BF84356830}" dt="2026-05-11T11:22:12.614" v="1842"/>
          <ac:spMkLst>
            <pc:docMk/>
            <pc:sldMk cId="26728309" sldId="356"/>
            <ac:spMk id="25" creationId="{716D6CF3-81D0-4005-B0E5-AE0C3FE268B0}"/>
          </ac:spMkLst>
        </pc:spChg>
        <pc:spChg chg="add mod">
          <ac:chgData name="Josué Silva de Morais" userId="f406c2cd-edfc-4057-be10-75858098c663" providerId="ADAL" clId="{A1824FC7-00A9-4708-B7FB-71BF84356830}" dt="2026-05-11T11:22:12.617" v="1845"/>
          <ac:spMkLst>
            <pc:docMk/>
            <pc:sldMk cId="26728309" sldId="356"/>
            <ac:spMk id="26" creationId="{7AA2DF16-3D2A-40C2-A14E-56B0549C0E9A}"/>
          </ac:spMkLst>
        </pc:spChg>
        <pc:spChg chg="add mod">
          <ac:chgData name="Josué Silva de Morais" userId="f406c2cd-edfc-4057-be10-75858098c663" providerId="ADAL" clId="{A1824FC7-00A9-4708-B7FB-71BF84356830}" dt="2026-05-11T11:22:12.625" v="1851"/>
          <ac:spMkLst>
            <pc:docMk/>
            <pc:sldMk cId="26728309" sldId="356"/>
            <ac:spMk id="27" creationId="{7C3845DE-C7A0-45D0-93EF-F4DD4BC45E06}"/>
          </ac:spMkLst>
        </pc:spChg>
        <pc:spChg chg="add mod">
          <ac:chgData name="Josué Silva de Morais" userId="f406c2cd-edfc-4057-be10-75858098c663" providerId="ADAL" clId="{A1824FC7-00A9-4708-B7FB-71BF84356830}" dt="2026-05-11T11:22:12.629" v="1856"/>
          <ac:spMkLst>
            <pc:docMk/>
            <pc:sldMk cId="26728309" sldId="356"/>
            <ac:spMk id="28" creationId="{4FF8C605-3160-4703-8B28-BC83A0AFEDF1}"/>
          </ac:spMkLst>
        </pc:spChg>
        <pc:spChg chg="add mod">
          <ac:chgData name="Josué Silva de Morais" userId="f406c2cd-edfc-4057-be10-75858098c663" providerId="ADAL" clId="{A1824FC7-00A9-4708-B7FB-71BF84356830}" dt="2026-05-11T11:22:12.635" v="1861"/>
          <ac:spMkLst>
            <pc:docMk/>
            <pc:sldMk cId="26728309" sldId="356"/>
            <ac:spMk id="29" creationId="{17A372B7-D42C-4EAC-95CB-B7F528CF74F7}"/>
          </ac:spMkLst>
        </pc:spChg>
        <pc:spChg chg="add mod">
          <ac:chgData name="Josué Silva de Morais" userId="f406c2cd-edfc-4057-be10-75858098c663" providerId="ADAL" clId="{A1824FC7-00A9-4708-B7FB-71BF84356830}" dt="2026-05-11T11:22:12.642" v="1866"/>
          <ac:spMkLst>
            <pc:docMk/>
            <pc:sldMk cId="26728309" sldId="356"/>
            <ac:spMk id="30" creationId="{5CD65848-E79B-40A1-B14D-C23BB101313A}"/>
          </ac:spMkLst>
        </pc:spChg>
        <pc:spChg chg="add mod">
          <ac:chgData name="Josué Silva de Morais" userId="f406c2cd-edfc-4057-be10-75858098c663" providerId="ADAL" clId="{A1824FC7-00A9-4708-B7FB-71BF84356830}" dt="2026-05-11T11:22:12.645" v="1869"/>
          <ac:spMkLst>
            <pc:docMk/>
            <pc:sldMk cId="26728309" sldId="356"/>
            <ac:spMk id="31" creationId="{0B9C3BA5-C7F1-4B37-8F0D-3A94D00F0B39}"/>
          </ac:spMkLst>
        </pc:spChg>
        <pc:spChg chg="add mod">
          <ac:chgData name="Josué Silva de Morais" userId="f406c2cd-edfc-4057-be10-75858098c663" providerId="ADAL" clId="{A1824FC7-00A9-4708-B7FB-71BF84356830}" dt="2026-05-11T11:22:12.651" v="1875"/>
          <ac:spMkLst>
            <pc:docMk/>
            <pc:sldMk cId="26728309" sldId="356"/>
            <ac:spMk id="32" creationId="{D33FB4F1-7D9A-47D9-B4DC-0AD699DED014}"/>
          </ac:spMkLst>
        </pc:spChg>
        <pc:spChg chg="add mod">
          <ac:chgData name="Josué Silva de Morais" userId="f406c2cd-edfc-4057-be10-75858098c663" providerId="ADAL" clId="{A1824FC7-00A9-4708-B7FB-71BF84356830}" dt="2026-05-11T11:22:12.658" v="1880"/>
          <ac:spMkLst>
            <pc:docMk/>
            <pc:sldMk cId="26728309" sldId="356"/>
            <ac:spMk id="33" creationId="{10617655-674B-4F5B-93F7-563934BE813A}"/>
          </ac:spMkLst>
        </pc:spChg>
        <pc:spChg chg="add mod">
          <ac:chgData name="Josué Silva de Morais" userId="f406c2cd-edfc-4057-be10-75858098c663" providerId="ADAL" clId="{A1824FC7-00A9-4708-B7FB-71BF84356830}" dt="2026-05-11T11:22:12.663" v="1885"/>
          <ac:spMkLst>
            <pc:docMk/>
            <pc:sldMk cId="26728309" sldId="356"/>
            <ac:spMk id="34" creationId="{48DD752C-FB21-489D-BE02-7B82E313D6B7}"/>
          </ac:spMkLst>
        </pc:spChg>
        <pc:spChg chg="add mod">
          <ac:chgData name="Josué Silva de Morais" userId="f406c2cd-edfc-4057-be10-75858098c663" providerId="ADAL" clId="{A1824FC7-00A9-4708-B7FB-71BF84356830}" dt="2026-05-11T11:22:12.668" v="1890"/>
          <ac:spMkLst>
            <pc:docMk/>
            <pc:sldMk cId="26728309" sldId="356"/>
            <ac:spMk id="35" creationId="{3EB4AC69-7591-46A1-95FD-9E98FAFB7F6B}"/>
          </ac:spMkLst>
        </pc:spChg>
        <pc:spChg chg="add mod">
          <ac:chgData name="Josué Silva de Morais" userId="f406c2cd-edfc-4057-be10-75858098c663" providerId="ADAL" clId="{A1824FC7-00A9-4708-B7FB-71BF84356830}" dt="2026-05-11T11:22:12.674" v="1893"/>
          <ac:spMkLst>
            <pc:docMk/>
            <pc:sldMk cId="26728309" sldId="356"/>
            <ac:spMk id="36" creationId="{6F57FB7D-C66A-42ED-ACAB-5278383D837D}"/>
          </ac:spMkLst>
        </pc:spChg>
        <pc:spChg chg="add mod">
          <ac:chgData name="Josué Silva de Morais" userId="f406c2cd-edfc-4057-be10-75858098c663" providerId="ADAL" clId="{A1824FC7-00A9-4708-B7FB-71BF84356830}" dt="2026-05-11T11:22:12.679" v="1899"/>
          <ac:spMkLst>
            <pc:docMk/>
            <pc:sldMk cId="26728309" sldId="356"/>
            <ac:spMk id="37" creationId="{4C6AEA9B-6277-44A7-99B1-348469D7CA35}"/>
          </ac:spMkLst>
        </pc:spChg>
        <pc:spChg chg="add mod">
          <ac:chgData name="Josué Silva de Morais" userId="f406c2cd-edfc-4057-be10-75858098c663" providerId="ADAL" clId="{A1824FC7-00A9-4708-B7FB-71BF84356830}" dt="2026-05-11T11:22:12.684" v="1904"/>
          <ac:spMkLst>
            <pc:docMk/>
            <pc:sldMk cId="26728309" sldId="356"/>
            <ac:spMk id="38" creationId="{BFEE8823-A008-4C9E-9167-D81EAAA7ED57}"/>
          </ac:spMkLst>
        </pc:spChg>
        <pc:spChg chg="add mod">
          <ac:chgData name="Josué Silva de Morais" userId="f406c2cd-edfc-4057-be10-75858098c663" providerId="ADAL" clId="{A1824FC7-00A9-4708-B7FB-71BF84356830}" dt="2026-05-11T11:22:12.692" v="1909"/>
          <ac:spMkLst>
            <pc:docMk/>
            <pc:sldMk cId="26728309" sldId="356"/>
            <ac:spMk id="39" creationId="{A5E47EDA-55E2-4B99-8C62-2F609BFA3E11}"/>
          </ac:spMkLst>
        </pc:spChg>
        <pc:spChg chg="add mod">
          <ac:chgData name="Josué Silva de Morais" userId="f406c2cd-edfc-4057-be10-75858098c663" providerId="ADAL" clId="{A1824FC7-00A9-4708-B7FB-71BF84356830}" dt="2026-05-11T11:22:12.697" v="1914"/>
          <ac:spMkLst>
            <pc:docMk/>
            <pc:sldMk cId="26728309" sldId="356"/>
            <ac:spMk id="40" creationId="{C399651B-B10C-4848-84D7-7475F412FCBD}"/>
          </ac:spMkLst>
        </pc:spChg>
        <pc:spChg chg="add mod">
          <ac:chgData name="Josué Silva de Morais" userId="f406c2cd-edfc-4057-be10-75858098c663" providerId="ADAL" clId="{A1824FC7-00A9-4708-B7FB-71BF84356830}" dt="2026-05-11T11:22:12.700" v="1917"/>
          <ac:spMkLst>
            <pc:docMk/>
            <pc:sldMk cId="26728309" sldId="356"/>
            <ac:spMk id="41" creationId="{56BBFA2C-1C18-4027-BBEB-1830EF59BED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2:41.772" v="2166"/>
        <pc:sldMkLst>
          <pc:docMk/>
          <pc:sldMk cId="858719692" sldId="357"/>
        </pc:sldMkLst>
        <pc:spChg chg="add mod">
          <ac:chgData name="Josué Silva de Morais" userId="f406c2cd-edfc-4057-be10-75858098c663" providerId="ADAL" clId="{A1824FC7-00A9-4708-B7FB-71BF84356830}" dt="2026-05-11T11:22:41.506" v="1921"/>
          <ac:spMkLst>
            <pc:docMk/>
            <pc:sldMk cId="858719692" sldId="357"/>
            <ac:spMk id="2" creationId="{E61D215C-C973-4B5F-9CE9-CA06FEC07028}"/>
          </ac:spMkLst>
        </pc:spChg>
        <pc:spChg chg="add mod">
          <ac:chgData name="Josué Silva de Morais" userId="f406c2cd-edfc-4057-be10-75858098c663" providerId="ADAL" clId="{A1824FC7-00A9-4708-B7FB-71BF84356830}" dt="2026-05-11T11:22:41.511" v="1927"/>
          <ac:spMkLst>
            <pc:docMk/>
            <pc:sldMk cId="858719692" sldId="357"/>
            <ac:spMk id="3" creationId="{36C70027-2810-45D5-B86D-C75DC8FDE10F}"/>
          </ac:spMkLst>
        </pc:spChg>
        <pc:spChg chg="add mod">
          <ac:chgData name="Josué Silva de Morais" userId="f406c2cd-edfc-4057-be10-75858098c663" providerId="ADAL" clId="{A1824FC7-00A9-4708-B7FB-71BF84356830}" dt="2026-05-11T11:22:41.521" v="1933"/>
          <ac:spMkLst>
            <pc:docMk/>
            <pc:sldMk cId="858719692" sldId="357"/>
            <ac:spMk id="4" creationId="{2D8FD0F6-64EF-4FDA-B35F-CD589D4D9D7E}"/>
          </ac:spMkLst>
        </pc:spChg>
        <pc:spChg chg="add mod">
          <ac:chgData name="Josué Silva de Morais" userId="f406c2cd-edfc-4057-be10-75858098c663" providerId="ADAL" clId="{A1824FC7-00A9-4708-B7FB-71BF84356830}" dt="2026-05-11T11:22:41.523" v="1936"/>
          <ac:spMkLst>
            <pc:docMk/>
            <pc:sldMk cId="858719692" sldId="357"/>
            <ac:spMk id="5" creationId="{63B33E2C-5DAC-40BA-BC91-C999AB169985}"/>
          </ac:spMkLst>
        </pc:spChg>
        <pc:spChg chg="add mod">
          <ac:chgData name="Josué Silva de Morais" userId="f406c2cd-edfc-4057-be10-75858098c663" providerId="ADAL" clId="{A1824FC7-00A9-4708-B7FB-71BF84356830}" dt="2026-05-11T11:22:41.527" v="1942"/>
          <ac:spMkLst>
            <pc:docMk/>
            <pc:sldMk cId="858719692" sldId="357"/>
            <ac:spMk id="6" creationId="{D521B569-6278-4081-90F3-0EAA3CF694EC}"/>
          </ac:spMkLst>
        </pc:spChg>
        <pc:spChg chg="add mod">
          <ac:chgData name="Josué Silva de Morais" userId="f406c2cd-edfc-4057-be10-75858098c663" providerId="ADAL" clId="{A1824FC7-00A9-4708-B7FB-71BF84356830}" dt="2026-05-11T11:22:41.533" v="1948"/>
          <ac:spMkLst>
            <pc:docMk/>
            <pc:sldMk cId="858719692" sldId="357"/>
            <ac:spMk id="7" creationId="{18DAB87E-F5FE-4B9B-BA97-6028DEEE962A}"/>
          </ac:spMkLst>
        </pc:spChg>
        <pc:spChg chg="add mod">
          <ac:chgData name="Josué Silva de Morais" userId="f406c2cd-edfc-4057-be10-75858098c663" providerId="ADAL" clId="{A1824FC7-00A9-4708-B7FB-71BF84356830}" dt="2026-05-11T11:22:41.540" v="1954"/>
          <ac:spMkLst>
            <pc:docMk/>
            <pc:sldMk cId="858719692" sldId="357"/>
            <ac:spMk id="8" creationId="{7BA0217F-4F2D-4D12-B4A2-03E379CFD391}"/>
          </ac:spMkLst>
        </pc:spChg>
        <pc:spChg chg="add mod">
          <ac:chgData name="Josué Silva de Morais" userId="f406c2cd-edfc-4057-be10-75858098c663" providerId="ADAL" clId="{A1824FC7-00A9-4708-B7FB-71BF84356830}" dt="2026-05-11T11:22:41.544" v="1960"/>
          <ac:spMkLst>
            <pc:docMk/>
            <pc:sldMk cId="858719692" sldId="357"/>
            <ac:spMk id="9" creationId="{C889617A-3ECE-49BB-B8A2-9920D98E9B1E}"/>
          </ac:spMkLst>
        </pc:spChg>
        <pc:spChg chg="add mod">
          <ac:chgData name="Josué Silva de Morais" userId="f406c2cd-edfc-4057-be10-75858098c663" providerId="ADAL" clId="{A1824FC7-00A9-4708-B7FB-71BF84356830}" dt="2026-05-11T11:22:41.546" v="1963"/>
          <ac:spMkLst>
            <pc:docMk/>
            <pc:sldMk cId="858719692" sldId="357"/>
            <ac:spMk id="10" creationId="{2BE1ED07-A339-44B2-8296-DD16A2950338}"/>
          </ac:spMkLst>
        </pc:spChg>
        <pc:spChg chg="add mod">
          <ac:chgData name="Josué Silva de Morais" userId="f406c2cd-edfc-4057-be10-75858098c663" providerId="ADAL" clId="{A1824FC7-00A9-4708-B7FB-71BF84356830}" dt="2026-05-11T11:22:41.556" v="1972"/>
          <ac:spMkLst>
            <pc:docMk/>
            <pc:sldMk cId="858719692" sldId="357"/>
            <ac:spMk id="11" creationId="{0394FF24-2921-420B-846A-E6B1CCF1966F}"/>
          </ac:spMkLst>
        </pc:spChg>
        <pc:spChg chg="add mod">
          <ac:chgData name="Josué Silva de Morais" userId="f406c2cd-edfc-4057-be10-75858098c663" providerId="ADAL" clId="{A1824FC7-00A9-4708-B7FB-71BF84356830}" dt="2026-05-11T11:22:41.558" v="1975"/>
          <ac:spMkLst>
            <pc:docMk/>
            <pc:sldMk cId="858719692" sldId="357"/>
            <ac:spMk id="12" creationId="{B616AFC8-185B-4BED-97B1-DF97A6C5CC36}"/>
          </ac:spMkLst>
        </pc:spChg>
        <pc:spChg chg="add mod">
          <ac:chgData name="Josué Silva de Morais" userId="f406c2cd-edfc-4057-be10-75858098c663" providerId="ADAL" clId="{A1824FC7-00A9-4708-B7FB-71BF84356830}" dt="2026-05-11T11:22:41.564" v="1984"/>
          <ac:spMkLst>
            <pc:docMk/>
            <pc:sldMk cId="858719692" sldId="357"/>
            <ac:spMk id="13" creationId="{70E6FCD6-6600-47A0-991E-5FAEA6E2C3D0}"/>
          </ac:spMkLst>
        </pc:spChg>
        <pc:spChg chg="add mod">
          <ac:chgData name="Josué Silva de Morais" userId="f406c2cd-edfc-4057-be10-75858098c663" providerId="ADAL" clId="{A1824FC7-00A9-4708-B7FB-71BF84356830}" dt="2026-05-11T11:22:41.576" v="1993"/>
          <ac:spMkLst>
            <pc:docMk/>
            <pc:sldMk cId="858719692" sldId="357"/>
            <ac:spMk id="14" creationId="{82CFBF4A-97A7-4E96-A1D4-7FD6ECD46B3A}"/>
          </ac:spMkLst>
        </pc:spChg>
        <pc:spChg chg="add mod">
          <ac:chgData name="Josué Silva de Morais" userId="f406c2cd-edfc-4057-be10-75858098c663" providerId="ADAL" clId="{A1824FC7-00A9-4708-B7FB-71BF84356830}" dt="2026-05-11T11:22:41.578" v="1996"/>
          <ac:spMkLst>
            <pc:docMk/>
            <pc:sldMk cId="858719692" sldId="357"/>
            <ac:spMk id="15" creationId="{82395986-85A5-454B-A5ED-B23FB4750CB7}"/>
          </ac:spMkLst>
        </pc:spChg>
        <pc:spChg chg="add mod">
          <ac:chgData name="Josué Silva de Morais" userId="f406c2cd-edfc-4057-be10-75858098c663" providerId="ADAL" clId="{A1824FC7-00A9-4708-B7FB-71BF84356830}" dt="2026-05-11T11:22:41.591" v="2005"/>
          <ac:spMkLst>
            <pc:docMk/>
            <pc:sldMk cId="858719692" sldId="357"/>
            <ac:spMk id="16" creationId="{7766F61E-4DF7-4C84-99C4-6A2AE14EA4F1}"/>
          </ac:spMkLst>
        </pc:spChg>
        <pc:spChg chg="add mod">
          <ac:chgData name="Josué Silva de Morais" userId="f406c2cd-edfc-4057-be10-75858098c663" providerId="ADAL" clId="{A1824FC7-00A9-4708-B7FB-71BF84356830}" dt="2026-05-11T11:22:41.601" v="2014"/>
          <ac:spMkLst>
            <pc:docMk/>
            <pc:sldMk cId="858719692" sldId="357"/>
            <ac:spMk id="17" creationId="{BB1BA8D3-99C2-4C2F-BB22-64FEAA3A56C0}"/>
          </ac:spMkLst>
        </pc:spChg>
        <pc:spChg chg="add mod">
          <ac:chgData name="Josué Silva de Morais" userId="f406c2cd-edfc-4057-be10-75858098c663" providerId="ADAL" clId="{A1824FC7-00A9-4708-B7FB-71BF84356830}" dt="2026-05-11T11:22:41.605" v="2017"/>
          <ac:spMkLst>
            <pc:docMk/>
            <pc:sldMk cId="858719692" sldId="357"/>
            <ac:spMk id="18" creationId="{36A5A79E-27EB-43F1-8D57-63752306D645}"/>
          </ac:spMkLst>
        </pc:spChg>
        <pc:spChg chg="add mod">
          <ac:chgData name="Josué Silva de Morais" userId="f406c2cd-edfc-4057-be10-75858098c663" providerId="ADAL" clId="{A1824FC7-00A9-4708-B7FB-71BF84356830}" dt="2026-05-11T11:22:41.616" v="2026"/>
          <ac:spMkLst>
            <pc:docMk/>
            <pc:sldMk cId="858719692" sldId="357"/>
            <ac:spMk id="19" creationId="{3120224D-7B27-4445-B542-51E715585BE4}"/>
          </ac:spMkLst>
        </pc:spChg>
        <pc:spChg chg="add mod">
          <ac:chgData name="Josué Silva de Morais" userId="f406c2cd-edfc-4057-be10-75858098c663" providerId="ADAL" clId="{A1824FC7-00A9-4708-B7FB-71BF84356830}" dt="2026-05-11T11:22:41.626" v="2035"/>
          <ac:spMkLst>
            <pc:docMk/>
            <pc:sldMk cId="858719692" sldId="357"/>
            <ac:spMk id="20" creationId="{00F61C28-1B61-46C6-80A6-6F258898D29B}"/>
          </ac:spMkLst>
        </pc:spChg>
        <pc:spChg chg="add mod">
          <ac:chgData name="Josué Silva de Morais" userId="f406c2cd-edfc-4057-be10-75858098c663" providerId="ADAL" clId="{A1824FC7-00A9-4708-B7FB-71BF84356830}" dt="2026-05-11T11:22:41.628" v="2038"/>
          <ac:spMkLst>
            <pc:docMk/>
            <pc:sldMk cId="858719692" sldId="357"/>
            <ac:spMk id="21" creationId="{369C8400-55BF-4B8A-A375-60AFFA7E0980}"/>
          </ac:spMkLst>
        </pc:spChg>
        <pc:spChg chg="add mod">
          <ac:chgData name="Josué Silva de Morais" userId="f406c2cd-edfc-4057-be10-75858098c663" providerId="ADAL" clId="{A1824FC7-00A9-4708-B7FB-71BF84356830}" dt="2026-05-11T11:22:41.640" v="2047"/>
          <ac:spMkLst>
            <pc:docMk/>
            <pc:sldMk cId="858719692" sldId="357"/>
            <ac:spMk id="22" creationId="{E1AD448E-2254-4223-98C6-01DEDEDA0575}"/>
          </ac:spMkLst>
        </pc:spChg>
        <pc:spChg chg="add mod">
          <ac:chgData name="Josué Silva de Morais" userId="f406c2cd-edfc-4057-be10-75858098c663" providerId="ADAL" clId="{A1824FC7-00A9-4708-B7FB-71BF84356830}" dt="2026-05-11T11:22:41.653" v="2056"/>
          <ac:spMkLst>
            <pc:docMk/>
            <pc:sldMk cId="858719692" sldId="357"/>
            <ac:spMk id="23" creationId="{0A237AEE-E894-43B1-958F-FFA5C107A9D5}"/>
          </ac:spMkLst>
        </pc:spChg>
        <pc:spChg chg="add mod">
          <ac:chgData name="Josué Silva de Morais" userId="f406c2cd-edfc-4057-be10-75858098c663" providerId="ADAL" clId="{A1824FC7-00A9-4708-B7FB-71BF84356830}" dt="2026-05-11T11:22:41.656" v="2059"/>
          <ac:spMkLst>
            <pc:docMk/>
            <pc:sldMk cId="858719692" sldId="357"/>
            <ac:spMk id="24" creationId="{E787C83B-1485-4860-BF8B-5E7C9A8BDAAC}"/>
          </ac:spMkLst>
        </pc:spChg>
        <pc:spChg chg="add mod">
          <ac:chgData name="Josué Silva de Morais" userId="f406c2cd-edfc-4057-be10-75858098c663" providerId="ADAL" clId="{A1824FC7-00A9-4708-B7FB-71BF84356830}" dt="2026-05-11T11:22:41.663" v="2068"/>
          <ac:spMkLst>
            <pc:docMk/>
            <pc:sldMk cId="858719692" sldId="357"/>
            <ac:spMk id="25" creationId="{3CF86677-3E7B-4D1B-8443-30D3380CE165}"/>
          </ac:spMkLst>
        </pc:spChg>
        <pc:spChg chg="add mod">
          <ac:chgData name="Josué Silva de Morais" userId="f406c2cd-edfc-4057-be10-75858098c663" providerId="ADAL" clId="{A1824FC7-00A9-4708-B7FB-71BF84356830}" dt="2026-05-11T11:22:41.670" v="2073"/>
          <ac:spMkLst>
            <pc:docMk/>
            <pc:sldMk cId="858719692" sldId="357"/>
            <ac:spMk id="26" creationId="{181B9AB3-3416-47E9-9F72-658CCBC49226}"/>
          </ac:spMkLst>
        </pc:spChg>
        <pc:spChg chg="add mod">
          <ac:chgData name="Josué Silva de Morais" userId="f406c2cd-edfc-4057-be10-75858098c663" providerId="ADAL" clId="{A1824FC7-00A9-4708-B7FB-71BF84356830}" dt="2026-05-11T11:22:41.675" v="2079"/>
          <ac:spMkLst>
            <pc:docMk/>
            <pc:sldMk cId="858719692" sldId="357"/>
            <ac:spMk id="27" creationId="{B0B37147-842F-4A63-B5D9-AE8E44D7EB9B}"/>
          </ac:spMkLst>
        </pc:spChg>
        <pc:spChg chg="add mod">
          <ac:chgData name="Josué Silva de Morais" userId="f406c2cd-edfc-4057-be10-75858098c663" providerId="ADAL" clId="{A1824FC7-00A9-4708-B7FB-71BF84356830}" dt="2026-05-11T11:22:41.679" v="2085"/>
          <ac:spMkLst>
            <pc:docMk/>
            <pc:sldMk cId="858719692" sldId="357"/>
            <ac:spMk id="28" creationId="{243F598A-ECE2-4164-9E25-30BA5325CE13}"/>
          </ac:spMkLst>
        </pc:spChg>
        <pc:spChg chg="add mod">
          <ac:chgData name="Josué Silva de Morais" userId="f406c2cd-edfc-4057-be10-75858098c663" providerId="ADAL" clId="{A1824FC7-00A9-4708-B7FB-71BF84356830}" dt="2026-05-11T11:22:41.689" v="2091"/>
          <ac:spMkLst>
            <pc:docMk/>
            <pc:sldMk cId="858719692" sldId="357"/>
            <ac:spMk id="29" creationId="{1E0B0671-3599-4D24-A498-B8BD1A0BADD1}"/>
          </ac:spMkLst>
        </pc:spChg>
        <pc:spChg chg="add mod">
          <ac:chgData name="Josué Silva de Morais" userId="f406c2cd-edfc-4057-be10-75858098c663" providerId="ADAL" clId="{A1824FC7-00A9-4708-B7FB-71BF84356830}" dt="2026-05-11T11:22:41.695" v="2097"/>
          <ac:spMkLst>
            <pc:docMk/>
            <pc:sldMk cId="858719692" sldId="357"/>
            <ac:spMk id="30" creationId="{8977D7C7-85EB-4D66-B335-24B3F3A773CE}"/>
          </ac:spMkLst>
        </pc:spChg>
        <pc:spChg chg="add mod">
          <ac:chgData name="Josué Silva de Morais" userId="f406c2cd-edfc-4057-be10-75858098c663" providerId="ADAL" clId="{A1824FC7-00A9-4708-B7FB-71BF84356830}" dt="2026-05-11T11:22:41.699" v="2100"/>
          <ac:spMkLst>
            <pc:docMk/>
            <pc:sldMk cId="858719692" sldId="357"/>
            <ac:spMk id="31" creationId="{35728BF9-850E-48BF-B245-0B5237427FF2}"/>
          </ac:spMkLst>
        </pc:spChg>
        <pc:spChg chg="add mod">
          <ac:chgData name="Josué Silva de Morais" userId="f406c2cd-edfc-4057-be10-75858098c663" providerId="ADAL" clId="{A1824FC7-00A9-4708-B7FB-71BF84356830}" dt="2026-05-11T11:22:41.711" v="2109"/>
          <ac:spMkLst>
            <pc:docMk/>
            <pc:sldMk cId="858719692" sldId="357"/>
            <ac:spMk id="32" creationId="{56BBD080-C311-4B59-8017-B94256D63640}"/>
          </ac:spMkLst>
        </pc:spChg>
        <pc:spChg chg="add mod">
          <ac:chgData name="Josué Silva de Morais" userId="f406c2cd-edfc-4057-be10-75858098c663" providerId="ADAL" clId="{A1824FC7-00A9-4708-B7FB-71BF84356830}" dt="2026-05-11T11:22:41.714" v="2112"/>
          <ac:spMkLst>
            <pc:docMk/>
            <pc:sldMk cId="858719692" sldId="357"/>
            <ac:spMk id="33" creationId="{D2210446-2D29-4D57-B694-51B304CF6B03}"/>
          </ac:spMkLst>
        </pc:spChg>
        <pc:spChg chg="add mod">
          <ac:chgData name="Josué Silva de Morais" userId="f406c2cd-edfc-4057-be10-75858098c663" providerId="ADAL" clId="{A1824FC7-00A9-4708-B7FB-71BF84356830}" dt="2026-05-11T11:22:41.719" v="2115"/>
          <ac:spMkLst>
            <pc:docMk/>
            <pc:sldMk cId="858719692" sldId="357"/>
            <ac:spMk id="34" creationId="{F9D0B292-B7CE-4FF7-99FF-84FD6CF8DADB}"/>
          </ac:spMkLst>
        </pc:spChg>
        <pc:spChg chg="add mod">
          <ac:chgData name="Josué Silva de Morais" userId="f406c2cd-edfc-4057-be10-75858098c663" providerId="ADAL" clId="{A1824FC7-00A9-4708-B7FB-71BF84356830}" dt="2026-05-11T11:22:41.722" v="2118"/>
          <ac:spMkLst>
            <pc:docMk/>
            <pc:sldMk cId="858719692" sldId="357"/>
            <ac:spMk id="35" creationId="{917147AE-0CD1-47EF-8884-4BA22063B937}"/>
          </ac:spMkLst>
        </pc:spChg>
        <pc:spChg chg="add mod">
          <ac:chgData name="Josué Silva de Morais" userId="f406c2cd-edfc-4057-be10-75858098c663" providerId="ADAL" clId="{A1824FC7-00A9-4708-B7FB-71BF84356830}" dt="2026-05-11T11:22:41.725" v="2121"/>
          <ac:spMkLst>
            <pc:docMk/>
            <pc:sldMk cId="858719692" sldId="357"/>
            <ac:spMk id="36" creationId="{3DDC349D-0005-4275-A464-DE9C3021F6D6}"/>
          </ac:spMkLst>
        </pc:spChg>
        <pc:spChg chg="add mod">
          <ac:chgData name="Josué Silva de Morais" userId="f406c2cd-edfc-4057-be10-75858098c663" providerId="ADAL" clId="{A1824FC7-00A9-4708-B7FB-71BF84356830}" dt="2026-05-11T11:22:41.728" v="2124"/>
          <ac:spMkLst>
            <pc:docMk/>
            <pc:sldMk cId="858719692" sldId="357"/>
            <ac:spMk id="37" creationId="{84BEAE1D-E0EF-4D26-AD02-484C415A93DE}"/>
          </ac:spMkLst>
        </pc:spChg>
        <pc:spChg chg="add mod">
          <ac:chgData name="Josué Silva de Morais" userId="f406c2cd-edfc-4057-be10-75858098c663" providerId="ADAL" clId="{A1824FC7-00A9-4708-B7FB-71BF84356830}" dt="2026-05-11T11:22:41.735" v="2127"/>
          <ac:spMkLst>
            <pc:docMk/>
            <pc:sldMk cId="858719692" sldId="357"/>
            <ac:spMk id="38" creationId="{77332407-09AF-4EDE-83F6-42B557CA837C}"/>
          </ac:spMkLst>
        </pc:spChg>
        <pc:spChg chg="add mod">
          <ac:chgData name="Josué Silva de Morais" userId="f406c2cd-edfc-4057-be10-75858098c663" providerId="ADAL" clId="{A1824FC7-00A9-4708-B7FB-71BF84356830}" dt="2026-05-11T11:22:41.739" v="2130"/>
          <ac:spMkLst>
            <pc:docMk/>
            <pc:sldMk cId="858719692" sldId="357"/>
            <ac:spMk id="39" creationId="{21CB14FC-5931-4BFD-B1CB-1B3697850A21}"/>
          </ac:spMkLst>
        </pc:spChg>
        <pc:spChg chg="add mod">
          <ac:chgData name="Josué Silva de Morais" userId="f406c2cd-edfc-4057-be10-75858098c663" providerId="ADAL" clId="{A1824FC7-00A9-4708-B7FB-71BF84356830}" dt="2026-05-11T11:22:41.741" v="2133"/>
          <ac:spMkLst>
            <pc:docMk/>
            <pc:sldMk cId="858719692" sldId="357"/>
            <ac:spMk id="40" creationId="{FF4BADC9-C764-4E31-BFD4-0A3A1E725990}"/>
          </ac:spMkLst>
        </pc:spChg>
        <pc:spChg chg="add mod">
          <ac:chgData name="Josué Silva de Morais" userId="f406c2cd-edfc-4057-be10-75858098c663" providerId="ADAL" clId="{A1824FC7-00A9-4708-B7FB-71BF84356830}" dt="2026-05-11T11:22:41.747" v="2142"/>
          <ac:spMkLst>
            <pc:docMk/>
            <pc:sldMk cId="858719692" sldId="357"/>
            <ac:spMk id="41" creationId="{919484D9-A014-4734-91BB-FAA4BF76639E}"/>
          </ac:spMkLst>
        </pc:spChg>
        <pc:spChg chg="add mod">
          <ac:chgData name="Josué Silva de Morais" userId="f406c2cd-edfc-4057-be10-75858098c663" providerId="ADAL" clId="{A1824FC7-00A9-4708-B7FB-71BF84356830}" dt="2026-05-11T11:22:41.757" v="2151"/>
          <ac:spMkLst>
            <pc:docMk/>
            <pc:sldMk cId="858719692" sldId="357"/>
            <ac:spMk id="42" creationId="{2314DDEE-DE56-4C55-80A9-62BE6AA3E5F8}"/>
          </ac:spMkLst>
        </pc:spChg>
        <pc:spChg chg="add mod">
          <ac:chgData name="Josué Silva de Morais" userId="f406c2cd-edfc-4057-be10-75858098c663" providerId="ADAL" clId="{A1824FC7-00A9-4708-B7FB-71BF84356830}" dt="2026-05-11T11:22:41.761" v="2156"/>
          <ac:spMkLst>
            <pc:docMk/>
            <pc:sldMk cId="858719692" sldId="357"/>
            <ac:spMk id="43" creationId="{FAB82B47-3D5D-4E5F-81FB-CC2C40D59DFE}"/>
          </ac:spMkLst>
        </pc:spChg>
        <pc:spChg chg="add mod">
          <ac:chgData name="Josué Silva de Morais" userId="f406c2cd-edfc-4057-be10-75858098c663" providerId="ADAL" clId="{A1824FC7-00A9-4708-B7FB-71BF84356830}" dt="2026-05-11T11:22:41.763" v="2160"/>
          <ac:spMkLst>
            <pc:docMk/>
            <pc:sldMk cId="858719692" sldId="357"/>
            <ac:spMk id="44" creationId="{E52E7D08-FECE-4E52-8213-AF3A7911DDBD}"/>
          </ac:spMkLst>
        </pc:spChg>
        <pc:spChg chg="add mod">
          <ac:chgData name="Josué Silva de Morais" userId="f406c2cd-edfc-4057-be10-75858098c663" providerId="ADAL" clId="{A1824FC7-00A9-4708-B7FB-71BF84356830}" dt="2026-05-11T11:22:41.772" v="2166"/>
          <ac:spMkLst>
            <pc:docMk/>
            <pc:sldMk cId="858719692" sldId="357"/>
            <ac:spMk id="45" creationId="{8F2FBE27-7DF5-4EB5-B653-22C0DC563DB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4.470" v="2190"/>
        <pc:sldMkLst>
          <pc:docMk/>
          <pc:sldMk cId="2877227461" sldId="358"/>
        </pc:sldMkLst>
        <pc:spChg chg="add mod">
          <ac:chgData name="Josué Silva de Morais" userId="f406c2cd-edfc-4057-be10-75858098c663" providerId="ADAL" clId="{A1824FC7-00A9-4708-B7FB-71BF84356830}" dt="2026-05-11T11:24:04.451" v="2170"/>
          <ac:spMkLst>
            <pc:docMk/>
            <pc:sldMk cId="2877227461" sldId="358"/>
            <ac:spMk id="2" creationId="{A5BE3A0A-1E4C-4BC1-94D4-745E713300C2}"/>
          </ac:spMkLst>
        </pc:spChg>
        <pc:spChg chg="add mod">
          <ac:chgData name="Josué Silva de Morais" userId="f406c2cd-edfc-4057-be10-75858098c663" providerId="ADAL" clId="{A1824FC7-00A9-4708-B7FB-71BF84356830}" dt="2026-05-11T11:24:04.453" v="2173"/>
          <ac:spMkLst>
            <pc:docMk/>
            <pc:sldMk cId="2877227461" sldId="358"/>
            <ac:spMk id="3" creationId="{3B6A42F7-2ACF-40A6-8278-E49A2BCDA9BC}"/>
          </ac:spMkLst>
        </pc:spChg>
        <pc:spChg chg="add mod">
          <ac:chgData name="Josué Silva de Morais" userId="f406c2cd-edfc-4057-be10-75858098c663" providerId="ADAL" clId="{A1824FC7-00A9-4708-B7FB-71BF84356830}" dt="2026-05-11T11:24:04.461" v="2179"/>
          <ac:spMkLst>
            <pc:docMk/>
            <pc:sldMk cId="2877227461" sldId="358"/>
            <ac:spMk id="4" creationId="{B847598E-D808-48DC-92E8-B40CEEE14FCC}"/>
          </ac:spMkLst>
        </pc:spChg>
        <pc:spChg chg="add mod">
          <ac:chgData name="Josué Silva de Morais" userId="f406c2cd-edfc-4057-be10-75858098c663" providerId="ADAL" clId="{A1824FC7-00A9-4708-B7FB-71BF84356830}" dt="2026-05-11T11:24:04.466" v="2185"/>
          <ac:spMkLst>
            <pc:docMk/>
            <pc:sldMk cId="2877227461" sldId="358"/>
            <ac:spMk id="5" creationId="{2698F7F2-FAC7-4D45-BD28-BC611339F0FC}"/>
          </ac:spMkLst>
        </pc:spChg>
        <pc:spChg chg="add mod">
          <ac:chgData name="Josué Silva de Morais" userId="f406c2cd-edfc-4057-be10-75858098c663" providerId="ADAL" clId="{A1824FC7-00A9-4708-B7FB-71BF84356830}" dt="2026-05-11T11:24:04.470" v="2190"/>
          <ac:spMkLst>
            <pc:docMk/>
            <pc:sldMk cId="2877227461" sldId="358"/>
            <ac:spMk id="6" creationId="{9D6D90F1-AA0B-44E0-8600-07C6F912316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4.570" v="2277"/>
        <pc:sldMkLst>
          <pc:docMk/>
          <pc:sldMk cId="4051149812" sldId="359"/>
        </pc:sldMkLst>
        <pc:spChg chg="add mod">
          <ac:chgData name="Josué Silva de Morais" userId="f406c2cd-edfc-4057-be10-75858098c663" providerId="ADAL" clId="{A1824FC7-00A9-4708-B7FB-71BF84356830}" dt="2026-05-11T11:24:04.492" v="2194"/>
          <ac:spMkLst>
            <pc:docMk/>
            <pc:sldMk cId="4051149812" sldId="359"/>
            <ac:spMk id="2" creationId="{E62AA117-B942-48E9-A7BD-F2A8A4AE68B0}"/>
          </ac:spMkLst>
        </pc:spChg>
        <pc:spChg chg="add mod">
          <ac:chgData name="Josué Silva de Morais" userId="f406c2cd-edfc-4057-be10-75858098c663" providerId="ADAL" clId="{A1824FC7-00A9-4708-B7FB-71BF84356830}" dt="2026-05-11T11:24:04.496" v="2200"/>
          <ac:spMkLst>
            <pc:docMk/>
            <pc:sldMk cId="4051149812" sldId="359"/>
            <ac:spMk id="3" creationId="{463C20A6-E484-476D-91D7-2B1D0315F3CA}"/>
          </ac:spMkLst>
        </pc:spChg>
        <pc:spChg chg="add mod">
          <ac:chgData name="Josué Silva de Morais" userId="f406c2cd-edfc-4057-be10-75858098c663" providerId="ADAL" clId="{A1824FC7-00A9-4708-B7FB-71BF84356830}" dt="2026-05-11T11:24:04.501" v="2206"/>
          <ac:spMkLst>
            <pc:docMk/>
            <pc:sldMk cId="4051149812" sldId="359"/>
            <ac:spMk id="4" creationId="{A5FCAF21-62E5-4436-87B8-881094F6FC2D}"/>
          </ac:spMkLst>
        </pc:spChg>
        <pc:spChg chg="add mod">
          <ac:chgData name="Josué Silva de Morais" userId="f406c2cd-edfc-4057-be10-75858098c663" providerId="ADAL" clId="{A1824FC7-00A9-4708-B7FB-71BF84356830}" dt="2026-05-11T11:24:04.503" v="2209"/>
          <ac:spMkLst>
            <pc:docMk/>
            <pc:sldMk cId="4051149812" sldId="359"/>
            <ac:spMk id="5" creationId="{CAF76A8A-1217-4241-AB02-EF7F042E8C24}"/>
          </ac:spMkLst>
        </pc:spChg>
        <pc:spChg chg="add mod">
          <ac:chgData name="Josué Silva de Morais" userId="f406c2cd-edfc-4057-be10-75858098c663" providerId="ADAL" clId="{A1824FC7-00A9-4708-B7FB-71BF84356830}" dt="2026-05-11T11:24:04.509" v="2213"/>
          <ac:spMkLst>
            <pc:docMk/>
            <pc:sldMk cId="4051149812" sldId="359"/>
            <ac:spMk id="6" creationId="{A87541D2-47E8-4B1D-B862-244630135A51}"/>
          </ac:spMkLst>
        </pc:spChg>
        <pc:spChg chg="add mod">
          <ac:chgData name="Josué Silva de Morais" userId="f406c2cd-edfc-4057-be10-75858098c663" providerId="ADAL" clId="{A1824FC7-00A9-4708-B7FB-71BF84356830}" dt="2026-05-11T11:24:04.514" v="2219"/>
          <ac:spMkLst>
            <pc:docMk/>
            <pc:sldMk cId="4051149812" sldId="359"/>
            <ac:spMk id="7" creationId="{667AFF40-A601-4223-98A0-C34806D884E6}"/>
          </ac:spMkLst>
        </pc:spChg>
        <pc:spChg chg="add mod">
          <ac:chgData name="Josué Silva de Morais" userId="f406c2cd-edfc-4057-be10-75858098c663" providerId="ADAL" clId="{A1824FC7-00A9-4708-B7FB-71BF84356830}" dt="2026-05-11T11:24:04.518" v="2224"/>
          <ac:spMkLst>
            <pc:docMk/>
            <pc:sldMk cId="4051149812" sldId="359"/>
            <ac:spMk id="8" creationId="{26E7F204-5F60-4AA6-9F88-A53F12997AFA}"/>
          </ac:spMkLst>
        </pc:spChg>
        <pc:spChg chg="add mod">
          <ac:chgData name="Josué Silva de Morais" userId="f406c2cd-edfc-4057-be10-75858098c663" providerId="ADAL" clId="{A1824FC7-00A9-4708-B7FB-71BF84356830}" dt="2026-05-11T11:24:04.526" v="2230"/>
          <ac:spMkLst>
            <pc:docMk/>
            <pc:sldMk cId="4051149812" sldId="359"/>
            <ac:spMk id="9" creationId="{6D009A97-A24D-4EA5-A2D9-0712E01CA59C}"/>
          </ac:spMkLst>
        </pc:spChg>
        <pc:spChg chg="add mod">
          <ac:chgData name="Josué Silva de Morais" userId="f406c2cd-edfc-4057-be10-75858098c663" providerId="ADAL" clId="{A1824FC7-00A9-4708-B7FB-71BF84356830}" dt="2026-05-11T11:24:04.528" v="2233"/>
          <ac:spMkLst>
            <pc:docMk/>
            <pc:sldMk cId="4051149812" sldId="359"/>
            <ac:spMk id="10" creationId="{413B4495-BBA5-488D-8DBD-2C238E525AB8}"/>
          </ac:spMkLst>
        </pc:spChg>
        <pc:spChg chg="add mod">
          <ac:chgData name="Josué Silva de Morais" userId="f406c2cd-edfc-4057-be10-75858098c663" providerId="ADAL" clId="{A1824FC7-00A9-4708-B7FB-71BF84356830}" dt="2026-05-11T11:24:04.532" v="2238"/>
          <ac:spMkLst>
            <pc:docMk/>
            <pc:sldMk cId="4051149812" sldId="359"/>
            <ac:spMk id="11" creationId="{7DB61029-B1AC-4D3F-A4F0-825BE9ED9726}"/>
          </ac:spMkLst>
        </pc:spChg>
        <pc:spChg chg="add mod">
          <ac:chgData name="Josué Silva de Morais" userId="f406c2cd-edfc-4057-be10-75858098c663" providerId="ADAL" clId="{A1824FC7-00A9-4708-B7FB-71BF84356830}" dt="2026-05-11T11:24:04.534" v="2241"/>
          <ac:spMkLst>
            <pc:docMk/>
            <pc:sldMk cId="4051149812" sldId="359"/>
            <ac:spMk id="12" creationId="{0B55DA8E-B034-4E29-8F95-D998DCF4B734}"/>
          </ac:spMkLst>
        </pc:spChg>
        <pc:spChg chg="add mod">
          <ac:chgData name="Josué Silva de Morais" userId="f406c2cd-edfc-4057-be10-75858098c663" providerId="ADAL" clId="{A1824FC7-00A9-4708-B7FB-71BF84356830}" dt="2026-05-11T11:24:04.540" v="2246"/>
          <ac:spMkLst>
            <pc:docMk/>
            <pc:sldMk cId="4051149812" sldId="359"/>
            <ac:spMk id="13" creationId="{0C9BFE4E-1158-44F5-87D5-8CF049885F6E}"/>
          </ac:spMkLst>
        </pc:spChg>
        <pc:spChg chg="add mod">
          <ac:chgData name="Josué Silva de Morais" userId="f406c2cd-edfc-4057-be10-75858098c663" providerId="ADAL" clId="{A1824FC7-00A9-4708-B7FB-71BF84356830}" dt="2026-05-11T11:24:04.543" v="2249"/>
          <ac:spMkLst>
            <pc:docMk/>
            <pc:sldMk cId="4051149812" sldId="359"/>
            <ac:spMk id="14" creationId="{DB4EFB59-E106-42C1-ADD2-9E0813608E38}"/>
          </ac:spMkLst>
        </pc:spChg>
        <pc:spChg chg="add mod">
          <ac:chgData name="Josué Silva de Morais" userId="f406c2cd-edfc-4057-be10-75858098c663" providerId="ADAL" clId="{A1824FC7-00A9-4708-B7FB-71BF84356830}" dt="2026-05-11T11:24:04.547" v="2254"/>
          <ac:spMkLst>
            <pc:docMk/>
            <pc:sldMk cId="4051149812" sldId="359"/>
            <ac:spMk id="15" creationId="{A42A80C4-82CA-4E60-AB16-C9F8795F89F1}"/>
          </ac:spMkLst>
        </pc:spChg>
        <pc:spChg chg="add mod">
          <ac:chgData name="Josué Silva de Morais" userId="f406c2cd-edfc-4057-be10-75858098c663" providerId="ADAL" clId="{A1824FC7-00A9-4708-B7FB-71BF84356830}" dt="2026-05-11T11:24:04.549" v="2257"/>
          <ac:spMkLst>
            <pc:docMk/>
            <pc:sldMk cId="4051149812" sldId="359"/>
            <ac:spMk id="16" creationId="{0682C628-5520-41BA-9038-20D7868DEA3C}"/>
          </ac:spMkLst>
        </pc:spChg>
        <pc:spChg chg="add mod">
          <ac:chgData name="Josué Silva de Morais" userId="f406c2cd-edfc-4057-be10-75858098c663" providerId="ADAL" clId="{A1824FC7-00A9-4708-B7FB-71BF84356830}" dt="2026-05-11T11:24:04.553" v="2262"/>
          <ac:spMkLst>
            <pc:docMk/>
            <pc:sldMk cId="4051149812" sldId="359"/>
            <ac:spMk id="17" creationId="{D4D3DF7A-D59D-40B1-95A0-C110DAE0218B}"/>
          </ac:spMkLst>
        </pc:spChg>
        <pc:spChg chg="add mod">
          <ac:chgData name="Josué Silva de Morais" userId="f406c2cd-edfc-4057-be10-75858098c663" providerId="ADAL" clId="{A1824FC7-00A9-4708-B7FB-71BF84356830}" dt="2026-05-11T11:24:04.557" v="2265"/>
          <ac:spMkLst>
            <pc:docMk/>
            <pc:sldMk cId="4051149812" sldId="359"/>
            <ac:spMk id="18" creationId="{6D85F7DE-F96B-4E0C-BDDC-CCC62387336D}"/>
          </ac:spMkLst>
        </pc:spChg>
        <pc:spChg chg="add mod">
          <ac:chgData name="Josué Silva de Morais" userId="f406c2cd-edfc-4057-be10-75858098c663" providerId="ADAL" clId="{A1824FC7-00A9-4708-B7FB-71BF84356830}" dt="2026-05-11T11:24:04.563" v="2271"/>
          <ac:spMkLst>
            <pc:docMk/>
            <pc:sldMk cId="4051149812" sldId="359"/>
            <ac:spMk id="19" creationId="{FAE82882-88D9-4E48-BABB-F6EB6107F98C}"/>
          </ac:spMkLst>
        </pc:spChg>
        <pc:spChg chg="add mod">
          <ac:chgData name="Josué Silva de Morais" userId="f406c2cd-edfc-4057-be10-75858098c663" providerId="ADAL" clId="{A1824FC7-00A9-4708-B7FB-71BF84356830}" dt="2026-05-11T11:24:04.570" v="2277"/>
          <ac:spMkLst>
            <pc:docMk/>
            <pc:sldMk cId="4051149812" sldId="359"/>
            <ac:spMk id="20" creationId="{0DEE75E0-E42C-4D94-A915-12BBF3880678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4.775" v="2478"/>
        <pc:sldMkLst>
          <pc:docMk/>
          <pc:sldMk cId="894231771" sldId="360"/>
        </pc:sldMkLst>
        <pc:spChg chg="add mod">
          <ac:chgData name="Josué Silva de Morais" userId="f406c2cd-edfc-4057-be10-75858098c663" providerId="ADAL" clId="{A1824FC7-00A9-4708-B7FB-71BF84356830}" dt="2026-05-11T11:24:04.602" v="2281"/>
          <ac:spMkLst>
            <pc:docMk/>
            <pc:sldMk cId="894231771" sldId="360"/>
            <ac:spMk id="2" creationId="{131899CD-BF73-4716-A250-0915C8155AB7}"/>
          </ac:spMkLst>
        </pc:spChg>
        <pc:spChg chg="add mod">
          <ac:chgData name="Josué Silva de Morais" userId="f406c2cd-edfc-4057-be10-75858098c663" providerId="ADAL" clId="{A1824FC7-00A9-4708-B7FB-71BF84356830}" dt="2026-05-11T11:24:04.610" v="2287"/>
          <ac:spMkLst>
            <pc:docMk/>
            <pc:sldMk cId="894231771" sldId="360"/>
            <ac:spMk id="3" creationId="{016D8591-75A5-4174-AFF7-836E96AB2187}"/>
          </ac:spMkLst>
        </pc:spChg>
        <pc:spChg chg="add mod">
          <ac:chgData name="Josué Silva de Morais" userId="f406c2cd-edfc-4057-be10-75858098c663" providerId="ADAL" clId="{A1824FC7-00A9-4708-B7FB-71BF84356830}" dt="2026-05-11T11:24:04.614" v="2293"/>
          <ac:spMkLst>
            <pc:docMk/>
            <pc:sldMk cId="894231771" sldId="360"/>
            <ac:spMk id="4" creationId="{4DF6A528-8BB1-4AC7-B0F3-5D9718895941}"/>
          </ac:spMkLst>
        </pc:spChg>
        <pc:spChg chg="add mod">
          <ac:chgData name="Josué Silva de Morais" userId="f406c2cd-edfc-4057-be10-75858098c663" providerId="ADAL" clId="{A1824FC7-00A9-4708-B7FB-71BF84356830}" dt="2026-05-11T11:24:04.616" v="2296"/>
          <ac:spMkLst>
            <pc:docMk/>
            <pc:sldMk cId="894231771" sldId="360"/>
            <ac:spMk id="5" creationId="{96034A53-9517-496B-957E-14F5F436EF06}"/>
          </ac:spMkLst>
        </pc:spChg>
        <pc:spChg chg="add mod">
          <ac:chgData name="Josué Silva de Morais" userId="f406c2cd-edfc-4057-be10-75858098c663" providerId="ADAL" clId="{A1824FC7-00A9-4708-B7FB-71BF84356830}" dt="2026-05-11T11:24:04.621" v="2301"/>
          <ac:spMkLst>
            <pc:docMk/>
            <pc:sldMk cId="894231771" sldId="360"/>
            <ac:spMk id="6" creationId="{573CAB65-97C5-4764-A0ED-0D6CC512C26A}"/>
          </ac:spMkLst>
        </pc:spChg>
        <pc:spChg chg="add mod">
          <ac:chgData name="Josué Silva de Morais" userId="f406c2cd-edfc-4057-be10-75858098c663" providerId="ADAL" clId="{A1824FC7-00A9-4708-B7FB-71BF84356830}" dt="2026-05-11T11:24:04.629" v="2307"/>
          <ac:spMkLst>
            <pc:docMk/>
            <pc:sldMk cId="894231771" sldId="360"/>
            <ac:spMk id="7" creationId="{C127FC9A-066B-4CD3-873D-3D09B8322AC2}"/>
          </ac:spMkLst>
        </pc:spChg>
        <pc:spChg chg="add mod">
          <ac:chgData name="Josué Silva de Morais" userId="f406c2cd-edfc-4057-be10-75858098c663" providerId="ADAL" clId="{A1824FC7-00A9-4708-B7FB-71BF84356830}" dt="2026-05-11T11:24:04.630" v="2310"/>
          <ac:spMkLst>
            <pc:docMk/>
            <pc:sldMk cId="894231771" sldId="360"/>
            <ac:spMk id="8" creationId="{8EEA27E3-F622-4D28-B3CE-F989D3387A7D}"/>
          </ac:spMkLst>
        </pc:spChg>
        <pc:spChg chg="add mod">
          <ac:chgData name="Josué Silva de Morais" userId="f406c2cd-edfc-4057-be10-75858098c663" providerId="ADAL" clId="{A1824FC7-00A9-4708-B7FB-71BF84356830}" dt="2026-05-11T11:24:04.634" v="2316"/>
          <ac:spMkLst>
            <pc:docMk/>
            <pc:sldMk cId="894231771" sldId="360"/>
            <ac:spMk id="9" creationId="{E23D40CA-EFBE-443A-85F3-2EC404CCE46A}"/>
          </ac:spMkLst>
        </pc:spChg>
        <pc:spChg chg="add mod">
          <ac:chgData name="Josué Silva de Morais" userId="f406c2cd-edfc-4057-be10-75858098c663" providerId="ADAL" clId="{A1824FC7-00A9-4708-B7FB-71BF84356830}" dt="2026-05-11T11:24:04.636" v="2319"/>
          <ac:spMkLst>
            <pc:docMk/>
            <pc:sldMk cId="894231771" sldId="360"/>
            <ac:spMk id="10" creationId="{03BF8D09-50F3-4FEA-B790-B270357D5899}"/>
          </ac:spMkLst>
        </pc:spChg>
        <pc:spChg chg="add mod">
          <ac:chgData name="Josué Silva de Morais" userId="f406c2cd-edfc-4057-be10-75858098c663" providerId="ADAL" clId="{A1824FC7-00A9-4708-B7FB-71BF84356830}" dt="2026-05-11T11:24:04.645" v="2325"/>
          <ac:spMkLst>
            <pc:docMk/>
            <pc:sldMk cId="894231771" sldId="360"/>
            <ac:spMk id="11" creationId="{9D849E61-4B5A-40BC-A86F-367BBBAEAE5C}"/>
          </ac:spMkLst>
        </pc:spChg>
        <pc:spChg chg="add mod">
          <ac:chgData name="Josué Silva de Morais" userId="f406c2cd-edfc-4057-be10-75858098c663" providerId="ADAL" clId="{A1824FC7-00A9-4708-B7FB-71BF84356830}" dt="2026-05-11T11:24:04.646" v="2328"/>
          <ac:spMkLst>
            <pc:docMk/>
            <pc:sldMk cId="894231771" sldId="360"/>
            <ac:spMk id="12" creationId="{A5CE14F9-5A46-4BFB-A971-DD76C513DF83}"/>
          </ac:spMkLst>
        </pc:spChg>
        <pc:spChg chg="add mod">
          <ac:chgData name="Josué Silva de Morais" userId="f406c2cd-edfc-4057-be10-75858098c663" providerId="ADAL" clId="{A1824FC7-00A9-4708-B7FB-71BF84356830}" dt="2026-05-11T11:24:04.653" v="2337"/>
          <ac:spMkLst>
            <pc:docMk/>
            <pc:sldMk cId="894231771" sldId="360"/>
            <ac:spMk id="13" creationId="{89E608B2-CA81-47DA-A5B8-F4192B24A23D}"/>
          </ac:spMkLst>
        </pc:spChg>
        <pc:spChg chg="add mod">
          <ac:chgData name="Josué Silva de Morais" userId="f406c2cd-edfc-4057-be10-75858098c663" providerId="ADAL" clId="{A1824FC7-00A9-4708-B7FB-71BF84356830}" dt="2026-05-11T11:24:04.663" v="2346"/>
          <ac:spMkLst>
            <pc:docMk/>
            <pc:sldMk cId="894231771" sldId="360"/>
            <ac:spMk id="14" creationId="{404C7AB3-BDF1-4A43-B796-E7FD362EAF03}"/>
          </ac:spMkLst>
        </pc:spChg>
        <pc:spChg chg="add mod">
          <ac:chgData name="Josué Silva de Morais" userId="f406c2cd-edfc-4057-be10-75858098c663" providerId="ADAL" clId="{A1824FC7-00A9-4708-B7FB-71BF84356830}" dt="2026-05-11T11:24:04.669" v="2355"/>
          <ac:spMkLst>
            <pc:docMk/>
            <pc:sldMk cId="894231771" sldId="360"/>
            <ac:spMk id="15" creationId="{D0A6E6F1-3216-4AC1-9DE7-E41729C8174C}"/>
          </ac:spMkLst>
        </pc:spChg>
        <pc:spChg chg="add mod">
          <ac:chgData name="Josué Silva de Morais" userId="f406c2cd-edfc-4057-be10-75858098c663" providerId="ADAL" clId="{A1824FC7-00A9-4708-B7FB-71BF84356830}" dt="2026-05-11T11:24:04.678" v="2364"/>
          <ac:spMkLst>
            <pc:docMk/>
            <pc:sldMk cId="894231771" sldId="360"/>
            <ac:spMk id="16" creationId="{58BDFB52-9659-4DDF-98CC-70F2E33CD6E7}"/>
          </ac:spMkLst>
        </pc:spChg>
        <pc:spChg chg="add mod">
          <ac:chgData name="Josué Silva de Morais" userId="f406c2cd-edfc-4057-be10-75858098c663" providerId="ADAL" clId="{A1824FC7-00A9-4708-B7FB-71BF84356830}" dt="2026-05-11T11:24:04.686" v="2373"/>
          <ac:spMkLst>
            <pc:docMk/>
            <pc:sldMk cId="894231771" sldId="360"/>
            <ac:spMk id="17" creationId="{3F816F2B-8317-470B-8166-C1E756E15F88}"/>
          </ac:spMkLst>
        </pc:spChg>
        <pc:spChg chg="add mod">
          <ac:chgData name="Josué Silva de Morais" userId="f406c2cd-edfc-4057-be10-75858098c663" providerId="ADAL" clId="{A1824FC7-00A9-4708-B7FB-71BF84356830}" dt="2026-05-11T11:24:04.694" v="2382"/>
          <ac:spMkLst>
            <pc:docMk/>
            <pc:sldMk cId="894231771" sldId="360"/>
            <ac:spMk id="18" creationId="{446D9AB8-5476-4A37-BEAB-2960FA324EAB}"/>
          </ac:spMkLst>
        </pc:spChg>
        <pc:spChg chg="add mod">
          <ac:chgData name="Josué Silva de Morais" userId="f406c2cd-edfc-4057-be10-75858098c663" providerId="ADAL" clId="{A1824FC7-00A9-4708-B7FB-71BF84356830}" dt="2026-05-11T11:24:04.703" v="2391"/>
          <ac:spMkLst>
            <pc:docMk/>
            <pc:sldMk cId="894231771" sldId="360"/>
            <ac:spMk id="19" creationId="{61BEC028-5F4C-4E83-972A-D1A20EE4A06B}"/>
          </ac:spMkLst>
        </pc:spChg>
        <pc:spChg chg="add mod">
          <ac:chgData name="Josué Silva de Morais" userId="f406c2cd-edfc-4057-be10-75858098c663" providerId="ADAL" clId="{A1824FC7-00A9-4708-B7FB-71BF84356830}" dt="2026-05-11T11:24:04.711" v="2400"/>
          <ac:spMkLst>
            <pc:docMk/>
            <pc:sldMk cId="894231771" sldId="360"/>
            <ac:spMk id="20" creationId="{63FDEEC2-7C48-4059-A1BE-7164D1D0105E}"/>
          </ac:spMkLst>
        </pc:spChg>
        <pc:spChg chg="add mod">
          <ac:chgData name="Josué Silva de Morais" userId="f406c2cd-edfc-4057-be10-75858098c663" providerId="ADAL" clId="{A1824FC7-00A9-4708-B7FB-71BF84356830}" dt="2026-05-11T11:24:04.717" v="2409"/>
          <ac:spMkLst>
            <pc:docMk/>
            <pc:sldMk cId="894231771" sldId="360"/>
            <ac:spMk id="21" creationId="{EC8EB0E6-D2A0-4468-BDC4-105EC41BD9A1}"/>
          </ac:spMkLst>
        </pc:spChg>
        <pc:spChg chg="add mod">
          <ac:chgData name="Josué Silva de Morais" userId="f406c2cd-edfc-4057-be10-75858098c663" providerId="ADAL" clId="{A1824FC7-00A9-4708-B7FB-71BF84356830}" dt="2026-05-11T11:24:04.726" v="2418"/>
          <ac:spMkLst>
            <pc:docMk/>
            <pc:sldMk cId="894231771" sldId="360"/>
            <ac:spMk id="22" creationId="{49759621-54B9-4580-9C63-8CFD623735F3}"/>
          </ac:spMkLst>
        </pc:spChg>
        <pc:spChg chg="add mod">
          <ac:chgData name="Josué Silva de Morais" userId="f406c2cd-edfc-4057-be10-75858098c663" providerId="ADAL" clId="{A1824FC7-00A9-4708-B7FB-71BF84356830}" dt="2026-05-11T11:24:04.731" v="2427"/>
          <ac:spMkLst>
            <pc:docMk/>
            <pc:sldMk cId="894231771" sldId="360"/>
            <ac:spMk id="23" creationId="{2C8D10C7-B6B9-4ED3-8DDB-4130B1FC91F4}"/>
          </ac:spMkLst>
        </pc:spChg>
        <pc:spChg chg="add mod">
          <ac:chgData name="Josué Silva de Morais" userId="f406c2cd-edfc-4057-be10-75858098c663" providerId="ADAL" clId="{A1824FC7-00A9-4708-B7FB-71BF84356830}" dt="2026-05-11T11:24:04.738" v="2436"/>
          <ac:spMkLst>
            <pc:docMk/>
            <pc:sldMk cId="894231771" sldId="360"/>
            <ac:spMk id="24" creationId="{98794A24-9E47-425D-B96B-26A28D386045}"/>
          </ac:spMkLst>
        </pc:spChg>
        <pc:spChg chg="add mod">
          <ac:chgData name="Josué Silva de Morais" userId="f406c2cd-edfc-4057-be10-75858098c663" providerId="ADAL" clId="{A1824FC7-00A9-4708-B7FB-71BF84356830}" dt="2026-05-11T11:24:04.746" v="2445"/>
          <ac:spMkLst>
            <pc:docMk/>
            <pc:sldMk cId="894231771" sldId="360"/>
            <ac:spMk id="25" creationId="{21FE56F0-EFE4-40D8-B09F-C50D2E707D04}"/>
          </ac:spMkLst>
        </pc:spChg>
        <pc:spChg chg="add mod">
          <ac:chgData name="Josué Silva de Morais" userId="f406c2cd-edfc-4057-be10-75858098c663" providerId="ADAL" clId="{A1824FC7-00A9-4708-B7FB-71BF84356830}" dt="2026-05-11T11:24:04.752" v="2454"/>
          <ac:spMkLst>
            <pc:docMk/>
            <pc:sldMk cId="894231771" sldId="360"/>
            <ac:spMk id="26" creationId="{5F0CFDA2-09AC-410E-B204-71A3A2B12465}"/>
          </ac:spMkLst>
        </pc:spChg>
        <pc:spChg chg="add mod">
          <ac:chgData name="Josué Silva de Morais" userId="f406c2cd-edfc-4057-be10-75858098c663" providerId="ADAL" clId="{A1824FC7-00A9-4708-B7FB-71BF84356830}" dt="2026-05-11T11:24:04.761" v="2463"/>
          <ac:spMkLst>
            <pc:docMk/>
            <pc:sldMk cId="894231771" sldId="360"/>
            <ac:spMk id="27" creationId="{29192486-6005-4DBC-81E1-21AF97A444C7}"/>
          </ac:spMkLst>
        </pc:spChg>
        <pc:spChg chg="add mod">
          <ac:chgData name="Josué Silva de Morais" userId="f406c2cd-edfc-4057-be10-75858098c663" providerId="ADAL" clId="{A1824FC7-00A9-4708-B7FB-71BF84356830}" dt="2026-05-11T11:24:04.765" v="2468"/>
          <ac:spMkLst>
            <pc:docMk/>
            <pc:sldMk cId="894231771" sldId="360"/>
            <ac:spMk id="28" creationId="{E87EE887-9253-44DF-BF3A-3A00203A6DD2}"/>
          </ac:spMkLst>
        </pc:spChg>
        <pc:spChg chg="add mod">
          <ac:chgData name="Josué Silva de Morais" userId="f406c2cd-edfc-4057-be10-75858098c663" providerId="ADAL" clId="{A1824FC7-00A9-4708-B7FB-71BF84356830}" dt="2026-05-11T11:24:04.767" v="2472"/>
          <ac:spMkLst>
            <pc:docMk/>
            <pc:sldMk cId="894231771" sldId="360"/>
            <ac:spMk id="29" creationId="{380E6C34-E257-4AEC-AE90-477CCF6A050F}"/>
          </ac:spMkLst>
        </pc:spChg>
        <pc:spChg chg="add mod">
          <ac:chgData name="Josué Silva de Morais" userId="f406c2cd-edfc-4057-be10-75858098c663" providerId="ADAL" clId="{A1824FC7-00A9-4708-B7FB-71BF84356830}" dt="2026-05-11T11:24:04.775" v="2478"/>
          <ac:spMkLst>
            <pc:docMk/>
            <pc:sldMk cId="894231771" sldId="360"/>
            <ac:spMk id="30" creationId="{AF353F06-E67F-4C8D-B458-D43A5F9253A5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05.189" v="2677"/>
        <pc:sldMkLst>
          <pc:docMk/>
          <pc:sldMk cId="1586279627" sldId="361"/>
        </pc:sldMkLst>
        <pc:spChg chg="add mod">
          <ac:chgData name="Josué Silva de Morais" userId="f406c2cd-edfc-4057-be10-75858098c663" providerId="ADAL" clId="{A1824FC7-00A9-4708-B7FB-71BF84356830}" dt="2026-05-11T11:24:04.832" v="2482"/>
          <ac:spMkLst>
            <pc:docMk/>
            <pc:sldMk cId="1586279627" sldId="361"/>
            <ac:spMk id="2" creationId="{2BA2E30B-8429-4EA7-B202-B857915D9EE9}"/>
          </ac:spMkLst>
        </pc:spChg>
        <pc:spChg chg="add mod">
          <ac:chgData name="Josué Silva de Morais" userId="f406c2cd-edfc-4057-be10-75858098c663" providerId="ADAL" clId="{A1824FC7-00A9-4708-B7FB-71BF84356830}" dt="2026-05-11T11:24:04.836" v="2488"/>
          <ac:spMkLst>
            <pc:docMk/>
            <pc:sldMk cId="1586279627" sldId="361"/>
            <ac:spMk id="3" creationId="{81CB8174-08D0-4787-9B6B-55B47D4CC952}"/>
          </ac:spMkLst>
        </pc:spChg>
        <pc:spChg chg="add mod">
          <ac:chgData name="Josué Silva de Morais" userId="f406c2cd-edfc-4057-be10-75858098c663" providerId="ADAL" clId="{A1824FC7-00A9-4708-B7FB-71BF84356830}" dt="2026-05-11T11:24:04.845" v="2494"/>
          <ac:spMkLst>
            <pc:docMk/>
            <pc:sldMk cId="1586279627" sldId="361"/>
            <ac:spMk id="4" creationId="{2DB984A2-4243-43E0-A452-5BFD3F62AE6A}"/>
          </ac:spMkLst>
        </pc:spChg>
        <pc:spChg chg="add mod">
          <ac:chgData name="Josué Silva de Morais" userId="f406c2cd-edfc-4057-be10-75858098c663" providerId="ADAL" clId="{A1824FC7-00A9-4708-B7FB-71BF84356830}" dt="2026-05-11T11:24:04.848" v="2497"/>
          <ac:spMkLst>
            <pc:docMk/>
            <pc:sldMk cId="1586279627" sldId="361"/>
            <ac:spMk id="5" creationId="{8929202E-812E-4384-9818-2BE6800793BB}"/>
          </ac:spMkLst>
        </pc:spChg>
        <pc:spChg chg="add mod">
          <ac:chgData name="Josué Silva de Morais" userId="f406c2cd-edfc-4057-be10-75858098c663" providerId="ADAL" clId="{A1824FC7-00A9-4708-B7FB-71BF84356830}" dt="2026-05-11T11:24:04.853" v="2502"/>
          <ac:spMkLst>
            <pc:docMk/>
            <pc:sldMk cId="1586279627" sldId="361"/>
            <ac:spMk id="6" creationId="{9358454F-16D2-4BF7-9EED-A80D48222814}"/>
          </ac:spMkLst>
        </pc:spChg>
        <pc:spChg chg="add mod">
          <ac:chgData name="Josué Silva de Morais" userId="f406c2cd-edfc-4057-be10-75858098c663" providerId="ADAL" clId="{A1824FC7-00A9-4708-B7FB-71BF84356830}" dt="2026-05-11T11:24:04.860" v="2508"/>
          <ac:spMkLst>
            <pc:docMk/>
            <pc:sldMk cId="1586279627" sldId="361"/>
            <ac:spMk id="7" creationId="{57569E6E-5713-4402-BCD9-393C2E607814}"/>
          </ac:spMkLst>
        </pc:spChg>
        <pc:spChg chg="add mod">
          <ac:chgData name="Josué Silva de Morais" userId="f406c2cd-edfc-4057-be10-75858098c663" providerId="ADAL" clId="{A1824FC7-00A9-4708-B7FB-71BF84356830}" dt="2026-05-11T11:24:04.868" v="2518"/>
          <ac:spMkLst>
            <pc:docMk/>
            <pc:sldMk cId="1586279627" sldId="361"/>
            <ac:spMk id="8" creationId="{424B2C75-646C-4F73-BAE9-A5F163B15444}"/>
          </ac:spMkLst>
        </pc:spChg>
        <pc:spChg chg="add mod">
          <ac:chgData name="Josué Silva de Morais" userId="f406c2cd-edfc-4057-be10-75858098c663" providerId="ADAL" clId="{A1824FC7-00A9-4708-B7FB-71BF84356830}" dt="2026-05-11T11:24:04.898" v="2528"/>
          <ac:spMkLst>
            <pc:docMk/>
            <pc:sldMk cId="1586279627" sldId="361"/>
            <ac:spMk id="9" creationId="{303F520E-15B4-4688-AB70-60A693508D0F}"/>
          </ac:spMkLst>
        </pc:spChg>
        <pc:spChg chg="add mod">
          <ac:chgData name="Josué Silva de Morais" userId="f406c2cd-edfc-4057-be10-75858098c663" providerId="ADAL" clId="{A1824FC7-00A9-4708-B7FB-71BF84356830}" dt="2026-05-11T11:24:04.923" v="2538"/>
          <ac:spMkLst>
            <pc:docMk/>
            <pc:sldMk cId="1586279627" sldId="361"/>
            <ac:spMk id="10" creationId="{AE405C57-126E-4D5B-82D6-666AF33EFFE9}"/>
          </ac:spMkLst>
        </pc:spChg>
        <pc:spChg chg="add mod">
          <ac:chgData name="Josué Silva de Morais" userId="f406c2cd-edfc-4057-be10-75858098c663" providerId="ADAL" clId="{A1824FC7-00A9-4708-B7FB-71BF84356830}" dt="2026-05-11T11:24:04.930" v="2541"/>
          <ac:spMkLst>
            <pc:docMk/>
            <pc:sldMk cId="1586279627" sldId="361"/>
            <ac:spMk id="11" creationId="{6EBCDF31-2A3F-4CCB-ACD5-F6BE374D202D}"/>
          </ac:spMkLst>
        </pc:spChg>
        <pc:spChg chg="add mod">
          <ac:chgData name="Josué Silva de Morais" userId="f406c2cd-edfc-4057-be10-75858098c663" providerId="ADAL" clId="{A1824FC7-00A9-4708-B7FB-71BF84356830}" dt="2026-05-11T11:24:04.961" v="2551"/>
          <ac:spMkLst>
            <pc:docMk/>
            <pc:sldMk cId="1586279627" sldId="361"/>
            <ac:spMk id="12" creationId="{F23BC89C-47EE-4D78-AE35-2B378C9E1175}"/>
          </ac:spMkLst>
        </pc:spChg>
        <pc:spChg chg="add mod">
          <ac:chgData name="Josué Silva de Morais" userId="f406c2cd-edfc-4057-be10-75858098c663" providerId="ADAL" clId="{A1824FC7-00A9-4708-B7FB-71BF84356830}" dt="2026-05-11T11:24:04.967" v="2554"/>
          <ac:spMkLst>
            <pc:docMk/>
            <pc:sldMk cId="1586279627" sldId="361"/>
            <ac:spMk id="13" creationId="{D5827F46-1CF1-4194-8884-948ADDB6809E}"/>
          </ac:spMkLst>
        </pc:spChg>
        <pc:spChg chg="add mod">
          <ac:chgData name="Josué Silva de Morais" userId="f406c2cd-edfc-4057-be10-75858098c663" providerId="ADAL" clId="{A1824FC7-00A9-4708-B7FB-71BF84356830}" dt="2026-05-11T11:24:04.980" v="2559"/>
          <ac:spMkLst>
            <pc:docMk/>
            <pc:sldMk cId="1586279627" sldId="361"/>
            <ac:spMk id="14" creationId="{8EC2BB8D-CE34-4F76-A909-83F433793F95}"/>
          </ac:spMkLst>
        </pc:spChg>
        <pc:spChg chg="add mod">
          <ac:chgData name="Josué Silva de Morais" userId="f406c2cd-edfc-4057-be10-75858098c663" providerId="ADAL" clId="{A1824FC7-00A9-4708-B7FB-71BF84356830}" dt="2026-05-11T11:24:05.003" v="2565"/>
          <ac:spMkLst>
            <pc:docMk/>
            <pc:sldMk cId="1586279627" sldId="361"/>
            <ac:spMk id="15" creationId="{4FDE6A9C-7F7D-4EB2-A7DB-A3438F9251F9}"/>
          </ac:spMkLst>
        </pc:spChg>
        <pc:spChg chg="add mod">
          <ac:chgData name="Josué Silva de Morais" userId="f406c2cd-edfc-4057-be10-75858098c663" providerId="ADAL" clId="{A1824FC7-00A9-4708-B7FB-71BF84356830}" dt="2026-05-11T11:24:05.040" v="2575"/>
          <ac:spMkLst>
            <pc:docMk/>
            <pc:sldMk cId="1586279627" sldId="361"/>
            <ac:spMk id="16" creationId="{2C741561-ABC8-459D-804E-A233F24EAE72}"/>
          </ac:spMkLst>
        </pc:spChg>
        <pc:spChg chg="add mod">
          <ac:chgData name="Josué Silva de Morais" userId="f406c2cd-edfc-4057-be10-75858098c663" providerId="ADAL" clId="{A1824FC7-00A9-4708-B7FB-71BF84356830}" dt="2026-05-11T11:24:05.063" v="2585"/>
          <ac:spMkLst>
            <pc:docMk/>
            <pc:sldMk cId="1586279627" sldId="361"/>
            <ac:spMk id="17" creationId="{85C701A8-6336-484B-A5B1-A44850C15B76}"/>
          </ac:spMkLst>
        </pc:spChg>
        <pc:spChg chg="add mod">
          <ac:chgData name="Josué Silva de Morais" userId="f406c2cd-edfc-4057-be10-75858098c663" providerId="ADAL" clId="{A1824FC7-00A9-4708-B7FB-71BF84356830}" dt="2026-05-11T11:24:05.084" v="2595"/>
          <ac:spMkLst>
            <pc:docMk/>
            <pc:sldMk cId="1586279627" sldId="361"/>
            <ac:spMk id="18" creationId="{476B1321-D13D-41E9-B024-73F8EC0E8CC5}"/>
          </ac:spMkLst>
        </pc:spChg>
        <pc:spChg chg="add mod">
          <ac:chgData name="Josué Silva de Morais" userId="f406c2cd-edfc-4057-be10-75858098c663" providerId="ADAL" clId="{A1824FC7-00A9-4708-B7FB-71BF84356830}" dt="2026-05-11T11:24:05.092" v="2598"/>
          <ac:spMkLst>
            <pc:docMk/>
            <pc:sldMk cId="1586279627" sldId="361"/>
            <ac:spMk id="19" creationId="{2EBC0BA0-353A-4F58-88B6-A9674CCAE914}"/>
          </ac:spMkLst>
        </pc:spChg>
        <pc:spChg chg="add mod">
          <ac:chgData name="Josué Silva de Morais" userId="f406c2cd-edfc-4057-be10-75858098c663" providerId="ADAL" clId="{A1824FC7-00A9-4708-B7FB-71BF84356830}" dt="2026-05-11T11:24:05.112" v="2608"/>
          <ac:spMkLst>
            <pc:docMk/>
            <pc:sldMk cId="1586279627" sldId="361"/>
            <ac:spMk id="20" creationId="{CEDFD2C4-D7FD-4D1C-8F3D-624B17BAFA3B}"/>
          </ac:spMkLst>
        </pc:spChg>
        <pc:spChg chg="add mod">
          <ac:chgData name="Josué Silva de Morais" userId="f406c2cd-edfc-4057-be10-75858098c663" providerId="ADAL" clId="{A1824FC7-00A9-4708-B7FB-71BF84356830}" dt="2026-05-11T11:24:05.126" v="2611"/>
          <ac:spMkLst>
            <pc:docMk/>
            <pc:sldMk cId="1586279627" sldId="361"/>
            <ac:spMk id="21" creationId="{B940C455-FBD9-4FF3-B6A4-F1A6319E66F1}"/>
          </ac:spMkLst>
        </pc:spChg>
        <pc:spChg chg="add mod">
          <ac:chgData name="Josué Silva de Morais" userId="f406c2cd-edfc-4057-be10-75858098c663" providerId="ADAL" clId="{A1824FC7-00A9-4708-B7FB-71BF84356830}" dt="2026-05-11T11:24:05.133" v="2616"/>
          <ac:spMkLst>
            <pc:docMk/>
            <pc:sldMk cId="1586279627" sldId="361"/>
            <ac:spMk id="22" creationId="{D6C4E678-D289-41BA-9946-DD36EF035497}"/>
          </ac:spMkLst>
        </pc:spChg>
        <pc:spChg chg="add mod">
          <ac:chgData name="Josué Silva de Morais" userId="f406c2cd-edfc-4057-be10-75858098c663" providerId="ADAL" clId="{A1824FC7-00A9-4708-B7FB-71BF84356830}" dt="2026-05-11T11:24:05.144" v="2622"/>
          <ac:spMkLst>
            <pc:docMk/>
            <pc:sldMk cId="1586279627" sldId="361"/>
            <ac:spMk id="23" creationId="{FC0F689A-A3FE-4A8C-9CDC-544AF380F0CD}"/>
          </ac:spMkLst>
        </pc:spChg>
        <pc:spChg chg="add mod">
          <ac:chgData name="Josué Silva de Morais" userId="f406c2cd-edfc-4057-be10-75858098c663" providerId="ADAL" clId="{A1824FC7-00A9-4708-B7FB-71BF84356830}" dt="2026-05-11T11:24:05.153" v="2632"/>
          <ac:spMkLst>
            <pc:docMk/>
            <pc:sldMk cId="1586279627" sldId="361"/>
            <ac:spMk id="24" creationId="{483FF438-93D8-4588-9ED5-653475A50AE3}"/>
          </ac:spMkLst>
        </pc:spChg>
        <pc:spChg chg="add mod">
          <ac:chgData name="Josué Silva de Morais" userId="f406c2cd-edfc-4057-be10-75858098c663" providerId="ADAL" clId="{A1824FC7-00A9-4708-B7FB-71BF84356830}" dt="2026-05-11T11:24:05.161" v="2642"/>
          <ac:spMkLst>
            <pc:docMk/>
            <pc:sldMk cId="1586279627" sldId="361"/>
            <ac:spMk id="25" creationId="{BE464631-3C77-464C-8AB2-E668CB233925}"/>
          </ac:spMkLst>
        </pc:spChg>
        <pc:spChg chg="add mod">
          <ac:chgData name="Josué Silva de Morais" userId="f406c2cd-edfc-4057-be10-75858098c663" providerId="ADAL" clId="{A1824FC7-00A9-4708-B7FB-71BF84356830}" dt="2026-05-11T11:24:05.168" v="2652"/>
          <ac:spMkLst>
            <pc:docMk/>
            <pc:sldMk cId="1586279627" sldId="361"/>
            <ac:spMk id="26" creationId="{359CC952-3780-4816-AC27-F288503CDDF6}"/>
          </ac:spMkLst>
        </pc:spChg>
        <pc:spChg chg="add mod">
          <ac:chgData name="Josué Silva de Morais" userId="f406c2cd-edfc-4057-be10-75858098c663" providerId="ADAL" clId="{A1824FC7-00A9-4708-B7FB-71BF84356830}" dt="2026-05-11T11:24:05.170" v="2655"/>
          <ac:spMkLst>
            <pc:docMk/>
            <pc:sldMk cId="1586279627" sldId="361"/>
            <ac:spMk id="27" creationId="{0C7996A1-F2E6-44B5-9D8C-01F254EDA53F}"/>
          </ac:spMkLst>
        </pc:spChg>
        <pc:spChg chg="add mod">
          <ac:chgData name="Josué Silva de Morais" userId="f406c2cd-edfc-4057-be10-75858098c663" providerId="ADAL" clId="{A1824FC7-00A9-4708-B7FB-71BF84356830}" dt="2026-05-11T11:24:05.178" v="2665"/>
          <ac:spMkLst>
            <pc:docMk/>
            <pc:sldMk cId="1586279627" sldId="361"/>
            <ac:spMk id="28" creationId="{7E70B7DD-773A-4300-A60A-872011680D82}"/>
          </ac:spMkLst>
        </pc:spChg>
        <pc:spChg chg="add mod">
          <ac:chgData name="Josué Silva de Morais" userId="f406c2cd-edfc-4057-be10-75858098c663" providerId="ADAL" clId="{A1824FC7-00A9-4708-B7FB-71BF84356830}" dt="2026-05-11T11:24:05.181" v="2668"/>
          <ac:spMkLst>
            <pc:docMk/>
            <pc:sldMk cId="1586279627" sldId="361"/>
            <ac:spMk id="29" creationId="{B619C22A-750A-4EC8-9ECC-43965089E16C}"/>
          </ac:spMkLst>
        </pc:spChg>
        <pc:spChg chg="add mod">
          <ac:chgData name="Josué Silva de Morais" userId="f406c2cd-edfc-4057-be10-75858098c663" providerId="ADAL" clId="{A1824FC7-00A9-4708-B7FB-71BF84356830}" dt="2026-05-11T11:24:05.185" v="2673"/>
          <ac:spMkLst>
            <pc:docMk/>
            <pc:sldMk cId="1586279627" sldId="361"/>
            <ac:spMk id="30" creationId="{42A3122A-75C0-4A69-BE41-98C0CEC00231}"/>
          </ac:spMkLst>
        </pc:spChg>
        <pc:spChg chg="add mod">
          <ac:chgData name="Josué Silva de Morais" userId="f406c2cd-edfc-4057-be10-75858098c663" providerId="ADAL" clId="{A1824FC7-00A9-4708-B7FB-71BF84356830}" dt="2026-05-11T11:24:05.189" v="2677"/>
          <ac:spMkLst>
            <pc:docMk/>
            <pc:sldMk cId="1586279627" sldId="361"/>
            <ac:spMk id="31" creationId="{DFE36527-42A5-446B-9DC2-B1ABEA07B95A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38.971" v="2867"/>
        <pc:sldMkLst>
          <pc:docMk/>
          <pc:sldMk cId="1744866260" sldId="362"/>
        </pc:sldMkLst>
        <pc:spChg chg="add mod">
          <ac:chgData name="Josué Silva de Morais" userId="f406c2cd-edfc-4057-be10-75858098c663" providerId="ADAL" clId="{A1824FC7-00A9-4708-B7FB-71BF84356830}" dt="2026-05-11T11:24:38.795" v="2681"/>
          <ac:spMkLst>
            <pc:docMk/>
            <pc:sldMk cId="1744866260" sldId="362"/>
            <ac:spMk id="2" creationId="{E12FAC50-4F92-4BF2-8534-BEFE92645AA7}"/>
          </ac:spMkLst>
        </pc:spChg>
        <pc:spChg chg="add mod">
          <ac:chgData name="Josué Silva de Morais" userId="f406c2cd-edfc-4057-be10-75858098c663" providerId="ADAL" clId="{A1824FC7-00A9-4708-B7FB-71BF84356830}" dt="2026-05-11T11:24:38.801" v="2687"/>
          <ac:spMkLst>
            <pc:docMk/>
            <pc:sldMk cId="1744866260" sldId="362"/>
            <ac:spMk id="3" creationId="{4D930317-5F6A-4883-8117-9049E72700DC}"/>
          </ac:spMkLst>
        </pc:spChg>
        <pc:spChg chg="add mod">
          <ac:chgData name="Josué Silva de Morais" userId="f406c2cd-edfc-4057-be10-75858098c663" providerId="ADAL" clId="{A1824FC7-00A9-4708-B7FB-71BF84356830}" dt="2026-05-11T11:24:38.808" v="2693"/>
          <ac:spMkLst>
            <pc:docMk/>
            <pc:sldMk cId="1744866260" sldId="362"/>
            <ac:spMk id="4" creationId="{766ADE88-6D2C-4987-AF12-F5459D312114}"/>
          </ac:spMkLst>
        </pc:spChg>
        <pc:spChg chg="add mod">
          <ac:chgData name="Josué Silva de Morais" userId="f406c2cd-edfc-4057-be10-75858098c663" providerId="ADAL" clId="{A1824FC7-00A9-4708-B7FB-71BF84356830}" dt="2026-05-11T11:24:38.810" v="2696"/>
          <ac:spMkLst>
            <pc:docMk/>
            <pc:sldMk cId="1744866260" sldId="362"/>
            <ac:spMk id="5" creationId="{0FB3A8BC-4130-4352-B1F1-1188EA7580E6}"/>
          </ac:spMkLst>
        </pc:spChg>
        <pc:spChg chg="add mod">
          <ac:chgData name="Josué Silva de Morais" userId="f406c2cd-edfc-4057-be10-75858098c663" providerId="ADAL" clId="{A1824FC7-00A9-4708-B7FB-71BF84356830}" dt="2026-05-11T11:24:38.816" v="2701"/>
          <ac:spMkLst>
            <pc:docMk/>
            <pc:sldMk cId="1744866260" sldId="362"/>
            <ac:spMk id="6" creationId="{7D4D9337-C0E0-46EA-A78C-F0FAB1E7700F}"/>
          </ac:spMkLst>
        </pc:spChg>
        <pc:spChg chg="add mod">
          <ac:chgData name="Josué Silva de Morais" userId="f406c2cd-edfc-4057-be10-75858098c663" providerId="ADAL" clId="{A1824FC7-00A9-4708-B7FB-71BF84356830}" dt="2026-05-11T11:24:38.827" v="2711"/>
          <ac:spMkLst>
            <pc:docMk/>
            <pc:sldMk cId="1744866260" sldId="362"/>
            <ac:spMk id="7" creationId="{FA60C6B8-3996-4EC6-92DC-DD4E08389D26}"/>
          </ac:spMkLst>
        </pc:spChg>
        <pc:spChg chg="add mod">
          <ac:chgData name="Josué Silva de Morais" userId="f406c2cd-edfc-4057-be10-75858098c663" providerId="ADAL" clId="{A1824FC7-00A9-4708-B7FB-71BF84356830}" dt="2026-05-11T11:24:38.833" v="2721"/>
          <ac:spMkLst>
            <pc:docMk/>
            <pc:sldMk cId="1744866260" sldId="362"/>
            <ac:spMk id="8" creationId="{40787926-AFDD-4E4E-AFFE-23CEDAEF17EA}"/>
          </ac:spMkLst>
        </pc:spChg>
        <pc:spChg chg="add mod">
          <ac:chgData name="Josué Silva de Morais" userId="f406c2cd-edfc-4057-be10-75858098c663" providerId="ADAL" clId="{A1824FC7-00A9-4708-B7FB-71BF84356830}" dt="2026-05-11T11:24:38.843" v="2731"/>
          <ac:spMkLst>
            <pc:docMk/>
            <pc:sldMk cId="1744866260" sldId="362"/>
            <ac:spMk id="9" creationId="{2E9A166A-9CE5-4B7D-929B-A04A843CCAD0}"/>
          </ac:spMkLst>
        </pc:spChg>
        <pc:spChg chg="add mod">
          <ac:chgData name="Josué Silva de Morais" userId="f406c2cd-edfc-4057-be10-75858098c663" providerId="ADAL" clId="{A1824FC7-00A9-4708-B7FB-71BF84356830}" dt="2026-05-11T11:24:38.853" v="2741"/>
          <ac:spMkLst>
            <pc:docMk/>
            <pc:sldMk cId="1744866260" sldId="362"/>
            <ac:spMk id="10" creationId="{A4690415-921A-41C0-ABB0-C22F5B443F11}"/>
          </ac:spMkLst>
        </pc:spChg>
        <pc:spChg chg="add mod">
          <ac:chgData name="Josué Silva de Morais" userId="f406c2cd-edfc-4057-be10-75858098c663" providerId="ADAL" clId="{A1824FC7-00A9-4708-B7FB-71BF84356830}" dt="2026-05-11T11:24:38.861" v="2751"/>
          <ac:spMkLst>
            <pc:docMk/>
            <pc:sldMk cId="1744866260" sldId="362"/>
            <ac:spMk id="11" creationId="{ADD729CF-368E-4413-9DA0-12217CBE3330}"/>
          </ac:spMkLst>
        </pc:spChg>
        <pc:spChg chg="add mod">
          <ac:chgData name="Josué Silva de Morais" userId="f406c2cd-edfc-4057-be10-75858098c663" providerId="ADAL" clId="{A1824FC7-00A9-4708-B7FB-71BF84356830}" dt="2026-05-11T11:24:38.871" v="2761"/>
          <ac:spMkLst>
            <pc:docMk/>
            <pc:sldMk cId="1744866260" sldId="362"/>
            <ac:spMk id="12" creationId="{925F3B46-D611-46B9-8B9E-283C30FE7841}"/>
          </ac:spMkLst>
        </pc:spChg>
        <pc:spChg chg="add mod">
          <ac:chgData name="Josué Silva de Morais" userId="f406c2cd-edfc-4057-be10-75858098c663" providerId="ADAL" clId="{A1824FC7-00A9-4708-B7FB-71BF84356830}" dt="2026-05-11T11:24:38.878" v="2771"/>
          <ac:spMkLst>
            <pc:docMk/>
            <pc:sldMk cId="1744866260" sldId="362"/>
            <ac:spMk id="13" creationId="{E755F134-B650-4A3C-B996-4B38F1313E3F}"/>
          </ac:spMkLst>
        </pc:spChg>
        <pc:spChg chg="add mod">
          <ac:chgData name="Josué Silva de Morais" userId="f406c2cd-edfc-4057-be10-75858098c663" providerId="ADAL" clId="{A1824FC7-00A9-4708-B7FB-71BF84356830}" dt="2026-05-11T11:24:38.889" v="2781"/>
          <ac:spMkLst>
            <pc:docMk/>
            <pc:sldMk cId="1744866260" sldId="362"/>
            <ac:spMk id="14" creationId="{A39FFD60-6C4D-41D0-975A-4726571F99B8}"/>
          </ac:spMkLst>
        </pc:spChg>
        <pc:spChg chg="add mod">
          <ac:chgData name="Josué Silva de Morais" userId="f406c2cd-edfc-4057-be10-75858098c663" providerId="ADAL" clId="{A1824FC7-00A9-4708-B7FB-71BF84356830}" dt="2026-05-11T11:24:38.894" v="2787"/>
          <ac:spMkLst>
            <pc:docMk/>
            <pc:sldMk cId="1744866260" sldId="362"/>
            <ac:spMk id="15" creationId="{30C3D16D-ACFA-49D3-8DB0-68FF67465A90}"/>
          </ac:spMkLst>
        </pc:spChg>
        <pc:spChg chg="add mod">
          <ac:chgData name="Josué Silva de Morais" userId="f406c2cd-edfc-4057-be10-75858098c663" providerId="ADAL" clId="{A1824FC7-00A9-4708-B7FB-71BF84356830}" dt="2026-05-11T11:24:38.898" v="2792"/>
          <ac:spMkLst>
            <pc:docMk/>
            <pc:sldMk cId="1744866260" sldId="362"/>
            <ac:spMk id="16" creationId="{7CDC90B9-9FC4-4FA3-95E8-C2B2001D0D06}"/>
          </ac:spMkLst>
        </pc:spChg>
        <pc:spChg chg="add mod">
          <ac:chgData name="Josué Silva de Morais" userId="f406c2cd-edfc-4057-be10-75858098c663" providerId="ADAL" clId="{A1824FC7-00A9-4708-B7FB-71BF84356830}" dt="2026-05-11T11:24:38.902" v="2795"/>
          <ac:spMkLst>
            <pc:docMk/>
            <pc:sldMk cId="1744866260" sldId="362"/>
            <ac:spMk id="17" creationId="{D69A93BB-2A6F-4550-A8E8-2DB42C86CC71}"/>
          </ac:spMkLst>
        </pc:spChg>
        <pc:spChg chg="add mod">
          <ac:chgData name="Josué Silva de Morais" userId="f406c2cd-edfc-4057-be10-75858098c663" providerId="ADAL" clId="{A1824FC7-00A9-4708-B7FB-71BF84356830}" dt="2026-05-11T11:24:38.907" v="2801"/>
          <ac:spMkLst>
            <pc:docMk/>
            <pc:sldMk cId="1744866260" sldId="362"/>
            <ac:spMk id="18" creationId="{A8839CC1-21B0-4C5C-A2CB-5D17D90A12F7}"/>
          </ac:spMkLst>
        </pc:spChg>
        <pc:spChg chg="add mod">
          <ac:chgData name="Josué Silva de Morais" userId="f406c2cd-edfc-4057-be10-75858098c663" providerId="ADAL" clId="{A1824FC7-00A9-4708-B7FB-71BF84356830}" dt="2026-05-11T11:24:38.913" v="2807"/>
          <ac:spMkLst>
            <pc:docMk/>
            <pc:sldMk cId="1744866260" sldId="362"/>
            <ac:spMk id="19" creationId="{E5E9315B-99AA-4E82-A137-69BF34D02724}"/>
          </ac:spMkLst>
        </pc:spChg>
        <pc:spChg chg="add mod">
          <ac:chgData name="Josué Silva de Morais" userId="f406c2cd-edfc-4057-be10-75858098c663" providerId="ADAL" clId="{A1824FC7-00A9-4708-B7FB-71BF84356830}" dt="2026-05-11T11:24:38.915" v="2811"/>
          <ac:spMkLst>
            <pc:docMk/>
            <pc:sldMk cId="1744866260" sldId="362"/>
            <ac:spMk id="20" creationId="{1D18F842-2C25-4DEC-B772-EBBAD815C628}"/>
          </ac:spMkLst>
        </pc:spChg>
        <pc:spChg chg="add mod">
          <ac:chgData name="Josué Silva de Morais" userId="f406c2cd-edfc-4057-be10-75858098c663" providerId="ADAL" clId="{A1824FC7-00A9-4708-B7FB-71BF84356830}" dt="2026-05-11T11:24:38.922" v="2817"/>
          <ac:spMkLst>
            <pc:docMk/>
            <pc:sldMk cId="1744866260" sldId="362"/>
            <ac:spMk id="21" creationId="{C17642CE-ED34-40E7-9E83-F89699A3E312}"/>
          </ac:spMkLst>
        </pc:spChg>
        <pc:spChg chg="add mod">
          <ac:chgData name="Josué Silva de Morais" userId="f406c2cd-edfc-4057-be10-75858098c663" providerId="ADAL" clId="{A1824FC7-00A9-4708-B7FB-71BF84356830}" dt="2026-05-11T11:24:38.927" v="2822"/>
          <ac:spMkLst>
            <pc:docMk/>
            <pc:sldMk cId="1744866260" sldId="362"/>
            <ac:spMk id="22" creationId="{D5800CF0-19FB-47A6-8806-B0D01C5D42CF}"/>
          </ac:spMkLst>
        </pc:spChg>
        <pc:spChg chg="add mod">
          <ac:chgData name="Josué Silva de Morais" userId="f406c2cd-edfc-4057-be10-75858098c663" providerId="ADAL" clId="{A1824FC7-00A9-4708-B7FB-71BF84356830}" dt="2026-05-11T11:24:38.929" v="2826"/>
          <ac:spMkLst>
            <pc:docMk/>
            <pc:sldMk cId="1744866260" sldId="362"/>
            <ac:spMk id="23" creationId="{DF069309-A9D7-4A74-AFC6-0707C1597D88}"/>
          </ac:spMkLst>
        </pc:spChg>
        <pc:spChg chg="add mod">
          <ac:chgData name="Josué Silva de Morais" userId="f406c2cd-edfc-4057-be10-75858098c663" providerId="ADAL" clId="{A1824FC7-00A9-4708-B7FB-71BF84356830}" dt="2026-05-11T11:24:38.933" v="2832"/>
          <ac:spMkLst>
            <pc:docMk/>
            <pc:sldMk cId="1744866260" sldId="362"/>
            <ac:spMk id="24" creationId="{4FD495E2-57F5-4EDF-AD12-89C9428DD7A5}"/>
          </ac:spMkLst>
        </pc:spChg>
        <pc:spChg chg="add mod">
          <ac:chgData name="Josué Silva de Morais" userId="f406c2cd-edfc-4057-be10-75858098c663" providerId="ADAL" clId="{A1824FC7-00A9-4708-B7FB-71BF84356830}" dt="2026-05-11T11:24:38.940" v="2837"/>
          <ac:spMkLst>
            <pc:docMk/>
            <pc:sldMk cId="1744866260" sldId="362"/>
            <ac:spMk id="25" creationId="{3F8D3033-7888-4EE5-8B18-64FFBA8F1B34}"/>
          </ac:spMkLst>
        </pc:spChg>
        <pc:spChg chg="add mod">
          <ac:chgData name="Josué Silva de Morais" userId="f406c2cd-edfc-4057-be10-75858098c663" providerId="ADAL" clId="{A1824FC7-00A9-4708-B7FB-71BF84356830}" dt="2026-05-11T11:24:38.943" v="2841"/>
          <ac:spMkLst>
            <pc:docMk/>
            <pc:sldMk cId="1744866260" sldId="362"/>
            <ac:spMk id="26" creationId="{B2D0B10D-35D4-487C-AE8D-2D32AC13E3E4}"/>
          </ac:spMkLst>
        </pc:spChg>
        <pc:spChg chg="add mod">
          <ac:chgData name="Josué Silva de Morais" userId="f406c2cd-edfc-4057-be10-75858098c663" providerId="ADAL" clId="{A1824FC7-00A9-4708-B7FB-71BF84356830}" dt="2026-05-11T11:24:38.947" v="2847"/>
          <ac:spMkLst>
            <pc:docMk/>
            <pc:sldMk cId="1744866260" sldId="362"/>
            <ac:spMk id="27" creationId="{DF26320C-1C09-44E0-AE89-51221C71A360}"/>
          </ac:spMkLst>
        </pc:spChg>
        <pc:spChg chg="add mod">
          <ac:chgData name="Josué Silva de Morais" userId="f406c2cd-edfc-4057-be10-75858098c663" providerId="ADAL" clId="{A1824FC7-00A9-4708-B7FB-71BF84356830}" dt="2026-05-11T11:24:38.956" v="2852"/>
          <ac:spMkLst>
            <pc:docMk/>
            <pc:sldMk cId="1744866260" sldId="362"/>
            <ac:spMk id="28" creationId="{7FA8143A-550D-4D9C-AB1E-A6530C359FE6}"/>
          </ac:spMkLst>
        </pc:spChg>
        <pc:spChg chg="add mod">
          <ac:chgData name="Josué Silva de Morais" userId="f406c2cd-edfc-4057-be10-75858098c663" providerId="ADAL" clId="{A1824FC7-00A9-4708-B7FB-71BF84356830}" dt="2026-05-11T11:24:38.959" v="2856"/>
          <ac:spMkLst>
            <pc:docMk/>
            <pc:sldMk cId="1744866260" sldId="362"/>
            <ac:spMk id="29" creationId="{2C2EAD28-653C-4581-9EB7-465E7678BB58}"/>
          </ac:spMkLst>
        </pc:spChg>
        <pc:spChg chg="add mod">
          <ac:chgData name="Josué Silva de Morais" userId="f406c2cd-edfc-4057-be10-75858098c663" providerId="ADAL" clId="{A1824FC7-00A9-4708-B7FB-71BF84356830}" dt="2026-05-11T11:24:38.963" v="2862"/>
          <ac:spMkLst>
            <pc:docMk/>
            <pc:sldMk cId="1744866260" sldId="362"/>
            <ac:spMk id="30" creationId="{E51CC2E9-3A1E-44C7-843E-117D2632693A}"/>
          </ac:spMkLst>
        </pc:spChg>
        <pc:spChg chg="add mod">
          <ac:chgData name="Josué Silva de Morais" userId="f406c2cd-edfc-4057-be10-75858098c663" providerId="ADAL" clId="{A1824FC7-00A9-4708-B7FB-71BF84356830}" dt="2026-05-11T11:24:38.971" v="2867"/>
          <ac:spMkLst>
            <pc:docMk/>
            <pc:sldMk cId="1744866260" sldId="362"/>
            <ac:spMk id="31" creationId="{274EF464-CB6E-4F03-8863-AD025E385096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4:39.113" v="2996"/>
        <pc:sldMkLst>
          <pc:docMk/>
          <pc:sldMk cId="2164877459" sldId="363"/>
        </pc:sldMkLst>
        <pc:spChg chg="add mod">
          <ac:chgData name="Josué Silva de Morais" userId="f406c2cd-edfc-4057-be10-75858098c663" providerId="ADAL" clId="{A1824FC7-00A9-4708-B7FB-71BF84356830}" dt="2026-05-11T11:24:38.994" v="2871"/>
          <ac:spMkLst>
            <pc:docMk/>
            <pc:sldMk cId="2164877459" sldId="363"/>
            <ac:spMk id="2" creationId="{41BD37A9-4BDB-4367-9002-C5D49CC542C9}"/>
          </ac:spMkLst>
        </pc:spChg>
        <pc:spChg chg="add mod">
          <ac:chgData name="Josué Silva de Morais" userId="f406c2cd-edfc-4057-be10-75858098c663" providerId="ADAL" clId="{A1824FC7-00A9-4708-B7FB-71BF84356830}" dt="2026-05-11T11:24:38.998" v="2877"/>
          <ac:spMkLst>
            <pc:docMk/>
            <pc:sldMk cId="2164877459" sldId="363"/>
            <ac:spMk id="3" creationId="{51DCDF81-90D3-4219-9F06-3DFBF8284FD8}"/>
          </ac:spMkLst>
        </pc:spChg>
        <pc:spChg chg="add mod">
          <ac:chgData name="Josué Silva de Morais" userId="f406c2cd-edfc-4057-be10-75858098c663" providerId="ADAL" clId="{A1824FC7-00A9-4708-B7FB-71BF84356830}" dt="2026-05-11T11:24:39.006" v="2883"/>
          <ac:spMkLst>
            <pc:docMk/>
            <pc:sldMk cId="2164877459" sldId="363"/>
            <ac:spMk id="4" creationId="{2178171C-1D48-4445-A770-6BE4C6C079A5}"/>
          </ac:spMkLst>
        </pc:spChg>
        <pc:spChg chg="add mod">
          <ac:chgData name="Josué Silva de Morais" userId="f406c2cd-edfc-4057-be10-75858098c663" providerId="ADAL" clId="{A1824FC7-00A9-4708-B7FB-71BF84356830}" dt="2026-05-11T11:24:39.008" v="2886"/>
          <ac:spMkLst>
            <pc:docMk/>
            <pc:sldMk cId="2164877459" sldId="363"/>
            <ac:spMk id="5" creationId="{07D10FB5-FEDB-4CDD-B04A-34D9288BABC6}"/>
          </ac:spMkLst>
        </pc:spChg>
        <pc:spChg chg="add mod">
          <ac:chgData name="Josué Silva de Morais" userId="f406c2cd-edfc-4057-be10-75858098c663" providerId="ADAL" clId="{A1824FC7-00A9-4708-B7FB-71BF84356830}" dt="2026-05-11T11:24:39.011" v="2889"/>
          <ac:spMkLst>
            <pc:docMk/>
            <pc:sldMk cId="2164877459" sldId="363"/>
            <ac:spMk id="6" creationId="{60E1C0DF-E12B-4E53-A92F-D92415E27373}"/>
          </ac:spMkLst>
        </pc:spChg>
        <pc:spChg chg="add mod">
          <ac:chgData name="Josué Silva de Morais" userId="f406c2cd-edfc-4057-be10-75858098c663" providerId="ADAL" clId="{A1824FC7-00A9-4708-B7FB-71BF84356830}" dt="2026-05-11T11:24:39.016" v="2895"/>
          <ac:spMkLst>
            <pc:docMk/>
            <pc:sldMk cId="2164877459" sldId="363"/>
            <ac:spMk id="7" creationId="{401B235B-A534-41D4-9D42-0E9D51AD2808}"/>
          </ac:spMkLst>
        </pc:spChg>
        <pc:spChg chg="add mod">
          <ac:chgData name="Josué Silva de Morais" userId="f406c2cd-edfc-4057-be10-75858098c663" providerId="ADAL" clId="{A1824FC7-00A9-4708-B7FB-71BF84356830}" dt="2026-05-11T11:24:39.026" v="2902"/>
          <ac:spMkLst>
            <pc:docMk/>
            <pc:sldMk cId="2164877459" sldId="363"/>
            <ac:spMk id="8" creationId="{8147F920-BF9F-4C99-B214-99B6C30D9A64}"/>
          </ac:spMkLst>
        </pc:spChg>
        <pc:spChg chg="add mod">
          <ac:chgData name="Josué Silva de Morais" userId="f406c2cd-edfc-4057-be10-75858098c663" providerId="ADAL" clId="{A1824FC7-00A9-4708-B7FB-71BF84356830}" dt="2026-05-11T11:24:39.030" v="2908"/>
          <ac:spMkLst>
            <pc:docMk/>
            <pc:sldMk cId="2164877459" sldId="363"/>
            <ac:spMk id="9" creationId="{6D20F57A-E899-4A9A-A832-388F210FAC7D}"/>
          </ac:spMkLst>
        </pc:spChg>
        <pc:spChg chg="add mod">
          <ac:chgData name="Josué Silva de Morais" userId="f406c2cd-edfc-4057-be10-75858098c663" providerId="ADAL" clId="{A1824FC7-00A9-4708-B7FB-71BF84356830}" dt="2026-05-11T11:24:39.038" v="2914"/>
          <ac:spMkLst>
            <pc:docMk/>
            <pc:sldMk cId="2164877459" sldId="363"/>
            <ac:spMk id="10" creationId="{B703ADB6-DB79-4B2E-9243-2028D7C8339F}"/>
          </ac:spMkLst>
        </pc:spChg>
        <pc:spChg chg="add mod">
          <ac:chgData name="Josué Silva de Morais" userId="f406c2cd-edfc-4057-be10-75858098c663" providerId="ADAL" clId="{A1824FC7-00A9-4708-B7FB-71BF84356830}" dt="2026-05-11T11:24:39.044" v="2921"/>
          <ac:spMkLst>
            <pc:docMk/>
            <pc:sldMk cId="2164877459" sldId="363"/>
            <ac:spMk id="11" creationId="{CCCB2CD4-0FEF-46EF-B851-A0A19DB6B844}"/>
          </ac:spMkLst>
        </pc:spChg>
        <pc:spChg chg="add mod">
          <ac:chgData name="Josué Silva de Morais" userId="f406c2cd-edfc-4057-be10-75858098c663" providerId="ADAL" clId="{A1824FC7-00A9-4708-B7FB-71BF84356830}" dt="2026-05-11T11:24:39.048" v="2926"/>
          <ac:spMkLst>
            <pc:docMk/>
            <pc:sldMk cId="2164877459" sldId="363"/>
            <ac:spMk id="12" creationId="{6F2A8CE9-8660-48D7-A565-7E8B87E8CA27}"/>
          </ac:spMkLst>
        </pc:spChg>
        <pc:spChg chg="add mod">
          <ac:chgData name="Josué Silva de Morais" userId="f406c2cd-edfc-4057-be10-75858098c663" providerId="ADAL" clId="{A1824FC7-00A9-4708-B7FB-71BF84356830}" dt="2026-05-11T11:24:39.056" v="2932"/>
          <ac:spMkLst>
            <pc:docMk/>
            <pc:sldMk cId="2164877459" sldId="363"/>
            <ac:spMk id="13" creationId="{740741DC-EF2C-4D09-997D-A24126070C80}"/>
          </ac:spMkLst>
        </pc:spChg>
        <pc:spChg chg="add mod">
          <ac:chgData name="Josué Silva de Morais" userId="f406c2cd-edfc-4057-be10-75858098c663" providerId="ADAL" clId="{A1824FC7-00A9-4708-B7FB-71BF84356830}" dt="2026-05-11T11:24:39.060" v="2939"/>
          <ac:spMkLst>
            <pc:docMk/>
            <pc:sldMk cId="2164877459" sldId="363"/>
            <ac:spMk id="14" creationId="{81275078-724C-4222-BF16-7979CE9ED5CF}"/>
          </ac:spMkLst>
        </pc:spChg>
        <pc:spChg chg="add mod">
          <ac:chgData name="Josué Silva de Morais" userId="f406c2cd-edfc-4057-be10-75858098c663" providerId="ADAL" clId="{A1824FC7-00A9-4708-B7FB-71BF84356830}" dt="2026-05-11T11:24:39.065" v="2944"/>
          <ac:spMkLst>
            <pc:docMk/>
            <pc:sldMk cId="2164877459" sldId="363"/>
            <ac:spMk id="15" creationId="{0D41392A-B4AF-4ED6-B310-02A8F802E225}"/>
          </ac:spMkLst>
        </pc:spChg>
        <pc:spChg chg="add mod">
          <ac:chgData name="Josué Silva de Morais" userId="f406c2cd-edfc-4057-be10-75858098c663" providerId="ADAL" clId="{A1824FC7-00A9-4708-B7FB-71BF84356830}" dt="2026-05-11T11:24:39.072" v="2950"/>
          <ac:spMkLst>
            <pc:docMk/>
            <pc:sldMk cId="2164877459" sldId="363"/>
            <ac:spMk id="16" creationId="{0E5AB891-C488-4E7D-A7E5-E70C7278F532}"/>
          </ac:spMkLst>
        </pc:spChg>
        <pc:spChg chg="add mod">
          <ac:chgData name="Josué Silva de Morais" userId="f406c2cd-edfc-4057-be10-75858098c663" providerId="ADAL" clId="{A1824FC7-00A9-4708-B7FB-71BF84356830}" dt="2026-05-11T11:24:39.077" v="2957"/>
          <ac:spMkLst>
            <pc:docMk/>
            <pc:sldMk cId="2164877459" sldId="363"/>
            <ac:spMk id="17" creationId="{FBFE0FBB-CB59-4E2A-990E-52A29FC2C27E}"/>
          </ac:spMkLst>
        </pc:spChg>
        <pc:spChg chg="add mod">
          <ac:chgData name="Josué Silva de Morais" userId="f406c2cd-edfc-4057-be10-75858098c663" providerId="ADAL" clId="{A1824FC7-00A9-4708-B7FB-71BF84356830}" dt="2026-05-11T11:24:39.081" v="2962"/>
          <ac:spMkLst>
            <pc:docMk/>
            <pc:sldMk cId="2164877459" sldId="363"/>
            <ac:spMk id="18" creationId="{1D055F2F-DA7A-4DC0-B6E0-2AA6250ED22B}"/>
          </ac:spMkLst>
        </pc:spChg>
        <pc:spChg chg="add mod">
          <ac:chgData name="Josué Silva de Morais" userId="f406c2cd-edfc-4057-be10-75858098c663" providerId="ADAL" clId="{A1824FC7-00A9-4708-B7FB-71BF84356830}" dt="2026-05-11T11:24:39.089" v="2968"/>
          <ac:spMkLst>
            <pc:docMk/>
            <pc:sldMk cId="2164877459" sldId="363"/>
            <ac:spMk id="19" creationId="{437CFF8C-AA07-4710-9C0F-8C21AE85B97F}"/>
          </ac:spMkLst>
        </pc:spChg>
        <pc:spChg chg="add mod">
          <ac:chgData name="Josué Silva de Morais" userId="f406c2cd-edfc-4057-be10-75858098c663" providerId="ADAL" clId="{A1824FC7-00A9-4708-B7FB-71BF84356830}" dt="2026-05-11T11:24:39.094" v="2975"/>
          <ac:spMkLst>
            <pc:docMk/>
            <pc:sldMk cId="2164877459" sldId="363"/>
            <ac:spMk id="20" creationId="{A4BE1610-3F2F-48E7-81B9-318B3505E2CD}"/>
          </ac:spMkLst>
        </pc:spChg>
        <pc:spChg chg="add mod">
          <ac:chgData name="Josué Silva de Morais" userId="f406c2cd-edfc-4057-be10-75858098c663" providerId="ADAL" clId="{A1824FC7-00A9-4708-B7FB-71BF84356830}" dt="2026-05-11T11:24:39.098" v="2980"/>
          <ac:spMkLst>
            <pc:docMk/>
            <pc:sldMk cId="2164877459" sldId="363"/>
            <ac:spMk id="21" creationId="{BC1FD495-4FAF-4CBF-8BC8-30E141418AE1}"/>
          </ac:spMkLst>
        </pc:spChg>
        <pc:spChg chg="add mod">
          <ac:chgData name="Josué Silva de Morais" userId="f406c2cd-edfc-4057-be10-75858098c663" providerId="ADAL" clId="{A1824FC7-00A9-4708-B7FB-71BF84356830}" dt="2026-05-11T11:24:39.103" v="2984"/>
          <ac:spMkLst>
            <pc:docMk/>
            <pc:sldMk cId="2164877459" sldId="363"/>
            <ac:spMk id="22" creationId="{357FA5BC-7702-4213-8233-2E6889EEDC76}"/>
          </ac:spMkLst>
        </pc:spChg>
        <pc:spChg chg="add mod">
          <ac:chgData name="Josué Silva de Morais" userId="f406c2cd-edfc-4057-be10-75858098c663" providerId="ADAL" clId="{A1824FC7-00A9-4708-B7FB-71BF84356830}" dt="2026-05-11T11:24:39.108" v="2990"/>
          <ac:spMkLst>
            <pc:docMk/>
            <pc:sldMk cId="2164877459" sldId="363"/>
            <ac:spMk id="23" creationId="{65C4F2D4-9132-44E6-810B-E1113F82AA4A}"/>
          </ac:spMkLst>
        </pc:spChg>
        <pc:spChg chg="add mod">
          <ac:chgData name="Josué Silva de Morais" userId="f406c2cd-edfc-4057-be10-75858098c663" providerId="ADAL" clId="{A1824FC7-00A9-4708-B7FB-71BF84356830}" dt="2026-05-11T11:24:39.113" v="2996"/>
          <ac:spMkLst>
            <pc:docMk/>
            <pc:sldMk cId="2164877459" sldId="363"/>
            <ac:spMk id="24" creationId="{D7755AF8-C169-4CAB-9BED-DE9B18A4B91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29.590" v="3020"/>
        <pc:sldMkLst>
          <pc:docMk/>
          <pc:sldMk cId="1414178498" sldId="364"/>
        </pc:sldMkLst>
        <pc:spChg chg="add mod">
          <ac:chgData name="Josué Silva de Morais" userId="f406c2cd-edfc-4057-be10-75858098c663" providerId="ADAL" clId="{A1824FC7-00A9-4708-B7FB-71BF84356830}" dt="2026-05-11T11:25:29.567" v="3000"/>
          <ac:spMkLst>
            <pc:docMk/>
            <pc:sldMk cId="1414178498" sldId="364"/>
            <ac:spMk id="2" creationId="{0B59AC1C-6D2B-49A8-A29B-CA83A2B0A0B2}"/>
          </ac:spMkLst>
        </pc:spChg>
        <pc:spChg chg="add mod">
          <ac:chgData name="Josué Silva de Morais" userId="f406c2cd-edfc-4057-be10-75858098c663" providerId="ADAL" clId="{A1824FC7-00A9-4708-B7FB-71BF84356830}" dt="2026-05-11T11:25:29.569" v="3003"/>
          <ac:spMkLst>
            <pc:docMk/>
            <pc:sldMk cId="1414178498" sldId="364"/>
            <ac:spMk id="3" creationId="{8D5884A2-768C-409B-B1DB-C38AC7A3A942}"/>
          </ac:spMkLst>
        </pc:spChg>
        <pc:spChg chg="add mod">
          <ac:chgData name="Josué Silva de Morais" userId="f406c2cd-edfc-4057-be10-75858098c663" providerId="ADAL" clId="{A1824FC7-00A9-4708-B7FB-71BF84356830}" dt="2026-05-11T11:25:29.574" v="3009"/>
          <ac:spMkLst>
            <pc:docMk/>
            <pc:sldMk cId="1414178498" sldId="364"/>
            <ac:spMk id="4" creationId="{5EDC8E93-8625-4892-AF29-40DFE83C2A7C}"/>
          </ac:spMkLst>
        </pc:spChg>
        <pc:spChg chg="add mod">
          <ac:chgData name="Josué Silva de Morais" userId="f406c2cd-edfc-4057-be10-75858098c663" providerId="ADAL" clId="{A1824FC7-00A9-4708-B7FB-71BF84356830}" dt="2026-05-11T11:25:29.584" v="3015"/>
          <ac:spMkLst>
            <pc:docMk/>
            <pc:sldMk cId="1414178498" sldId="364"/>
            <ac:spMk id="5" creationId="{63484A3E-69FF-48B7-8C0B-B48A426EE03A}"/>
          </ac:spMkLst>
        </pc:spChg>
        <pc:spChg chg="add mod">
          <ac:chgData name="Josué Silva de Morais" userId="f406c2cd-edfc-4057-be10-75858098c663" providerId="ADAL" clId="{A1824FC7-00A9-4708-B7FB-71BF84356830}" dt="2026-05-11T11:25:29.590" v="3020"/>
          <ac:spMkLst>
            <pc:docMk/>
            <pc:sldMk cId="1414178498" sldId="364"/>
            <ac:spMk id="6" creationId="{FAEA9F2E-D49D-4ABF-8ED3-167286C3424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29.795" v="3226"/>
        <pc:sldMkLst>
          <pc:docMk/>
          <pc:sldMk cId="74885702" sldId="365"/>
        </pc:sldMkLst>
        <pc:spChg chg="add mod">
          <ac:chgData name="Josué Silva de Morais" userId="f406c2cd-edfc-4057-be10-75858098c663" providerId="ADAL" clId="{A1824FC7-00A9-4708-B7FB-71BF84356830}" dt="2026-05-11T11:25:29.620" v="3024"/>
          <ac:spMkLst>
            <pc:docMk/>
            <pc:sldMk cId="74885702" sldId="365"/>
            <ac:spMk id="2" creationId="{1168F560-BA38-4F86-B631-FFECC7492CD5}"/>
          </ac:spMkLst>
        </pc:spChg>
        <pc:spChg chg="add mod">
          <ac:chgData name="Josué Silva de Morais" userId="f406c2cd-edfc-4057-be10-75858098c663" providerId="ADAL" clId="{A1824FC7-00A9-4708-B7FB-71BF84356830}" dt="2026-05-11T11:25:29.624" v="3030"/>
          <ac:spMkLst>
            <pc:docMk/>
            <pc:sldMk cId="74885702" sldId="365"/>
            <ac:spMk id="3" creationId="{3F364CB5-2D80-47B3-8833-CCE8086E88C4}"/>
          </ac:spMkLst>
        </pc:spChg>
        <pc:spChg chg="add mod">
          <ac:chgData name="Josué Silva de Morais" userId="f406c2cd-edfc-4057-be10-75858098c663" providerId="ADAL" clId="{A1824FC7-00A9-4708-B7FB-71BF84356830}" dt="2026-05-11T11:25:29.633" v="3036"/>
          <ac:spMkLst>
            <pc:docMk/>
            <pc:sldMk cId="74885702" sldId="365"/>
            <ac:spMk id="4" creationId="{D0C877F0-7532-4ACF-A841-23AAEFF67DD5}"/>
          </ac:spMkLst>
        </pc:spChg>
        <pc:spChg chg="add mod">
          <ac:chgData name="Josué Silva de Morais" userId="f406c2cd-edfc-4057-be10-75858098c663" providerId="ADAL" clId="{A1824FC7-00A9-4708-B7FB-71BF84356830}" dt="2026-05-11T11:25:29.635" v="3039"/>
          <ac:spMkLst>
            <pc:docMk/>
            <pc:sldMk cId="74885702" sldId="365"/>
            <ac:spMk id="5" creationId="{1255F9C0-7422-4F33-97D8-5A9828FD66FA}"/>
          </ac:spMkLst>
        </pc:spChg>
        <pc:spChg chg="add mod">
          <ac:chgData name="Josué Silva de Morais" userId="f406c2cd-edfc-4057-be10-75858098c663" providerId="ADAL" clId="{A1824FC7-00A9-4708-B7FB-71BF84356830}" dt="2026-05-11T11:25:29.637" v="3043"/>
          <ac:spMkLst>
            <pc:docMk/>
            <pc:sldMk cId="74885702" sldId="365"/>
            <ac:spMk id="6" creationId="{A38A2379-8A93-4B7B-9B69-83DC6E821562}"/>
          </ac:spMkLst>
        </pc:spChg>
        <pc:spChg chg="add mod">
          <ac:chgData name="Josué Silva de Morais" userId="f406c2cd-edfc-4057-be10-75858098c663" providerId="ADAL" clId="{A1824FC7-00A9-4708-B7FB-71BF84356830}" dt="2026-05-11T11:25:29.642" v="3049"/>
          <ac:spMkLst>
            <pc:docMk/>
            <pc:sldMk cId="74885702" sldId="365"/>
            <ac:spMk id="7" creationId="{C5CB006B-49B5-4FB0-9477-E754C2E9143F}"/>
          </ac:spMkLst>
        </pc:spChg>
        <pc:spChg chg="add mod">
          <ac:chgData name="Josué Silva de Morais" userId="f406c2cd-edfc-4057-be10-75858098c663" providerId="ADAL" clId="{A1824FC7-00A9-4708-B7FB-71BF84356830}" dt="2026-05-11T11:25:29.649" v="3055"/>
          <ac:spMkLst>
            <pc:docMk/>
            <pc:sldMk cId="74885702" sldId="365"/>
            <ac:spMk id="8" creationId="{2C52CCDE-01E2-4F58-BDDF-C34FEF6D2FB0}"/>
          </ac:spMkLst>
        </pc:spChg>
        <pc:spChg chg="add mod">
          <ac:chgData name="Josué Silva de Morais" userId="f406c2cd-edfc-4057-be10-75858098c663" providerId="ADAL" clId="{A1824FC7-00A9-4708-B7FB-71BF84356830}" dt="2026-05-11T11:25:29.651" v="3059"/>
          <ac:spMkLst>
            <pc:docMk/>
            <pc:sldMk cId="74885702" sldId="365"/>
            <ac:spMk id="9" creationId="{E0777D45-FDBC-48CA-986C-FCF03621373B}"/>
          </ac:spMkLst>
        </pc:spChg>
        <pc:spChg chg="add mod">
          <ac:chgData name="Josué Silva de Morais" userId="f406c2cd-edfc-4057-be10-75858098c663" providerId="ADAL" clId="{A1824FC7-00A9-4708-B7FB-71BF84356830}" dt="2026-05-11T11:25:29.656" v="3065"/>
          <ac:spMkLst>
            <pc:docMk/>
            <pc:sldMk cId="74885702" sldId="365"/>
            <ac:spMk id="10" creationId="{E43FF3FA-046F-43EE-B569-7BC931A2E5DA}"/>
          </ac:spMkLst>
        </pc:spChg>
        <pc:spChg chg="add mod">
          <ac:chgData name="Josué Silva de Morais" userId="f406c2cd-edfc-4057-be10-75858098c663" providerId="ADAL" clId="{A1824FC7-00A9-4708-B7FB-71BF84356830}" dt="2026-05-11T11:25:29.664" v="3071"/>
          <ac:spMkLst>
            <pc:docMk/>
            <pc:sldMk cId="74885702" sldId="365"/>
            <ac:spMk id="11" creationId="{59A43BAA-62B3-45BD-ACCA-C73CB8E9E62E}"/>
          </ac:spMkLst>
        </pc:spChg>
        <pc:spChg chg="add mod">
          <ac:chgData name="Josué Silva de Morais" userId="f406c2cd-edfc-4057-be10-75858098c663" providerId="ADAL" clId="{A1824FC7-00A9-4708-B7FB-71BF84356830}" dt="2026-05-11T11:25:29.667" v="3075"/>
          <ac:spMkLst>
            <pc:docMk/>
            <pc:sldMk cId="74885702" sldId="365"/>
            <ac:spMk id="12" creationId="{A7D9FF82-6101-4BAB-911A-74F10271A8D9}"/>
          </ac:spMkLst>
        </pc:spChg>
        <pc:spChg chg="add mod">
          <ac:chgData name="Josué Silva de Morais" userId="f406c2cd-edfc-4057-be10-75858098c663" providerId="ADAL" clId="{A1824FC7-00A9-4708-B7FB-71BF84356830}" dt="2026-05-11T11:25:29.672" v="3081"/>
          <ac:spMkLst>
            <pc:docMk/>
            <pc:sldMk cId="74885702" sldId="365"/>
            <ac:spMk id="13" creationId="{1E7F8C1E-ED4E-478A-A987-53705EDF8262}"/>
          </ac:spMkLst>
        </pc:spChg>
        <pc:spChg chg="add mod">
          <ac:chgData name="Josué Silva de Morais" userId="f406c2cd-edfc-4057-be10-75858098c663" providerId="ADAL" clId="{A1824FC7-00A9-4708-B7FB-71BF84356830}" dt="2026-05-11T11:25:29.676" v="3087"/>
          <ac:spMkLst>
            <pc:docMk/>
            <pc:sldMk cId="74885702" sldId="365"/>
            <ac:spMk id="14" creationId="{A811DD98-5E2C-4AD1-AA79-2F161186C5A8}"/>
          </ac:spMkLst>
        </pc:spChg>
        <pc:spChg chg="add mod">
          <ac:chgData name="Josué Silva de Morais" userId="f406c2cd-edfc-4057-be10-75858098c663" providerId="ADAL" clId="{A1824FC7-00A9-4708-B7FB-71BF84356830}" dt="2026-05-11T11:25:29.682" v="3091"/>
          <ac:spMkLst>
            <pc:docMk/>
            <pc:sldMk cId="74885702" sldId="365"/>
            <ac:spMk id="15" creationId="{6D6932D4-FE62-4663-98DA-00735137CE21}"/>
          </ac:spMkLst>
        </pc:spChg>
        <pc:spChg chg="add mod">
          <ac:chgData name="Josué Silva de Morais" userId="f406c2cd-edfc-4057-be10-75858098c663" providerId="ADAL" clId="{A1824FC7-00A9-4708-B7FB-71BF84356830}" dt="2026-05-11T11:25:29.686" v="3097"/>
          <ac:spMkLst>
            <pc:docMk/>
            <pc:sldMk cId="74885702" sldId="365"/>
            <ac:spMk id="16" creationId="{0DA5CD2D-3332-4D28-A08B-C522C417818E}"/>
          </ac:spMkLst>
        </pc:spChg>
        <pc:spChg chg="add mod">
          <ac:chgData name="Josué Silva de Morais" userId="f406c2cd-edfc-4057-be10-75858098c663" providerId="ADAL" clId="{A1824FC7-00A9-4708-B7FB-71BF84356830}" dt="2026-05-11T11:25:29.691" v="3103"/>
          <ac:spMkLst>
            <pc:docMk/>
            <pc:sldMk cId="74885702" sldId="365"/>
            <ac:spMk id="17" creationId="{A1C43B35-DC7C-4DAE-A4F6-D8FA62220284}"/>
          </ac:spMkLst>
        </pc:spChg>
        <pc:spChg chg="add mod">
          <ac:chgData name="Josué Silva de Morais" userId="f406c2cd-edfc-4057-be10-75858098c663" providerId="ADAL" clId="{A1824FC7-00A9-4708-B7FB-71BF84356830}" dt="2026-05-11T11:25:29.697" v="3109"/>
          <ac:spMkLst>
            <pc:docMk/>
            <pc:sldMk cId="74885702" sldId="365"/>
            <ac:spMk id="18" creationId="{CB7300B1-1F0E-4CFE-8C26-EC33039D9AC3}"/>
          </ac:spMkLst>
        </pc:spChg>
        <pc:spChg chg="add mod">
          <ac:chgData name="Josué Silva de Morais" userId="f406c2cd-edfc-4057-be10-75858098c663" providerId="ADAL" clId="{A1824FC7-00A9-4708-B7FB-71BF84356830}" dt="2026-05-11T11:25:29.704" v="3119"/>
          <ac:spMkLst>
            <pc:docMk/>
            <pc:sldMk cId="74885702" sldId="365"/>
            <ac:spMk id="19" creationId="{B5E01FD7-80EA-45B6-BAEE-BC531F6E77B2}"/>
          </ac:spMkLst>
        </pc:spChg>
        <pc:spChg chg="add mod">
          <ac:chgData name="Josué Silva de Morais" userId="f406c2cd-edfc-4057-be10-75858098c663" providerId="ADAL" clId="{A1824FC7-00A9-4708-B7FB-71BF84356830}" dt="2026-05-11T11:25:29.706" v="3122"/>
          <ac:spMkLst>
            <pc:docMk/>
            <pc:sldMk cId="74885702" sldId="365"/>
            <ac:spMk id="20" creationId="{7673D9EF-926B-4E78-8230-2535D8CAF56A}"/>
          </ac:spMkLst>
        </pc:spChg>
        <pc:spChg chg="add mod">
          <ac:chgData name="Josué Silva de Morais" userId="f406c2cd-edfc-4057-be10-75858098c663" providerId="ADAL" clId="{A1824FC7-00A9-4708-B7FB-71BF84356830}" dt="2026-05-11T11:25:29.715" v="3132"/>
          <ac:spMkLst>
            <pc:docMk/>
            <pc:sldMk cId="74885702" sldId="365"/>
            <ac:spMk id="21" creationId="{FA22720B-BD60-44F4-958F-712657A9B163}"/>
          </ac:spMkLst>
        </pc:spChg>
        <pc:spChg chg="add mod">
          <ac:chgData name="Josué Silva de Morais" userId="f406c2cd-edfc-4057-be10-75858098c663" providerId="ADAL" clId="{A1824FC7-00A9-4708-B7FB-71BF84356830}" dt="2026-05-11T11:25:29.716" v="3135"/>
          <ac:spMkLst>
            <pc:docMk/>
            <pc:sldMk cId="74885702" sldId="365"/>
            <ac:spMk id="22" creationId="{4330AB22-6AD5-4F73-BAC4-2A2A81E56CFD}"/>
          </ac:spMkLst>
        </pc:spChg>
        <pc:spChg chg="add mod">
          <ac:chgData name="Josué Silva de Morais" userId="f406c2cd-edfc-4057-be10-75858098c663" providerId="ADAL" clId="{A1824FC7-00A9-4708-B7FB-71BF84356830}" dt="2026-05-11T11:25:29.724" v="3145"/>
          <ac:spMkLst>
            <pc:docMk/>
            <pc:sldMk cId="74885702" sldId="365"/>
            <ac:spMk id="23" creationId="{8162D3FA-5171-4E4C-BF40-A1A8F18875E8}"/>
          </ac:spMkLst>
        </pc:spChg>
        <pc:spChg chg="add mod">
          <ac:chgData name="Josué Silva de Morais" userId="f406c2cd-edfc-4057-be10-75858098c663" providerId="ADAL" clId="{A1824FC7-00A9-4708-B7FB-71BF84356830}" dt="2026-05-11T11:25:29.726" v="3148"/>
          <ac:spMkLst>
            <pc:docMk/>
            <pc:sldMk cId="74885702" sldId="365"/>
            <ac:spMk id="24" creationId="{CCAFCF36-DA26-4235-B9BF-4EEF6EF8090C}"/>
          </ac:spMkLst>
        </pc:spChg>
        <pc:spChg chg="add mod">
          <ac:chgData name="Josué Silva de Morais" userId="f406c2cd-edfc-4057-be10-75858098c663" providerId="ADAL" clId="{A1824FC7-00A9-4708-B7FB-71BF84356830}" dt="2026-05-11T11:25:29.735" v="3158"/>
          <ac:spMkLst>
            <pc:docMk/>
            <pc:sldMk cId="74885702" sldId="365"/>
            <ac:spMk id="25" creationId="{A909FD12-975E-4663-8FB0-9ABB50883BF7}"/>
          </ac:spMkLst>
        </pc:spChg>
        <pc:spChg chg="add mod">
          <ac:chgData name="Josué Silva de Morais" userId="f406c2cd-edfc-4057-be10-75858098c663" providerId="ADAL" clId="{A1824FC7-00A9-4708-B7FB-71BF84356830}" dt="2026-05-11T11:25:29.737" v="3161"/>
          <ac:spMkLst>
            <pc:docMk/>
            <pc:sldMk cId="74885702" sldId="365"/>
            <ac:spMk id="26" creationId="{ECC49498-A3B9-4106-8616-D85DA6B26AE2}"/>
          </ac:spMkLst>
        </pc:spChg>
        <pc:spChg chg="add mod">
          <ac:chgData name="Josué Silva de Morais" userId="f406c2cd-edfc-4057-be10-75858098c663" providerId="ADAL" clId="{A1824FC7-00A9-4708-B7FB-71BF84356830}" dt="2026-05-11T11:25:29.743" v="3171"/>
          <ac:spMkLst>
            <pc:docMk/>
            <pc:sldMk cId="74885702" sldId="365"/>
            <ac:spMk id="27" creationId="{986AE9C6-1206-4444-BF65-831C13B67592}"/>
          </ac:spMkLst>
        </pc:spChg>
        <pc:spChg chg="add mod">
          <ac:chgData name="Josué Silva de Morais" userId="f406c2cd-edfc-4057-be10-75858098c663" providerId="ADAL" clId="{A1824FC7-00A9-4708-B7FB-71BF84356830}" dt="2026-05-11T11:25:29.754" v="3177"/>
          <ac:spMkLst>
            <pc:docMk/>
            <pc:sldMk cId="74885702" sldId="365"/>
            <ac:spMk id="28" creationId="{48CA56C9-9B02-4BB4-ADC4-1DE4E7F2E7F2}"/>
          </ac:spMkLst>
        </pc:spChg>
        <pc:spChg chg="add mod">
          <ac:chgData name="Josué Silva de Morais" userId="f406c2cd-edfc-4057-be10-75858098c663" providerId="ADAL" clId="{A1824FC7-00A9-4708-B7FB-71BF84356830}" dt="2026-05-11T11:25:29.756" v="3181"/>
          <ac:spMkLst>
            <pc:docMk/>
            <pc:sldMk cId="74885702" sldId="365"/>
            <ac:spMk id="29" creationId="{BC2428C1-1673-491F-A736-2A36EFB34C3D}"/>
          </ac:spMkLst>
        </pc:spChg>
        <pc:spChg chg="add mod">
          <ac:chgData name="Josué Silva de Morais" userId="f406c2cd-edfc-4057-be10-75858098c663" providerId="ADAL" clId="{A1824FC7-00A9-4708-B7FB-71BF84356830}" dt="2026-05-11T11:25:29.767" v="3191"/>
          <ac:spMkLst>
            <pc:docMk/>
            <pc:sldMk cId="74885702" sldId="365"/>
            <ac:spMk id="30" creationId="{3BB7EF8A-25FA-4E01-A52B-BBBCE246C51C}"/>
          </ac:spMkLst>
        </pc:spChg>
        <pc:spChg chg="add mod">
          <ac:chgData name="Josué Silva de Morais" userId="f406c2cd-edfc-4057-be10-75858098c663" providerId="ADAL" clId="{A1824FC7-00A9-4708-B7FB-71BF84356830}" dt="2026-05-11T11:25:29.773" v="3201"/>
          <ac:spMkLst>
            <pc:docMk/>
            <pc:sldMk cId="74885702" sldId="365"/>
            <ac:spMk id="31" creationId="{5F9E2BAA-7F04-42CB-A4BE-868601B9F378}"/>
          </ac:spMkLst>
        </pc:spChg>
        <pc:spChg chg="add mod">
          <ac:chgData name="Josué Silva de Morais" userId="f406c2cd-edfc-4057-be10-75858098c663" providerId="ADAL" clId="{A1824FC7-00A9-4708-B7FB-71BF84356830}" dt="2026-05-11T11:25:29.782" v="3211"/>
          <ac:spMkLst>
            <pc:docMk/>
            <pc:sldMk cId="74885702" sldId="365"/>
            <ac:spMk id="32" creationId="{13274727-A2DF-4E36-8B56-C04F1C43EBF8}"/>
          </ac:spMkLst>
        </pc:spChg>
        <pc:spChg chg="add mod">
          <ac:chgData name="Josué Silva de Morais" userId="f406c2cd-edfc-4057-be10-75858098c663" providerId="ADAL" clId="{A1824FC7-00A9-4708-B7FB-71BF84356830}" dt="2026-05-11T11:25:29.789" v="3221"/>
          <ac:spMkLst>
            <pc:docMk/>
            <pc:sldMk cId="74885702" sldId="365"/>
            <ac:spMk id="33" creationId="{29912703-CBA0-4B15-AAB5-26B97193DDC8}"/>
          </ac:spMkLst>
        </pc:spChg>
        <pc:spChg chg="add mod">
          <ac:chgData name="Josué Silva de Morais" userId="f406c2cd-edfc-4057-be10-75858098c663" providerId="ADAL" clId="{A1824FC7-00A9-4708-B7FB-71BF84356830}" dt="2026-05-11T11:25:29.795" v="3226"/>
          <ac:spMkLst>
            <pc:docMk/>
            <pc:sldMk cId="74885702" sldId="365"/>
            <ac:spMk id="34" creationId="{F8568AD4-A6B2-4AF9-9E9B-0DEEC497EA3B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29.852" v="3259"/>
        <pc:sldMkLst>
          <pc:docMk/>
          <pc:sldMk cId="3571528513" sldId="366"/>
        </pc:sldMkLst>
        <pc:spChg chg="add mod">
          <ac:chgData name="Josué Silva de Morais" userId="f406c2cd-edfc-4057-be10-75858098c663" providerId="ADAL" clId="{A1824FC7-00A9-4708-B7FB-71BF84356830}" dt="2026-05-11T11:25:29.817" v="3230"/>
          <ac:spMkLst>
            <pc:docMk/>
            <pc:sldMk cId="3571528513" sldId="366"/>
            <ac:spMk id="2" creationId="{F1352B3C-2DD5-491C-947F-8026375B2AFB}"/>
          </ac:spMkLst>
        </pc:spChg>
        <pc:spChg chg="add mod">
          <ac:chgData name="Josué Silva de Morais" userId="f406c2cd-edfc-4057-be10-75858098c663" providerId="ADAL" clId="{A1824FC7-00A9-4708-B7FB-71BF84356830}" dt="2026-05-11T11:25:29.821" v="3236"/>
          <ac:spMkLst>
            <pc:docMk/>
            <pc:sldMk cId="3571528513" sldId="366"/>
            <ac:spMk id="3" creationId="{4B0026E6-E6E9-4C15-B4F5-395FF3A0C63C}"/>
          </ac:spMkLst>
        </pc:spChg>
        <pc:spChg chg="add mod">
          <ac:chgData name="Josué Silva de Morais" userId="f406c2cd-edfc-4057-be10-75858098c663" providerId="ADAL" clId="{A1824FC7-00A9-4708-B7FB-71BF84356830}" dt="2026-05-11T11:25:29.826" v="3242"/>
          <ac:spMkLst>
            <pc:docMk/>
            <pc:sldMk cId="3571528513" sldId="366"/>
            <ac:spMk id="4" creationId="{9D3ED713-E307-4345-AB8B-E8CDA1E650CF}"/>
          </ac:spMkLst>
        </pc:spChg>
        <pc:spChg chg="add mod">
          <ac:chgData name="Josué Silva de Morais" userId="f406c2cd-edfc-4057-be10-75858098c663" providerId="ADAL" clId="{A1824FC7-00A9-4708-B7FB-71BF84356830}" dt="2026-05-11T11:25:29.830" v="3245"/>
          <ac:spMkLst>
            <pc:docMk/>
            <pc:sldMk cId="3571528513" sldId="366"/>
            <ac:spMk id="5" creationId="{70E6AB8A-E08B-4104-815A-97E0447ECD31}"/>
          </ac:spMkLst>
        </pc:spChg>
        <pc:spChg chg="add mod">
          <ac:chgData name="Josué Silva de Morais" userId="f406c2cd-edfc-4057-be10-75858098c663" providerId="ADAL" clId="{A1824FC7-00A9-4708-B7FB-71BF84356830}" dt="2026-05-11T11:25:29.835" v="3250"/>
          <ac:spMkLst>
            <pc:docMk/>
            <pc:sldMk cId="3571528513" sldId="366"/>
            <ac:spMk id="6" creationId="{A5620F6C-E320-4DAA-B3CB-64C920154861}"/>
          </ac:spMkLst>
        </pc:spChg>
        <pc:spChg chg="add mod">
          <ac:chgData name="Josué Silva de Morais" userId="f406c2cd-edfc-4057-be10-75858098c663" providerId="ADAL" clId="{A1824FC7-00A9-4708-B7FB-71BF84356830}" dt="2026-05-11T11:25:29.837" v="3253"/>
          <ac:spMkLst>
            <pc:docMk/>
            <pc:sldMk cId="3571528513" sldId="366"/>
            <ac:spMk id="7" creationId="{38E383D0-5037-42F6-B146-43D8DA8E1FCD}"/>
          </ac:spMkLst>
        </pc:spChg>
        <pc:spChg chg="add mod">
          <ac:chgData name="Josué Silva de Morais" userId="f406c2cd-edfc-4057-be10-75858098c663" providerId="ADAL" clId="{A1824FC7-00A9-4708-B7FB-71BF84356830}" dt="2026-05-11T11:25:29.852" v="3259"/>
          <ac:spMkLst>
            <pc:docMk/>
            <pc:sldMk cId="3571528513" sldId="366"/>
            <ac:spMk id="8" creationId="{95EF3758-19CC-4F95-9AF6-595DFAD0483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57.984" v="3292"/>
        <pc:sldMkLst>
          <pc:docMk/>
          <pc:sldMk cId="3131512134" sldId="367"/>
        </pc:sldMkLst>
        <pc:spChg chg="add mod">
          <ac:chgData name="Josué Silva de Morais" userId="f406c2cd-edfc-4057-be10-75858098c663" providerId="ADAL" clId="{A1824FC7-00A9-4708-B7FB-71BF84356830}" dt="2026-05-11T11:25:57.947" v="3263"/>
          <ac:spMkLst>
            <pc:docMk/>
            <pc:sldMk cId="3131512134" sldId="367"/>
            <ac:spMk id="2" creationId="{409ABCAA-8AB8-45B6-B9D0-37E36E8935F8}"/>
          </ac:spMkLst>
        </pc:spChg>
        <pc:spChg chg="add mod">
          <ac:chgData name="Josué Silva de Morais" userId="f406c2cd-edfc-4057-be10-75858098c663" providerId="ADAL" clId="{A1824FC7-00A9-4708-B7FB-71BF84356830}" dt="2026-05-11T11:25:57.951" v="3269"/>
          <ac:spMkLst>
            <pc:docMk/>
            <pc:sldMk cId="3131512134" sldId="367"/>
            <ac:spMk id="3" creationId="{F8513AE7-7169-4ED6-8ED9-DBFDCA267ABE}"/>
          </ac:spMkLst>
        </pc:spChg>
        <pc:spChg chg="add mod">
          <ac:chgData name="Josué Silva de Morais" userId="f406c2cd-edfc-4057-be10-75858098c663" providerId="ADAL" clId="{A1824FC7-00A9-4708-B7FB-71BF84356830}" dt="2026-05-11T11:25:57.959" v="3275"/>
          <ac:spMkLst>
            <pc:docMk/>
            <pc:sldMk cId="3131512134" sldId="367"/>
            <ac:spMk id="4" creationId="{270CE0EA-7F09-492B-99FF-9AF0542C483D}"/>
          </ac:spMkLst>
        </pc:spChg>
        <pc:spChg chg="add mod">
          <ac:chgData name="Josué Silva de Morais" userId="f406c2cd-edfc-4057-be10-75858098c663" providerId="ADAL" clId="{A1824FC7-00A9-4708-B7FB-71BF84356830}" dt="2026-05-11T11:25:57.963" v="3278"/>
          <ac:spMkLst>
            <pc:docMk/>
            <pc:sldMk cId="3131512134" sldId="367"/>
            <ac:spMk id="5" creationId="{1B175339-BD8F-45A8-89B3-F37856888B68}"/>
          </ac:spMkLst>
        </pc:spChg>
        <pc:spChg chg="add mod">
          <ac:chgData name="Josué Silva de Morais" userId="f406c2cd-edfc-4057-be10-75858098c663" providerId="ADAL" clId="{A1824FC7-00A9-4708-B7FB-71BF84356830}" dt="2026-05-11T11:25:57.967" v="3283"/>
          <ac:spMkLst>
            <pc:docMk/>
            <pc:sldMk cId="3131512134" sldId="367"/>
            <ac:spMk id="6" creationId="{438EDB53-2325-446F-9F0C-541704A8F8CB}"/>
          </ac:spMkLst>
        </pc:spChg>
        <pc:spChg chg="add mod">
          <ac:chgData name="Josué Silva de Morais" userId="f406c2cd-edfc-4057-be10-75858098c663" providerId="ADAL" clId="{A1824FC7-00A9-4708-B7FB-71BF84356830}" dt="2026-05-11T11:25:57.969" v="3286"/>
          <ac:spMkLst>
            <pc:docMk/>
            <pc:sldMk cId="3131512134" sldId="367"/>
            <ac:spMk id="7" creationId="{B3337A21-39A7-4E25-BEC8-C49212D64540}"/>
          </ac:spMkLst>
        </pc:spChg>
        <pc:spChg chg="add mod">
          <ac:chgData name="Josué Silva de Morais" userId="f406c2cd-edfc-4057-be10-75858098c663" providerId="ADAL" clId="{A1824FC7-00A9-4708-B7FB-71BF84356830}" dt="2026-05-11T11:25:57.984" v="3292"/>
          <ac:spMkLst>
            <pc:docMk/>
            <pc:sldMk cId="3131512134" sldId="367"/>
            <ac:spMk id="8" creationId="{00EE78C6-8B17-4379-B2D4-790EB0AE3660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5:58.111" v="3401"/>
        <pc:sldMkLst>
          <pc:docMk/>
          <pc:sldMk cId="329222090" sldId="368"/>
        </pc:sldMkLst>
        <pc:spChg chg="add mod">
          <ac:chgData name="Josué Silva de Morais" userId="f406c2cd-edfc-4057-be10-75858098c663" providerId="ADAL" clId="{A1824FC7-00A9-4708-B7FB-71BF84356830}" dt="2026-05-11T11:25:58.005" v="3296"/>
          <ac:spMkLst>
            <pc:docMk/>
            <pc:sldMk cId="329222090" sldId="368"/>
            <ac:spMk id="2" creationId="{4659EE6B-4CB0-407B-A464-AC88EC7BEB19}"/>
          </ac:spMkLst>
        </pc:spChg>
        <pc:spChg chg="add mod">
          <ac:chgData name="Josué Silva de Morais" userId="f406c2cd-edfc-4057-be10-75858098c663" providerId="ADAL" clId="{A1824FC7-00A9-4708-B7FB-71BF84356830}" dt="2026-05-11T11:25:58.013" v="3302"/>
          <ac:spMkLst>
            <pc:docMk/>
            <pc:sldMk cId="329222090" sldId="368"/>
            <ac:spMk id="3" creationId="{715EE40A-E5AE-4FAE-907E-8F7B7F69E238}"/>
          </ac:spMkLst>
        </pc:spChg>
        <pc:spChg chg="add mod">
          <ac:chgData name="Josué Silva de Morais" userId="f406c2cd-edfc-4057-be10-75858098c663" providerId="ADAL" clId="{A1824FC7-00A9-4708-B7FB-71BF84356830}" dt="2026-05-11T11:25:58.018" v="3308"/>
          <ac:spMkLst>
            <pc:docMk/>
            <pc:sldMk cId="329222090" sldId="368"/>
            <ac:spMk id="4" creationId="{A22D719F-A783-433A-801F-02854B84536E}"/>
          </ac:spMkLst>
        </pc:spChg>
        <pc:spChg chg="add mod">
          <ac:chgData name="Josué Silva de Morais" userId="f406c2cd-edfc-4057-be10-75858098c663" providerId="ADAL" clId="{A1824FC7-00A9-4708-B7FB-71BF84356830}" dt="2026-05-11T11:25:58.020" v="3311"/>
          <ac:spMkLst>
            <pc:docMk/>
            <pc:sldMk cId="329222090" sldId="368"/>
            <ac:spMk id="5" creationId="{2A935CE6-416B-47FB-A55B-3372C2EAA38D}"/>
          </ac:spMkLst>
        </pc:spChg>
        <pc:spChg chg="add mod">
          <ac:chgData name="Josué Silva de Morais" userId="f406c2cd-edfc-4057-be10-75858098c663" providerId="ADAL" clId="{A1824FC7-00A9-4708-B7FB-71BF84356830}" dt="2026-05-11T11:25:58.022" v="3314"/>
          <ac:spMkLst>
            <pc:docMk/>
            <pc:sldMk cId="329222090" sldId="368"/>
            <ac:spMk id="6" creationId="{80B4A792-83C4-4D17-8571-1BF9C779BD48}"/>
          </ac:spMkLst>
        </pc:spChg>
        <pc:spChg chg="add mod">
          <ac:chgData name="Josué Silva de Morais" userId="f406c2cd-edfc-4057-be10-75858098c663" providerId="ADAL" clId="{A1824FC7-00A9-4708-B7FB-71BF84356830}" dt="2026-05-11T11:25:58.034" v="3320"/>
          <ac:spMkLst>
            <pc:docMk/>
            <pc:sldMk cId="329222090" sldId="368"/>
            <ac:spMk id="7" creationId="{C2B9F4AE-7545-41B3-93F9-A39447EF8606}"/>
          </ac:spMkLst>
        </pc:spChg>
        <pc:spChg chg="add mod">
          <ac:chgData name="Josué Silva de Morais" userId="f406c2cd-edfc-4057-be10-75858098c663" providerId="ADAL" clId="{A1824FC7-00A9-4708-B7FB-71BF84356830}" dt="2026-05-11T11:25:58.039" v="3326"/>
          <ac:spMkLst>
            <pc:docMk/>
            <pc:sldMk cId="329222090" sldId="368"/>
            <ac:spMk id="8" creationId="{008191A7-947C-4524-AC5F-F175389529ED}"/>
          </ac:spMkLst>
        </pc:spChg>
        <pc:spChg chg="add mod">
          <ac:chgData name="Josué Silva de Morais" userId="f406c2cd-edfc-4057-be10-75858098c663" providerId="ADAL" clId="{A1824FC7-00A9-4708-B7FB-71BF84356830}" dt="2026-05-11T11:25:58.044" v="3330"/>
          <ac:spMkLst>
            <pc:docMk/>
            <pc:sldMk cId="329222090" sldId="368"/>
            <ac:spMk id="9" creationId="{4F3EFCC5-9044-4706-99B0-13CF99A6B43D}"/>
          </ac:spMkLst>
        </pc:spChg>
        <pc:spChg chg="add mod">
          <ac:chgData name="Josué Silva de Morais" userId="f406c2cd-edfc-4057-be10-75858098c663" providerId="ADAL" clId="{A1824FC7-00A9-4708-B7FB-71BF84356830}" dt="2026-05-11T11:25:58.048" v="3336"/>
          <ac:spMkLst>
            <pc:docMk/>
            <pc:sldMk cId="329222090" sldId="368"/>
            <ac:spMk id="10" creationId="{06EF3311-4C1E-4201-892E-0BA596D46E0B}"/>
          </ac:spMkLst>
        </pc:spChg>
        <pc:spChg chg="add mod">
          <ac:chgData name="Josué Silva de Morais" userId="f406c2cd-edfc-4057-be10-75858098c663" providerId="ADAL" clId="{A1824FC7-00A9-4708-B7FB-71BF84356830}" dt="2026-05-11T11:25:58.054" v="3341"/>
          <ac:spMkLst>
            <pc:docMk/>
            <pc:sldMk cId="329222090" sldId="368"/>
            <ac:spMk id="11" creationId="{8CB3A2E8-116D-4B5F-9A49-DA396B57EB61}"/>
          </ac:spMkLst>
        </pc:spChg>
        <pc:spChg chg="add mod">
          <ac:chgData name="Josué Silva de Morais" userId="f406c2cd-edfc-4057-be10-75858098c663" providerId="ADAL" clId="{A1824FC7-00A9-4708-B7FB-71BF84356830}" dt="2026-05-11T11:25:58.058" v="3345"/>
          <ac:spMkLst>
            <pc:docMk/>
            <pc:sldMk cId="329222090" sldId="368"/>
            <ac:spMk id="12" creationId="{A2A26D29-BD91-4D93-8A2C-91833D7B938C}"/>
          </ac:spMkLst>
        </pc:spChg>
        <pc:spChg chg="add mod">
          <ac:chgData name="Josué Silva de Morais" userId="f406c2cd-edfc-4057-be10-75858098c663" providerId="ADAL" clId="{A1824FC7-00A9-4708-B7FB-71BF84356830}" dt="2026-05-11T11:25:58.063" v="3351"/>
          <ac:spMkLst>
            <pc:docMk/>
            <pc:sldMk cId="329222090" sldId="368"/>
            <ac:spMk id="13" creationId="{EEDC623D-BEBB-48A0-A255-2F9427545769}"/>
          </ac:spMkLst>
        </pc:spChg>
        <pc:spChg chg="add mod">
          <ac:chgData name="Josué Silva de Morais" userId="f406c2cd-edfc-4057-be10-75858098c663" providerId="ADAL" clId="{A1824FC7-00A9-4708-B7FB-71BF84356830}" dt="2026-05-11T11:25:58.067" v="3356"/>
          <ac:spMkLst>
            <pc:docMk/>
            <pc:sldMk cId="329222090" sldId="368"/>
            <ac:spMk id="14" creationId="{AD5110B9-ADC3-4476-9E8F-3F91F3ABA02B}"/>
          </ac:spMkLst>
        </pc:spChg>
        <pc:spChg chg="add mod">
          <ac:chgData name="Josué Silva de Morais" userId="f406c2cd-edfc-4057-be10-75858098c663" providerId="ADAL" clId="{A1824FC7-00A9-4708-B7FB-71BF84356830}" dt="2026-05-11T11:25:58.072" v="3360"/>
          <ac:spMkLst>
            <pc:docMk/>
            <pc:sldMk cId="329222090" sldId="368"/>
            <ac:spMk id="15" creationId="{1112C855-8F9C-4DB2-8E73-23AE80669715}"/>
          </ac:spMkLst>
        </pc:spChg>
        <pc:spChg chg="add mod">
          <ac:chgData name="Josué Silva de Morais" userId="f406c2cd-edfc-4057-be10-75858098c663" providerId="ADAL" clId="{A1824FC7-00A9-4708-B7FB-71BF84356830}" dt="2026-05-11T11:25:58.078" v="3366"/>
          <ac:spMkLst>
            <pc:docMk/>
            <pc:sldMk cId="329222090" sldId="368"/>
            <ac:spMk id="16" creationId="{626018A8-9892-48EC-862E-20862E12E547}"/>
          </ac:spMkLst>
        </pc:spChg>
        <pc:spChg chg="add mod">
          <ac:chgData name="Josué Silva de Morais" userId="f406c2cd-edfc-4057-be10-75858098c663" providerId="ADAL" clId="{A1824FC7-00A9-4708-B7FB-71BF84356830}" dt="2026-05-11T11:25:58.083" v="3371"/>
          <ac:spMkLst>
            <pc:docMk/>
            <pc:sldMk cId="329222090" sldId="368"/>
            <ac:spMk id="17" creationId="{600437DC-2A96-40DC-B9B1-85530CEAE0EC}"/>
          </ac:spMkLst>
        </pc:spChg>
        <pc:spChg chg="add mod">
          <ac:chgData name="Josué Silva de Morais" userId="f406c2cd-edfc-4057-be10-75858098c663" providerId="ADAL" clId="{A1824FC7-00A9-4708-B7FB-71BF84356830}" dt="2026-05-11T11:25:58.085" v="3375"/>
          <ac:spMkLst>
            <pc:docMk/>
            <pc:sldMk cId="329222090" sldId="368"/>
            <ac:spMk id="18" creationId="{C2EB398A-03DC-4396-83DC-20C2E88FFC9F}"/>
          </ac:spMkLst>
        </pc:spChg>
        <pc:spChg chg="add mod">
          <ac:chgData name="Josué Silva de Morais" userId="f406c2cd-edfc-4057-be10-75858098c663" providerId="ADAL" clId="{A1824FC7-00A9-4708-B7FB-71BF84356830}" dt="2026-05-11T11:25:58.091" v="3381"/>
          <ac:spMkLst>
            <pc:docMk/>
            <pc:sldMk cId="329222090" sldId="368"/>
            <ac:spMk id="19" creationId="{37680AD4-60A4-42E9-87F5-B1B5DE99824B}"/>
          </ac:spMkLst>
        </pc:spChg>
        <pc:spChg chg="add mod">
          <ac:chgData name="Josué Silva de Morais" userId="f406c2cd-edfc-4057-be10-75858098c663" providerId="ADAL" clId="{A1824FC7-00A9-4708-B7FB-71BF84356830}" dt="2026-05-11T11:25:58.096" v="3386"/>
          <ac:spMkLst>
            <pc:docMk/>
            <pc:sldMk cId="329222090" sldId="368"/>
            <ac:spMk id="20" creationId="{FE98F34C-931B-4C3E-BAB7-35B99863380D}"/>
          </ac:spMkLst>
        </pc:spChg>
        <pc:spChg chg="add mod">
          <ac:chgData name="Josué Silva de Morais" userId="f406c2cd-edfc-4057-be10-75858098c663" providerId="ADAL" clId="{A1824FC7-00A9-4708-B7FB-71BF84356830}" dt="2026-05-11T11:25:58.099" v="3390"/>
          <ac:spMkLst>
            <pc:docMk/>
            <pc:sldMk cId="329222090" sldId="368"/>
            <ac:spMk id="21" creationId="{04BEF2F2-1E97-4192-8D70-A1922156703D}"/>
          </ac:spMkLst>
        </pc:spChg>
        <pc:spChg chg="add mod">
          <ac:chgData name="Josué Silva de Morais" userId="f406c2cd-edfc-4057-be10-75858098c663" providerId="ADAL" clId="{A1824FC7-00A9-4708-B7FB-71BF84356830}" dt="2026-05-11T11:25:58.104" v="3396"/>
          <ac:spMkLst>
            <pc:docMk/>
            <pc:sldMk cId="329222090" sldId="368"/>
            <ac:spMk id="22" creationId="{1E0D98A6-6371-4722-8AEB-6D40A3DDC89C}"/>
          </ac:spMkLst>
        </pc:spChg>
        <pc:spChg chg="add mod">
          <ac:chgData name="Josué Silva de Morais" userId="f406c2cd-edfc-4057-be10-75858098c663" providerId="ADAL" clId="{A1824FC7-00A9-4708-B7FB-71BF84356830}" dt="2026-05-11T11:25:58.111" v="3401"/>
          <ac:spMkLst>
            <pc:docMk/>
            <pc:sldMk cId="329222090" sldId="368"/>
            <ac:spMk id="23" creationId="{9FDF026A-0194-42DC-A69A-EAB611A657F7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6:37.618" v="3425"/>
        <pc:sldMkLst>
          <pc:docMk/>
          <pc:sldMk cId="2492557684" sldId="369"/>
        </pc:sldMkLst>
        <pc:spChg chg="add mod">
          <ac:chgData name="Josué Silva de Morais" userId="f406c2cd-edfc-4057-be10-75858098c663" providerId="ADAL" clId="{A1824FC7-00A9-4708-B7FB-71BF84356830}" dt="2026-05-11T11:26:37.596" v="3405"/>
          <ac:spMkLst>
            <pc:docMk/>
            <pc:sldMk cId="2492557684" sldId="369"/>
            <ac:spMk id="2" creationId="{FA627DD0-DD43-42F6-8F95-BFD8519AD723}"/>
          </ac:spMkLst>
        </pc:spChg>
        <pc:spChg chg="add mod">
          <ac:chgData name="Josué Silva de Morais" userId="f406c2cd-edfc-4057-be10-75858098c663" providerId="ADAL" clId="{A1824FC7-00A9-4708-B7FB-71BF84356830}" dt="2026-05-11T11:26:37.599" v="3408"/>
          <ac:spMkLst>
            <pc:docMk/>
            <pc:sldMk cId="2492557684" sldId="369"/>
            <ac:spMk id="3" creationId="{BCF83784-0DEC-4E34-9425-103C63AF3B27}"/>
          </ac:spMkLst>
        </pc:spChg>
        <pc:spChg chg="add mod">
          <ac:chgData name="Josué Silva de Morais" userId="f406c2cd-edfc-4057-be10-75858098c663" providerId="ADAL" clId="{A1824FC7-00A9-4708-B7FB-71BF84356830}" dt="2026-05-11T11:26:37.607" v="3414"/>
          <ac:spMkLst>
            <pc:docMk/>
            <pc:sldMk cId="2492557684" sldId="369"/>
            <ac:spMk id="4" creationId="{86444913-9FFB-424A-8A67-F600A44CEA63}"/>
          </ac:spMkLst>
        </pc:spChg>
        <pc:spChg chg="add mod">
          <ac:chgData name="Josué Silva de Morais" userId="f406c2cd-edfc-4057-be10-75858098c663" providerId="ADAL" clId="{A1824FC7-00A9-4708-B7FB-71BF84356830}" dt="2026-05-11T11:26:37.613" v="3420"/>
          <ac:spMkLst>
            <pc:docMk/>
            <pc:sldMk cId="2492557684" sldId="369"/>
            <ac:spMk id="5" creationId="{A1ED1303-EB09-40DC-8BEB-5B9D68CA3B8C}"/>
          </ac:spMkLst>
        </pc:spChg>
        <pc:spChg chg="add mod">
          <ac:chgData name="Josué Silva de Morais" userId="f406c2cd-edfc-4057-be10-75858098c663" providerId="ADAL" clId="{A1824FC7-00A9-4708-B7FB-71BF84356830}" dt="2026-05-11T11:26:37.618" v="3425"/>
          <ac:spMkLst>
            <pc:docMk/>
            <pc:sldMk cId="2492557684" sldId="369"/>
            <ac:spMk id="6" creationId="{A564B056-48EA-4DFE-AF77-4BE5CEAB3EC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6:37.896" v="3594"/>
        <pc:sldMkLst>
          <pc:docMk/>
          <pc:sldMk cId="2688333695" sldId="370"/>
        </pc:sldMkLst>
        <pc:spChg chg="add mod">
          <ac:chgData name="Josué Silva de Morais" userId="f406c2cd-edfc-4057-be10-75858098c663" providerId="ADAL" clId="{A1824FC7-00A9-4708-B7FB-71BF84356830}" dt="2026-05-11T11:26:37.647" v="3429"/>
          <ac:spMkLst>
            <pc:docMk/>
            <pc:sldMk cId="2688333695" sldId="370"/>
            <ac:spMk id="2" creationId="{0B4AA96A-B0A6-4F1D-B050-145F23B62FFA}"/>
          </ac:spMkLst>
        </pc:spChg>
        <pc:spChg chg="add mod">
          <ac:chgData name="Josué Silva de Morais" userId="f406c2cd-edfc-4057-be10-75858098c663" providerId="ADAL" clId="{A1824FC7-00A9-4708-B7FB-71BF84356830}" dt="2026-05-11T11:26:37.654" v="3435"/>
          <ac:spMkLst>
            <pc:docMk/>
            <pc:sldMk cId="2688333695" sldId="370"/>
            <ac:spMk id="3" creationId="{7B299CA0-4A3C-4877-98A9-3EBA004DBA7F}"/>
          </ac:spMkLst>
        </pc:spChg>
        <pc:spChg chg="add mod">
          <ac:chgData name="Josué Silva de Morais" userId="f406c2cd-edfc-4057-be10-75858098c663" providerId="ADAL" clId="{A1824FC7-00A9-4708-B7FB-71BF84356830}" dt="2026-05-11T11:26:37.663" v="3441"/>
          <ac:spMkLst>
            <pc:docMk/>
            <pc:sldMk cId="2688333695" sldId="370"/>
            <ac:spMk id="4" creationId="{88FEAE4A-B425-4FA6-822C-242B22E561A3}"/>
          </ac:spMkLst>
        </pc:spChg>
        <pc:spChg chg="add mod">
          <ac:chgData name="Josué Silva de Morais" userId="f406c2cd-edfc-4057-be10-75858098c663" providerId="ADAL" clId="{A1824FC7-00A9-4708-B7FB-71BF84356830}" dt="2026-05-11T11:26:37.667" v="3444"/>
          <ac:spMkLst>
            <pc:docMk/>
            <pc:sldMk cId="2688333695" sldId="370"/>
            <ac:spMk id="5" creationId="{276FA326-E5A3-4E2A-8E8E-43153C411925}"/>
          </ac:spMkLst>
        </pc:spChg>
        <pc:spChg chg="add mod">
          <ac:chgData name="Josué Silva de Morais" userId="f406c2cd-edfc-4057-be10-75858098c663" providerId="ADAL" clId="{A1824FC7-00A9-4708-B7FB-71BF84356830}" dt="2026-05-11T11:26:37.674" v="3448"/>
          <ac:spMkLst>
            <pc:docMk/>
            <pc:sldMk cId="2688333695" sldId="370"/>
            <ac:spMk id="6" creationId="{18A38A27-0037-42A5-9053-098E237C71F5}"/>
          </ac:spMkLst>
        </pc:spChg>
        <pc:spChg chg="add mod">
          <ac:chgData name="Josué Silva de Morais" userId="f406c2cd-edfc-4057-be10-75858098c663" providerId="ADAL" clId="{A1824FC7-00A9-4708-B7FB-71BF84356830}" dt="2026-05-11T11:26:37.679" v="3454"/>
          <ac:spMkLst>
            <pc:docMk/>
            <pc:sldMk cId="2688333695" sldId="370"/>
            <ac:spMk id="7" creationId="{169A9466-D261-4B1D-A6CC-195C3F90E919}"/>
          </ac:spMkLst>
        </pc:spChg>
        <pc:spChg chg="add mod">
          <ac:chgData name="Josué Silva de Morais" userId="f406c2cd-edfc-4057-be10-75858098c663" providerId="ADAL" clId="{A1824FC7-00A9-4708-B7FB-71BF84356830}" dt="2026-05-11T11:26:37.687" v="3460"/>
          <ac:spMkLst>
            <pc:docMk/>
            <pc:sldMk cId="2688333695" sldId="370"/>
            <ac:spMk id="8" creationId="{48B58C1A-7296-44DD-B32D-F90B783C94D2}"/>
          </ac:spMkLst>
        </pc:spChg>
        <pc:spChg chg="add mod">
          <ac:chgData name="Josué Silva de Morais" userId="f406c2cd-edfc-4057-be10-75858098c663" providerId="ADAL" clId="{A1824FC7-00A9-4708-B7FB-71BF84356830}" dt="2026-05-11T11:26:37.694" v="3465"/>
          <ac:spMkLst>
            <pc:docMk/>
            <pc:sldMk cId="2688333695" sldId="370"/>
            <ac:spMk id="9" creationId="{E1B81340-EF05-436D-B619-94E2DDBEEA5B}"/>
          </ac:spMkLst>
        </pc:spChg>
        <pc:spChg chg="add mod">
          <ac:chgData name="Josué Silva de Morais" userId="f406c2cd-edfc-4057-be10-75858098c663" providerId="ADAL" clId="{A1824FC7-00A9-4708-B7FB-71BF84356830}" dt="2026-05-11T11:26:37.697" v="3469"/>
          <ac:spMkLst>
            <pc:docMk/>
            <pc:sldMk cId="2688333695" sldId="370"/>
            <ac:spMk id="10" creationId="{2E2A9349-8734-4656-A497-43E87D5F5C1C}"/>
          </ac:spMkLst>
        </pc:spChg>
        <pc:spChg chg="add mod">
          <ac:chgData name="Josué Silva de Morais" userId="f406c2cd-edfc-4057-be10-75858098c663" providerId="ADAL" clId="{A1824FC7-00A9-4708-B7FB-71BF84356830}" dt="2026-05-11T11:26:37.705" v="3475"/>
          <ac:spMkLst>
            <pc:docMk/>
            <pc:sldMk cId="2688333695" sldId="370"/>
            <ac:spMk id="11" creationId="{16095A3E-70FC-4577-B04F-3F2A7F655C7F}"/>
          </ac:spMkLst>
        </pc:spChg>
        <pc:spChg chg="add mod">
          <ac:chgData name="Josué Silva de Morais" userId="f406c2cd-edfc-4057-be10-75858098c663" providerId="ADAL" clId="{A1824FC7-00A9-4708-B7FB-71BF84356830}" dt="2026-05-11T11:26:37.716" v="3480"/>
          <ac:spMkLst>
            <pc:docMk/>
            <pc:sldMk cId="2688333695" sldId="370"/>
            <ac:spMk id="12" creationId="{4DB5C59D-49A0-4A12-8EAB-4382F5148904}"/>
          </ac:spMkLst>
        </pc:spChg>
        <pc:spChg chg="add mod">
          <ac:chgData name="Josué Silva de Morais" userId="f406c2cd-edfc-4057-be10-75858098c663" providerId="ADAL" clId="{A1824FC7-00A9-4708-B7FB-71BF84356830}" dt="2026-05-11T11:26:37.724" v="3484"/>
          <ac:spMkLst>
            <pc:docMk/>
            <pc:sldMk cId="2688333695" sldId="370"/>
            <ac:spMk id="13" creationId="{5044DEFF-569C-43D6-9FC3-BE58F94D3DC1}"/>
          </ac:spMkLst>
        </pc:spChg>
        <pc:spChg chg="add mod">
          <ac:chgData name="Josué Silva de Morais" userId="f406c2cd-edfc-4057-be10-75858098c663" providerId="ADAL" clId="{A1824FC7-00A9-4708-B7FB-71BF84356830}" dt="2026-05-11T11:26:37.729" v="3490"/>
          <ac:spMkLst>
            <pc:docMk/>
            <pc:sldMk cId="2688333695" sldId="370"/>
            <ac:spMk id="14" creationId="{AB9F6AF1-B13C-4AAD-82E3-808F2803ACEC}"/>
          </ac:spMkLst>
        </pc:spChg>
        <pc:spChg chg="add mod">
          <ac:chgData name="Josué Silva de Morais" userId="f406c2cd-edfc-4057-be10-75858098c663" providerId="ADAL" clId="{A1824FC7-00A9-4708-B7FB-71BF84356830}" dt="2026-05-11T11:26:37.739" v="3496"/>
          <ac:spMkLst>
            <pc:docMk/>
            <pc:sldMk cId="2688333695" sldId="370"/>
            <ac:spMk id="15" creationId="{7CC4BC82-6377-4B2B-8505-090E34CA098A}"/>
          </ac:spMkLst>
        </pc:spChg>
        <pc:spChg chg="add mod">
          <ac:chgData name="Josué Silva de Morais" userId="f406c2cd-edfc-4057-be10-75858098c663" providerId="ADAL" clId="{A1824FC7-00A9-4708-B7FB-71BF84356830}" dt="2026-05-11T11:26:37.742" v="3499"/>
          <ac:spMkLst>
            <pc:docMk/>
            <pc:sldMk cId="2688333695" sldId="370"/>
            <ac:spMk id="16" creationId="{FA715346-3781-4261-84E7-F70044485F8E}"/>
          </ac:spMkLst>
        </pc:spChg>
        <pc:spChg chg="add mod">
          <ac:chgData name="Josué Silva de Morais" userId="f406c2cd-edfc-4057-be10-75858098c663" providerId="ADAL" clId="{A1824FC7-00A9-4708-B7FB-71BF84356830}" dt="2026-05-11T11:26:37.745" v="3502"/>
          <ac:spMkLst>
            <pc:docMk/>
            <pc:sldMk cId="2688333695" sldId="370"/>
            <ac:spMk id="17" creationId="{906F743D-8ABC-41A5-AD1A-007BC9972AC5}"/>
          </ac:spMkLst>
        </pc:spChg>
        <pc:spChg chg="add mod">
          <ac:chgData name="Josué Silva de Morais" userId="f406c2cd-edfc-4057-be10-75858098c663" providerId="ADAL" clId="{A1824FC7-00A9-4708-B7FB-71BF84356830}" dt="2026-05-11T11:26:37.748" v="3505"/>
          <ac:spMkLst>
            <pc:docMk/>
            <pc:sldMk cId="2688333695" sldId="370"/>
            <ac:spMk id="18" creationId="{0C55F83D-7578-43FD-97A3-8DA0DA2C6D31}"/>
          </ac:spMkLst>
        </pc:spChg>
        <pc:spChg chg="add mod">
          <ac:chgData name="Josué Silva de Morais" userId="f406c2cd-edfc-4057-be10-75858098c663" providerId="ADAL" clId="{A1824FC7-00A9-4708-B7FB-71BF84356830}" dt="2026-05-11T11:26:37.751" v="3508"/>
          <ac:spMkLst>
            <pc:docMk/>
            <pc:sldMk cId="2688333695" sldId="370"/>
            <ac:spMk id="19" creationId="{66383E79-5637-4B2A-B9F5-795987E7CC6D}"/>
          </ac:spMkLst>
        </pc:spChg>
        <pc:spChg chg="add mod">
          <ac:chgData name="Josué Silva de Morais" userId="f406c2cd-edfc-4057-be10-75858098c663" providerId="ADAL" clId="{A1824FC7-00A9-4708-B7FB-71BF84356830}" dt="2026-05-11T11:26:37.757" v="3511"/>
          <ac:spMkLst>
            <pc:docMk/>
            <pc:sldMk cId="2688333695" sldId="370"/>
            <ac:spMk id="20" creationId="{91F13613-E142-4E54-9429-B8354A5EA32F}"/>
          </ac:spMkLst>
        </pc:spChg>
        <pc:spChg chg="add mod">
          <ac:chgData name="Josué Silva de Morais" userId="f406c2cd-edfc-4057-be10-75858098c663" providerId="ADAL" clId="{A1824FC7-00A9-4708-B7FB-71BF84356830}" dt="2026-05-11T11:26:37.760" v="3514"/>
          <ac:spMkLst>
            <pc:docMk/>
            <pc:sldMk cId="2688333695" sldId="370"/>
            <ac:spMk id="21" creationId="{083FC4D2-2D61-46CC-906F-6FA0D18891EC}"/>
          </ac:spMkLst>
        </pc:spChg>
        <pc:spChg chg="add mod">
          <ac:chgData name="Josué Silva de Morais" userId="f406c2cd-edfc-4057-be10-75858098c663" providerId="ADAL" clId="{A1824FC7-00A9-4708-B7FB-71BF84356830}" dt="2026-05-11T11:26:37.762" v="3517"/>
          <ac:spMkLst>
            <pc:docMk/>
            <pc:sldMk cId="2688333695" sldId="370"/>
            <ac:spMk id="22" creationId="{3705F641-2D70-45CA-80AB-83F9A87926FF}"/>
          </ac:spMkLst>
        </pc:spChg>
        <pc:spChg chg="add mod">
          <ac:chgData name="Josué Silva de Morais" userId="f406c2cd-edfc-4057-be10-75858098c663" providerId="ADAL" clId="{A1824FC7-00A9-4708-B7FB-71BF84356830}" dt="2026-05-11T11:26:37.764" v="3520"/>
          <ac:spMkLst>
            <pc:docMk/>
            <pc:sldMk cId="2688333695" sldId="370"/>
            <ac:spMk id="23" creationId="{7321286B-B352-4A79-B478-2B59FC251EC0}"/>
          </ac:spMkLst>
        </pc:spChg>
        <pc:spChg chg="add mod">
          <ac:chgData name="Josué Silva de Morais" userId="f406c2cd-edfc-4057-be10-75858098c663" providerId="ADAL" clId="{A1824FC7-00A9-4708-B7FB-71BF84356830}" dt="2026-05-11T11:26:37.772" v="3523"/>
          <ac:spMkLst>
            <pc:docMk/>
            <pc:sldMk cId="2688333695" sldId="370"/>
            <ac:spMk id="24" creationId="{84E6E262-0BBA-4DA5-BF80-27982C73BBFF}"/>
          </ac:spMkLst>
        </pc:spChg>
        <pc:spChg chg="add mod">
          <ac:chgData name="Josué Silva de Morais" userId="f406c2cd-edfc-4057-be10-75858098c663" providerId="ADAL" clId="{A1824FC7-00A9-4708-B7FB-71BF84356830}" dt="2026-05-11T11:26:37.775" v="3526"/>
          <ac:spMkLst>
            <pc:docMk/>
            <pc:sldMk cId="2688333695" sldId="370"/>
            <ac:spMk id="25" creationId="{E2F7CF59-1D9D-4E52-BAA8-B823ECF5E179}"/>
          </ac:spMkLst>
        </pc:spChg>
        <pc:spChg chg="add mod">
          <ac:chgData name="Josué Silva de Morais" userId="f406c2cd-edfc-4057-be10-75858098c663" providerId="ADAL" clId="{A1824FC7-00A9-4708-B7FB-71BF84356830}" dt="2026-05-11T11:26:37.778" v="3529"/>
          <ac:spMkLst>
            <pc:docMk/>
            <pc:sldMk cId="2688333695" sldId="370"/>
            <ac:spMk id="26" creationId="{2F805252-F900-4744-92B1-110580F423EF}"/>
          </ac:spMkLst>
        </pc:spChg>
        <pc:spChg chg="add mod">
          <ac:chgData name="Josué Silva de Morais" userId="f406c2cd-edfc-4057-be10-75858098c663" providerId="ADAL" clId="{A1824FC7-00A9-4708-B7FB-71BF84356830}" dt="2026-05-11T11:26:37.781" v="3532"/>
          <ac:spMkLst>
            <pc:docMk/>
            <pc:sldMk cId="2688333695" sldId="370"/>
            <ac:spMk id="27" creationId="{DCCD3658-A59F-42BF-A622-9E7F6AF64AAA}"/>
          </ac:spMkLst>
        </pc:spChg>
        <pc:spChg chg="add mod">
          <ac:chgData name="Josué Silva de Morais" userId="f406c2cd-edfc-4057-be10-75858098c663" providerId="ADAL" clId="{A1824FC7-00A9-4708-B7FB-71BF84356830}" dt="2026-05-11T11:26:37.792" v="3535"/>
          <ac:spMkLst>
            <pc:docMk/>
            <pc:sldMk cId="2688333695" sldId="370"/>
            <ac:spMk id="28" creationId="{DE545775-F589-4BE2-AF49-5CE2CB90A57C}"/>
          </ac:spMkLst>
        </pc:spChg>
        <pc:spChg chg="add mod">
          <ac:chgData name="Josué Silva de Morais" userId="f406c2cd-edfc-4057-be10-75858098c663" providerId="ADAL" clId="{A1824FC7-00A9-4708-B7FB-71BF84356830}" dt="2026-05-11T11:26:37.806" v="3541"/>
          <ac:spMkLst>
            <pc:docMk/>
            <pc:sldMk cId="2688333695" sldId="370"/>
            <ac:spMk id="29" creationId="{C1AA73FE-7A26-4EF8-A08E-9C04C89B332F}"/>
          </ac:spMkLst>
        </pc:spChg>
        <pc:spChg chg="add mod">
          <ac:chgData name="Josué Silva de Morais" userId="f406c2cd-edfc-4057-be10-75858098c663" providerId="ADAL" clId="{A1824FC7-00A9-4708-B7FB-71BF84356830}" dt="2026-05-11T11:26:37.810" v="3544"/>
          <ac:spMkLst>
            <pc:docMk/>
            <pc:sldMk cId="2688333695" sldId="370"/>
            <ac:spMk id="30" creationId="{AE30A74F-BF90-4BE3-B270-6C89EFA20316}"/>
          </ac:spMkLst>
        </pc:spChg>
        <pc:spChg chg="add mod">
          <ac:chgData name="Josué Silva de Morais" userId="f406c2cd-edfc-4057-be10-75858098c663" providerId="ADAL" clId="{A1824FC7-00A9-4708-B7FB-71BF84356830}" dt="2026-05-11T11:26:37.815" v="3547"/>
          <ac:spMkLst>
            <pc:docMk/>
            <pc:sldMk cId="2688333695" sldId="370"/>
            <ac:spMk id="31" creationId="{262C6314-D070-40E9-8D10-62D767D27613}"/>
          </ac:spMkLst>
        </pc:spChg>
        <pc:spChg chg="add mod">
          <ac:chgData name="Josué Silva de Morais" userId="f406c2cd-edfc-4057-be10-75858098c663" providerId="ADAL" clId="{A1824FC7-00A9-4708-B7FB-71BF84356830}" dt="2026-05-11T11:26:37.822" v="3550"/>
          <ac:spMkLst>
            <pc:docMk/>
            <pc:sldMk cId="2688333695" sldId="370"/>
            <ac:spMk id="32" creationId="{40662342-3621-43DC-9B0C-42888236B2F2}"/>
          </ac:spMkLst>
        </pc:spChg>
        <pc:spChg chg="add mod">
          <ac:chgData name="Josué Silva de Morais" userId="f406c2cd-edfc-4057-be10-75858098c663" providerId="ADAL" clId="{A1824FC7-00A9-4708-B7FB-71BF84356830}" dt="2026-05-11T11:26:37.827" v="3553"/>
          <ac:spMkLst>
            <pc:docMk/>
            <pc:sldMk cId="2688333695" sldId="370"/>
            <ac:spMk id="33" creationId="{84BDB85F-3E78-40EE-A14F-2FCDD96E5163}"/>
          </ac:spMkLst>
        </pc:spChg>
        <pc:spChg chg="add mod">
          <ac:chgData name="Josué Silva de Morais" userId="f406c2cd-edfc-4057-be10-75858098c663" providerId="ADAL" clId="{A1824FC7-00A9-4708-B7FB-71BF84356830}" dt="2026-05-11T11:26:37.840" v="3559"/>
          <ac:spMkLst>
            <pc:docMk/>
            <pc:sldMk cId="2688333695" sldId="370"/>
            <ac:spMk id="34" creationId="{984EB993-0E46-46FB-9287-C25C79C5B3EF}"/>
          </ac:spMkLst>
        </pc:spChg>
        <pc:spChg chg="add mod">
          <ac:chgData name="Josué Silva de Morais" userId="f406c2cd-edfc-4057-be10-75858098c663" providerId="ADAL" clId="{A1824FC7-00A9-4708-B7FB-71BF84356830}" dt="2026-05-11T11:26:37.844" v="3562"/>
          <ac:spMkLst>
            <pc:docMk/>
            <pc:sldMk cId="2688333695" sldId="370"/>
            <ac:spMk id="35" creationId="{4AA439B3-CC22-4F80-B9F9-90268C5FE372}"/>
          </ac:spMkLst>
        </pc:spChg>
        <pc:spChg chg="add mod">
          <ac:chgData name="Josué Silva de Morais" userId="f406c2cd-edfc-4057-be10-75858098c663" providerId="ADAL" clId="{A1824FC7-00A9-4708-B7FB-71BF84356830}" dt="2026-05-11T11:26:37.850" v="3565"/>
          <ac:spMkLst>
            <pc:docMk/>
            <pc:sldMk cId="2688333695" sldId="370"/>
            <ac:spMk id="36" creationId="{0DD66D32-FC77-4A50-A804-41C3D7679F74}"/>
          </ac:spMkLst>
        </pc:spChg>
        <pc:spChg chg="add mod">
          <ac:chgData name="Josué Silva de Morais" userId="f406c2cd-edfc-4057-be10-75858098c663" providerId="ADAL" clId="{A1824FC7-00A9-4708-B7FB-71BF84356830}" dt="2026-05-11T11:26:37.856" v="3568"/>
          <ac:spMkLst>
            <pc:docMk/>
            <pc:sldMk cId="2688333695" sldId="370"/>
            <ac:spMk id="37" creationId="{EC414DA8-585A-4F85-B70E-D634772C2F7E}"/>
          </ac:spMkLst>
        </pc:spChg>
        <pc:spChg chg="add mod">
          <ac:chgData name="Josué Silva de Morais" userId="f406c2cd-edfc-4057-be10-75858098c663" providerId="ADAL" clId="{A1824FC7-00A9-4708-B7FB-71BF84356830}" dt="2026-05-11T11:26:37.861" v="3571"/>
          <ac:spMkLst>
            <pc:docMk/>
            <pc:sldMk cId="2688333695" sldId="370"/>
            <ac:spMk id="38" creationId="{29DA42E5-793D-488A-BCDE-5082DE53B3F3}"/>
          </ac:spMkLst>
        </pc:spChg>
        <pc:spChg chg="add mod">
          <ac:chgData name="Josué Silva de Morais" userId="f406c2cd-edfc-4057-be10-75858098c663" providerId="ADAL" clId="{A1824FC7-00A9-4708-B7FB-71BF84356830}" dt="2026-05-11T11:26:37.865" v="3574"/>
          <ac:spMkLst>
            <pc:docMk/>
            <pc:sldMk cId="2688333695" sldId="370"/>
            <ac:spMk id="39" creationId="{0E394601-37CB-40DD-BAD0-9EEF841D7B2B}"/>
          </ac:spMkLst>
        </pc:spChg>
        <pc:spChg chg="add mod">
          <ac:chgData name="Josué Silva de Morais" userId="f406c2cd-edfc-4057-be10-75858098c663" providerId="ADAL" clId="{A1824FC7-00A9-4708-B7FB-71BF84356830}" dt="2026-05-11T11:26:37.871" v="3577"/>
          <ac:spMkLst>
            <pc:docMk/>
            <pc:sldMk cId="2688333695" sldId="370"/>
            <ac:spMk id="40" creationId="{9A05F324-899C-4BA0-B923-B4EA91485C98}"/>
          </ac:spMkLst>
        </pc:spChg>
        <pc:spChg chg="add mod">
          <ac:chgData name="Josué Silva de Morais" userId="f406c2cd-edfc-4057-be10-75858098c663" providerId="ADAL" clId="{A1824FC7-00A9-4708-B7FB-71BF84356830}" dt="2026-05-11T11:26:37.874" v="3580"/>
          <ac:spMkLst>
            <pc:docMk/>
            <pc:sldMk cId="2688333695" sldId="370"/>
            <ac:spMk id="41" creationId="{D2DA24EB-F23B-48C5-99E1-7289FE8C749C}"/>
          </ac:spMkLst>
        </pc:spChg>
        <pc:spChg chg="add mod">
          <ac:chgData name="Josué Silva de Morais" userId="f406c2cd-edfc-4057-be10-75858098c663" providerId="ADAL" clId="{A1824FC7-00A9-4708-B7FB-71BF84356830}" dt="2026-05-11T11:26:37.878" v="3583"/>
          <ac:spMkLst>
            <pc:docMk/>
            <pc:sldMk cId="2688333695" sldId="370"/>
            <ac:spMk id="42" creationId="{0B7CE45B-443E-443D-8A0C-D40F7A4457CC}"/>
          </ac:spMkLst>
        </pc:spChg>
        <pc:spChg chg="add mod">
          <ac:chgData name="Josué Silva de Morais" userId="f406c2cd-edfc-4057-be10-75858098c663" providerId="ADAL" clId="{A1824FC7-00A9-4708-B7FB-71BF84356830}" dt="2026-05-11T11:26:37.887" v="3588"/>
          <ac:spMkLst>
            <pc:docMk/>
            <pc:sldMk cId="2688333695" sldId="370"/>
            <ac:spMk id="43" creationId="{532FF82B-9654-4012-ACAB-9A00FA966E3B}"/>
          </ac:spMkLst>
        </pc:spChg>
        <pc:spChg chg="add mod">
          <ac:chgData name="Josué Silva de Morais" userId="f406c2cd-edfc-4057-be10-75858098c663" providerId="ADAL" clId="{A1824FC7-00A9-4708-B7FB-71BF84356830}" dt="2026-05-11T11:26:37.896" v="3594"/>
          <ac:spMkLst>
            <pc:docMk/>
            <pc:sldMk cId="2688333695" sldId="370"/>
            <ac:spMk id="44" creationId="{65ABF6A0-A380-4C4D-BBF0-48CB90CC293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6:38.065" v="3627"/>
        <pc:sldMkLst>
          <pc:docMk/>
          <pc:sldMk cId="470393391" sldId="371"/>
        </pc:sldMkLst>
        <pc:spChg chg="add mod">
          <ac:chgData name="Josué Silva de Morais" userId="f406c2cd-edfc-4057-be10-75858098c663" providerId="ADAL" clId="{A1824FC7-00A9-4708-B7FB-71BF84356830}" dt="2026-05-11T11:26:37.997" v="3598"/>
          <ac:spMkLst>
            <pc:docMk/>
            <pc:sldMk cId="470393391" sldId="371"/>
            <ac:spMk id="2" creationId="{CF486808-4295-4F98-BA02-6863DDACEAFD}"/>
          </ac:spMkLst>
        </pc:spChg>
        <pc:spChg chg="add mod">
          <ac:chgData name="Josué Silva de Morais" userId="f406c2cd-edfc-4057-be10-75858098c663" providerId="ADAL" clId="{A1824FC7-00A9-4708-B7FB-71BF84356830}" dt="2026-05-11T11:26:38.007" v="3604"/>
          <ac:spMkLst>
            <pc:docMk/>
            <pc:sldMk cId="470393391" sldId="371"/>
            <ac:spMk id="3" creationId="{2F539DFE-CCD5-471D-9468-33CD3C4E40F5}"/>
          </ac:spMkLst>
        </pc:spChg>
        <pc:spChg chg="add mod">
          <ac:chgData name="Josué Silva de Morais" userId="f406c2cd-edfc-4057-be10-75858098c663" providerId="ADAL" clId="{A1824FC7-00A9-4708-B7FB-71BF84356830}" dt="2026-05-11T11:26:38.019" v="3610"/>
          <ac:spMkLst>
            <pc:docMk/>
            <pc:sldMk cId="470393391" sldId="371"/>
            <ac:spMk id="4" creationId="{775D8D53-BC60-4BA2-9509-BC79BD67AF31}"/>
          </ac:spMkLst>
        </pc:spChg>
        <pc:spChg chg="add mod">
          <ac:chgData name="Josué Silva de Morais" userId="f406c2cd-edfc-4057-be10-75858098c663" providerId="ADAL" clId="{A1824FC7-00A9-4708-B7FB-71BF84356830}" dt="2026-05-11T11:26:38.025" v="3613"/>
          <ac:spMkLst>
            <pc:docMk/>
            <pc:sldMk cId="470393391" sldId="371"/>
            <ac:spMk id="5" creationId="{A8127907-B37B-4619-8B27-F0CE6F34FB2B}"/>
          </ac:spMkLst>
        </pc:spChg>
        <pc:spChg chg="add mod">
          <ac:chgData name="Josué Silva de Morais" userId="f406c2cd-edfc-4057-be10-75858098c663" providerId="ADAL" clId="{A1824FC7-00A9-4708-B7FB-71BF84356830}" dt="2026-05-11T11:26:38.034" v="3618"/>
          <ac:spMkLst>
            <pc:docMk/>
            <pc:sldMk cId="470393391" sldId="371"/>
            <ac:spMk id="6" creationId="{2730A64E-AA2E-47A8-9816-F9FC15BD1260}"/>
          </ac:spMkLst>
        </pc:spChg>
        <pc:spChg chg="add mod">
          <ac:chgData name="Josué Silva de Morais" userId="f406c2cd-edfc-4057-be10-75858098c663" providerId="ADAL" clId="{A1824FC7-00A9-4708-B7FB-71BF84356830}" dt="2026-05-11T11:26:38.041" v="3621"/>
          <ac:spMkLst>
            <pc:docMk/>
            <pc:sldMk cId="470393391" sldId="371"/>
            <ac:spMk id="7" creationId="{473C9C6F-04E2-474D-80B0-57A57571671C}"/>
          </ac:spMkLst>
        </pc:spChg>
        <pc:spChg chg="add mod">
          <ac:chgData name="Josué Silva de Morais" userId="f406c2cd-edfc-4057-be10-75858098c663" providerId="ADAL" clId="{A1824FC7-00A9-4708-B7FB-71BF84356830}" dt="2026-05-11T11:26:38.065" v="3627"/>
          <ac:spMkLst>
            <pc:docMk/>
            <pc:sldMk cId="470393391" sldId="371"/>
            <ac:spMk id="8" creationId="{3CAE5579-6509-46BA-AFF3-C95F31DE50B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18.407" v="3727"/>
        <pc:sldMkLst>
          <pc:docMk/>
          <pc:sldMk cId="410151239" sldId="372"/>
        </pc:sldMkLst>
        <pc:spChg chg="add mod">
          <ac:chgData name="Josué Silva de Morais" userId="f406c2cd-edfc-4057-be10-75858098c663" providerId="ADAL" clId="{A1824FC7-00A9-4708-B7FB-71BF84356830}" dt="2026-05-11T11:27:18.288" v="3631"/>
          <ac:spMkLst>
            <pc:docMk/>
            <pc:sldMk cId="410151239" sldId="372"/>
            <ac:spMk id="2" creationId="{93B6583D-7468-4B63-84A2-A69518EA41D9}"/>
          </ac:spMkLst>
        </pc:spChg>
        <pc:spChg chg="add mod">
          <ac:chgData name="Josué Silva de Morais" userId="f406c2cd-edfc-4057-be10-75858098c663" providerId="ADAL" clId="{A1824FC7-00A9-4708-B7FB-71BF84356830}" dt="2026-05-11T11:27:18.302" v="3637"/>
          <ac:spMkLst>
            <pc:docMk/>
            <pc:sldMk cId="410151239" sldId="372"/>
            <ac:spMk id="3" creationId="{51114A19-2F6E-45B8-AAC7-917B8853CFC6}"/>
          </ac:spMkLst>
        </pc:spChg>
        <pc:spChg chg="add mod">
          <ac:chgData name="Josué Silva de Morais" userId="f406c2cd-edfc-4057-be10-75858098c663" providerId="ADAL" clId="{A1824FC7-00A9-4708-B7FB-71BF84356830}" dt="2026-05-11T11:27:18.312" v="3643"/>
          <ac:spMkLst>
            <pc:docMk/>
            <pc:sldMk cId="410151239" sldId="372"/>
            <ac:spMk id="4" creationId="{13085AE0-8C43-405D-B578-B028A052F580}"/>
          </ac:spMkLst>
        </pc:spChg>
        <pc:spChg chg="add mod">
          <ac:chgData name="Josué Silva de Morais" userId="f406c2cd-edfc-4057-be10-75858098c663" providerId="ADAL" clId="{A1824FC7-00A9-4708-B7FB-71BF84356830}" dt="2026-05-11T11:27:18.316" v="3646"/>
          <ac:spMkLst>
            <pc:docMk/>
            <pc:sldMk cId="410151239" sldId="372"/>
            <ac:spMk id="5" creationId="{5C59660A-1F83-4D34-893C-73790C3251DF}"/>
          </ac:spMkLst>
        </pc:spChg>
        <pc:spChg chg="add mod">
          <ac:chgData name="Josué Silva de Morais" userId="f406c2cd-edfc-4057-be10-75858098c663" providerId="ADAL" clId="{A1824FC7-00A9-4708-B7FB-71BF84356830}" dt="2026-05-11T11:27:18.320" v="3649"/>
          <ac:spMkLst>
            <pc:docMk/>
            <pc:sldMk cId="410151239" sldId="372"/>
            <ac:spMk id="6" creationId="{76EBEEFD-01B4-4532-8763-8632CFE09947}"/>
          </ac:spMkLst>
        </pc:spChg>
        <pc:spChg chg="add mod">
          <ac:chgData name="Josué Silva de Morais" userId="f406c2cd-edfc-4057-be10-75858098c663" providerId="ADAL" clId="{A1824FC7-00A9-4708-B7FB-71BF84356830}" dt="2026-05-11T11:27:18.342" v="3655"/>
          <ac:spMkLst>
            <pc:docMk/>
            <pc:sldMk cId="410151239" sldId="372"/>
            <ac:spMk id="7" creationId="{1FA96834-86A0-4324-8358-FC7EF500428A}"/>
          </ac:spMkLst>
        </pc:spChg>
        <pc:spChg chg="add mod">
          <ac:chgData name="Josué Silva de Morais" userId="f406c2cd-edfc-4057-be10-75858098c663" providerId="ADAL" clId="{A1824FC7-00A9-4708-B7FB-71BF84356830}" dt="2026-05-11T11:27:18.347" v="3661"/>
          <ac:spMkLst>
            <pc:docMk/>
            <pc:sldMk cId="410151239" sldId="372"/>
            <ac:spMk id="8" creationId="{EF4F5BE7-7731-485A-A303-15B12F4BB574}"/>
          </ac:spMkLst>
        </pc:spChg>
        <pc:spChg chg="add mod">
          <ac:chgData name="Josué Silva de Morais" userId="f406c2cd-edfc-4057-be10-75858098c663" providerId="ADAL" clId="{A1824FC7-00A9-4708-B7FB-71BF84356830}" dt="2026-05-11T11:27:18.352" v="3665"/>
          <ac:spMkLst>
            <pc:docMk/>
            <pc:sldMk cId="410151239" sldId="372"/>
            <ac:spMk id="9" creationId="{17E65397-A12C-413E-9F3D-8B387266B28A}"/>
          </ac:spMkLst>
        </pc:spChg>
        <pc:spChg chg="add mod">
          <ac:chgData name="Josué Silva de Morais" userId="f406c2cd-edfc-4057-be10-75858098c663" providerId="ADAL" clId="{A1824FC7-00A9-4708-B7FB-71BF84356830}" dt="2026-05-11T11:27:18.355" v="3670"/>
          <ac:spMkLst>
            <pc:docMk/>
            <pc:sldMk cId="410151239" sldId="372"/>
            <ac:spMk id="10" creationId="{BBA0879A-AACC-42B4-82D8-0384B872A704}"/>
          </ac:spMkLst>
        </pc:spChg>
        <pc:spChg chg="add mod">
          <ac:chgData name="Josué Silva de Morais" userId="f406c2cd-edfc-4057-be10-75858098c663" providerId="ADAL" clId="{A1824FC7-00A9-4708-B7FB-71BF84356830}" dt="2026-05-11T11:27:18.360" v="3676"/>
          <ac:spMkLst>
            <pc:docMk/>
            <pc:sldMk cId="410151239" sldId="372"/>
            <ac:spMk id="11" creationId="{CEB4F8CA-1BD8-4E15-BE01-10F9ABD9FD2D}"/>
          </ac:spMkLst>
        </pc:spChg>
        <pc:spChg chg="add mod">
          <ac:chgData name="Josué Silva de Morais" userId="f406c2cd-edfc-4057-be10-75858098c663" providerId="ADAL" clId="{A1824FC7-00A9-4708-B7FB-71BF84356830}" dt="2026-05-11T11:27:18.362" v="3680"/>
          <ac:spMkLst>
            <pc:docMk/>
            <pc:sldMk cId="410151239" sldId="372"/>
            <ac:spMk id="12" creationId="{87B3751B-BDD5-4994-8DA0-FB936436600B}"/>
          </ac:spMkLst>
        </pc:spChg>
        <pc:spChg chg="add mod">
          <ac:chgData name="Josué Silva de Morais" userId="f406c2cd-edfc-4057-be10-75858098c663" providerId="ADAL" clId="{A1824FC7-00A9-4708-B7FB-71BF84356830}" dt="2026-05-11T11:27:18.369" v="3685"/>
          <ac:spMkLst>
            <pc:docMk/>
            <pc:sldMk cId="410151239" sldId="372"/>
            <ac:spMk id="13" creationId="{40E7DD5D-40AC-4D57-B5EA-F3AF950BBCAC}"/>
          </ac:spMkLst>
        </pc:spChg>
        <pc:spChg chg="add mod">
          <ac:chgData name="Josué Silva de Morais" userId="f406c2cd-edfc-4057-be10-75858098c663" providerId="ADAL" clId="{A1824FC7-00A9-4708-B7FB-71BF84356830}" dt="2026-05-11T11:27:18.374" v="3691"/>
          <ac:spMkLst>
            <pc:docMk/>
            <pc:sldMk cId="410151239" sldId="372"/>
            <ac:spMk id="14" creationId="{C55D158A-4882-4971-AE0E-A065CF4580B4}"/>
          </ac:spMkLst>
        </pc:spChg>
        <pc:spChg chg="add mod">
          <ac:chgData name="Josué Silva de Morais" userId="f406c2cd-edfc-4057-be10-75858098c663" providerId="ADAL" clId="{A1824FC7-00A9-4708-B7FB-71BF84356830}" dt="2026-05-11T11:27:18.377" v="3695"/>
          <ac:spMkLst>
            <pc:docMk/>
            <pc:sldMk cId="410151239" sldId="372"/>
            <ac:spMk id="15" creationId="{FD3018CA-9172-49FD-941D-34F81D17B701}"/>
          </ac:spMkLst>
        </pc:spChg>
        <pc:spChg chg="add mod">
          <ac:chgData name="Josué Silva de Morais" userId="f406c2cd-edfc-4057-be10-75858098c663" providerId="ADAL" clId="{A1824FC7-00A9-4708-B7FB-71BF84356830}" dt="2026-05-11T11:27:18.383" v="3700"/>
          <ac:spMkLst>
            <pc:docMk/>
            <pc:sldMk cId="410151239" sldId="372"/>
            <ac:spMk id="16" creationId="{D3308B6A-F262-4EAD-9AE6-C2BD8FC5B38C}"/>
          </ac:spMkLst>
        </pc:spChg>
        <pc:spChg chg="add mod">
          <ac:chgData name="Josué Silva de Morais" userId="f406c2cd-edfc-4057-be10-75858098c663" providerId="ADAL" clId="{A1824FC7-00A9-4708-B7FB-71BF84356830}" dt="2026-05-11T11:27:18.388" v="3706"/>
          <ac:spMkLst>
            <pc:docMk/>
            <pc:sldMk cId="410151239" sldId="372"/>
            <ac:spMk id="17" creationId="{885F65C9-6AEC-4219-A13B-6706C5020B3E}"/>
          </ac:spMkLst>
        </pc:spChg>
        <pc:spChg chg="add mod">
          <ac:chgData name="Josué Silva de Morais" userId="f406c2cd-edfc-4057-be10-75858098c663" providerId="ADAL" clId="{A1824FC7-00A9-4708-B7FB-71BF84356830}" dt="2026-05-11T11:27:18.390" v="3710"/>
          <ac:spMkLst>
            <pc:docMk/>
            <pc:sldMk cId="410151239" sldId="372"/>
            <ac:spMk id="18" creationId="{B4477A81-CCA2-4A60-9EB3-0EDB8998DE25}"/>
          </ac:spMkLst>
        </pc:spChg>
        <pc:spChg chg="add mod">
          <ac:chgData name="Josué Silva de Morais" userId="f406c2cd-edfc-4057-be10-75858098c663" providerId="ADAL" clId="{A1824FC7-00A9-4708-B7FB-71BF84356830}" dt="2026-05-11T11:27:18.395" v="3715"/>
          <ac:spMkLst>
            <pc:docMk/>
            <pc:sldMk cId="410151239" sldId="372"/>
            <ac:spMk id="19" creationId="{D045F126-029D-4887-951A-905B7393A2D9}"/>
          </ac:spMkLst>
        </pc:spChg>
        <pc:spChg chg="add mod">
          <ac:chgData name="Josué Silva de Morais" userId="f406c2cd-edfc-4057-be10-75858098c663" providerId="ADAL" clId="{A1824FC7-00A9-4708-B7FB-71BF84356830}" dt="2026-05-11T11:27:18.402" v="3721"/>
          <ac:spMkLst>
            <pc:docMk/>
            <pc:sldMk cId="410151239" sldId="372"/>
            <ac:spMk id="20" creationId="{C3DCD05C-E544-4985-860A-2065A4DC7301}"/>
          </ac:spMkLst>
        </pc:spChg>
        <pc:spChg chg="add mod">
          <ac:chgData name="Josué Silva de Morais" userId="f406c2cd-edfc-4057-be10-75858098c663" providerId="ADAL" clId="{A1824FC7-00A9-4708-B7FB-71BF84356830}" dt="2026-05-11T11:27:18.407" v="3727"/>
          <ac:spMkLst>
            <pc:docMk/>
            <pc:sldMk cId="410151239" sldId="372"/>
            <ac:spMk id="21" creationId="{DB55D532-B326-43E2-A4FF-1B12CFB3C91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18.445" v="3751"/>
        <pc:sldMkLst>
          <pc:docMk/>
          <pc:sldMk cId="1458475749" sldId="373"/>
        </pc:sldMkLst>
        <pc:spChg chg="add mod">
          <ac:chgData name="Josué Silva de Morais" userId="f406c2cd-edfc-4057-be10-75858098c663" providerId="ADAL" clId="{A1824FC7-00A9-4708-B7FB-71BF84356830}" dt="2026-05-11T11:27:18.427" v="3731"/>
          <ac:spMkLst>
            <pc:docMk/>
            <pc:sldMk cId="1458475749" sldId="373"/>
            <ac:spMk id="2" creationId="{E3A5C67E-FA04-43AC-8F08-32AE488A50F2}"/>
          </ac:spMkLst>
        </pc:spChg>
        <pc:spChg chg="add mod">
          <ac:chgData name="Josué Silva de Morais" userId="f406c2cd-edfc-4057-be10-75858098c663" providerId="ADAL" clId="{A1824FC7-00A9-4708-B7FB-71BF84356830}" dt="2026-05-11T11:27:18.429" v="3734"/>
          <ac:spMkLst>
            <pc:docMk/>
            <pc:sldMk cId="1458475749" sldId="373"/>
            <ac:spMk id="3" creationId="{3DE39B27-A702-4B49-99E6-C9BFDFF04DB4}"/>
          </ac:spMkLst>
        </pc:spChg>
        <pc:spChg chg="add mod">
          <ac:chgData name="Josué Silva de Morais" userId="f406c2cd-edfc-4057-be10-75858098c663" providerId="ADAL" clId="{A1824FC7-00A9-4708-B7FB-71BF84356830}" dt="2026-05-11T11:27:18.436" v="3740"/>
          <ac:spMkLst>
            <pc:docMk/>
            <pc:sldMk cId="1458475749" sldId="373"/>
            <ac:spMk id="4" creationId="{233CE8A7-3CEF-4AA2-A9A0-6875B2A6DA36}"/>
          </ac:spMkLst>
        </pc:spChg>
        <pc:spChg chg="add mod">
          <ac:chgData name="Josué Silva de Morais" userId="f406c2cd-edfc-4057-be10-75858098c663" providerId="ADAL" clId="{A1824FC7-00A9-4708-B7FB-71BF84356830}" dt="2026-05-11T11:27:18.440" v="3746"/>
          <ac:spMkLst>
            <pc:docMk/>
            <pc:sldMk cId="1458475749" sldId="373"/>
            <ac:spMk id="5" creationId="{6667753E-CE5B-44B1-BD43-E1B1CC858B1D}"/>
          </ac:spMkLst>
        </pc:spChg>
        <pc:spChg chg="add mod">
          <ac:chgData name="Josué Silva de Morais" userId="f406c2cd-edfc-4057-be10-75858098c663" providerId="ADAL" clId="{A1824FC7-00A9-4708-B7FB-71BF84356830}" dt="2026-05-11T11:27:18.445" v="3751"/>
          <ac:spMkLst>
            <pc:docMk/>
            <pc:sldMk cId="1458475749" sldId="373"/>
            <ac:spMk id="6" creationId="{406A5A85-5DB6-419F-A650-7A8251F30DA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18.686" v="3986"/>
        <pc:sldMkLst>
          <pc:docMk/>
          <pc:sldMk cId="459019813" sldId="374"/>
        </pc:sldMkLst>
        <pc:spChg chg="add mod">
          <ac:chgData name="Josué Silva de Morais" userId="f406c2cd-edfc-4057-be10-75858098c663" providerId="ADAL" clId="{A1824FC7-00A9-4708-B7FB-71BF84356830}" dt="2026-05-11T11:27:18.474" v="3755"/>
          <ac:spMkLst>
            <pc:docMk/>
            <pc:sldMk cId="459019813" sldId="374"/>
            <ac:spMk id="2" creationId="{033973A3-663F-4A4B-8A97-AC1B8C156A06}"/>
          </ac:spMkLst>
        </pc:spChg>
        <pc:spChg chg="add mod">
          <ac:chgData name="Josué Silva de Morais" userId="f406c2cd-edfc-4057-be10-75858098c663" providerId="ADAL" clId="{A1824FC7-00A9-4708-B7FB-71BF84356830}" dt="2026-05-11T11:27:18.481" v="3761"/>
          <ac:spMkLst>
            <pc:docMk/>
            <pc:sldMk cId="459019813" sldId="374"/>
            <ac:spMk id="3" creationId="{17ADA287-06F6-487D-BC54-04E10EAF56CF}"/>
          </ac:spMkLst>
        </pc:spChg>
        <pc:spChg chg="add mod">
          <ac:chgData name="Josué Silva de Morais" userId="f406c2cd-edfc-4057-be10-75858098c663" providerId="ADAL" clId="{A1824FC7-00A9-4708-B7FB-71BF84356830}" dt="2026-05-11T11:27:18.488" v="3767"/>
          <ac:spMkLst>
            <pc:docMk/>
            <pc:sldMk cId="459019813" sldId="374"/>
            <ac:spMk id="4" creationId="{1846BD7F-9B73-494B-9B93-D343908085E9}"/>
          </ac:spMkLst>
        </pc:spChg>
        <pc:spChg chg="add mod">
          <ac:chgData name="Josué Silva de Morais" userId="f406c2cd-edfc-4057-be10-75858098c663" providerId="ADAL" clId="{A1824FC7-00A9-4708-B7FB-71BF84356830}" dt="2026-05-11T11:27:18.490" v="3770"/>
          <ac:spMkLst>
            <pc:docMk/>
            <pc:sldMk cId="459019813" sldId="374"/>
            <ac:spMk id="5" creationId="{65880A7C-CBC4-402F-99F3-DCB6C9F4F3A6}"/>
          </ac:spMkLst>
        </pc:spChg>
        <pc:spChg chg="add mod">
          <ac:chgData name="Josué Silva de Morais" userId="f406c2cd-edfc-4057-be10-75858098c663" providerId="ADAL" clId="{A1824FC7-00A9-4708-B7FB-71BF84356830}" dt="2026-05-11T11:27:18.494" v="3775"/>
          <ac:spMkLst>
            <pc:docMk/>
            <pc:sldMk cId="459019813" sldId="374"/>
            <ac:spMk id="6" creationId="{F97B2F74-46DE-46E5-8593-B920B1B17589}"/>
          </ac:spMkLst>
        </pc:spChg>
        <pc:spChg chg="add mod">
          <ac:chgData name="Josué Silva de Morais" userId="f406c2cd-edfc-4057-be10-75858098c663" providerId="ADAL" clId="{A1824FC7-00A9-4708-B7FB-71BF84356830}" dt="2026-05-11T11:27:18.501" v="3781"/>
          <ac:spMkLst>
            <pc:docMk/>
            <pc:sldMk cId="459019813" sldId="374"/>
            <ac:spMk id="7" creationId="{8FACADB0-A5CF-4477-BF99-8D97DA267494}"/>
          </ac:spMkLst>
        </pc:spChg>
        <pc:spChg chg="add mod">
          <ac:chgData name="Josué Silva de Morais" userId="f406c2cd-edfc-4057-be10-75858098c663" providerId="ADAL" clId="{A1824FC7-00A9-4708-B7FB-71BF84356830}" dt="2026-05-11T11:27:18.503" v="3784"/>
          <ac:spMkLst>
            <pc:docMk/>
            <pc:sldMk cId="459019813" sldId="374"/>
            <ac:spMk id="8" creationId="{FE447FE7-DE5D-4B96-8906-9C9F7296CB03}"/>
          </ac:spMkLst>
        </pc:spChg>
        <pc:spChg chg="add mod">
          <ac:chgData name="Josué Silva de Morais" userId="f406c2cd-edfc-4057-be10-75858098c663" providerId="ADAL" clId="{A1824FC7-00A9-4708-B7FB-71BF84356830}" dt="2026-05-11T11:27:18.509" v="3790"/>
          <ac:spMkLst>
            <pc:docMk/>
            <pc:sldMk cId="459019813" sldId="374"/>
            <ac:spMk id="9" creationId="{BF2808E4-961C-4ECF-9363-F8AB8EC93FA0}"/>
          </ac:spMkLst>
        </pc:spChg>
        <pc:spChg chg="add mod">
          <ac:chgData name="Josué Silva de Morais" userId="f406c2cd-edfc-4057-be10-75858098c663" providerId="ADAL" clId="{A1824FC7-00A9-4708-B7FB-71BF84356830}" dt="2026-05-11T11:27:18.513" v="3795"/>
          <ac:spMkLst>
            <pc:docMk/>
            <pc:sldMk cId="459019813" sldId="374"/>
            <ac:spMk id="10" creationId="{60A78E03-9660-4F3F-9807-0D7EB3E2263A}"/>
          </ac:spMkLst>
        </pc:spChg>
        <pc:spChg chg="add mod">
          <ac:chgData name="Josué Silva de Morais" userId="f406c2cd-edfc-4057-be10-75858098c663" providerId="ADAL" clId="{A1824FC7-00A9-4708-B7FB-71BF84356830}" dt="2026-05-11T11:27:18.517" v="3798"/>
          <ac:spMkLst>
            <pc:docMk/>
            <pc:sldMk cId="459019813" sldId="374"/>
            <ac:spMk id="11" creationId="{F9EFB5F7-241C-4478-9C54-2E0365F46991}"/>
          </ac:spMkLst>
        </pc:spChg>
        <pc:spChg chg="add mod">
          <ac:chgData name="Josué Silva de Morais" userId="f406c2cd-edfc-4057-be10-75858098c663" providerId="ADAL" clId="{A1824FC7-00A9-4708-B7FB-71BF84356830}" dt="2026-05-11T11:27:18.521" v="3804"/>
          <ac:spMkLst>
            <pc:docMk/>
            <pc:sldMk cId="459019813" sldId="374"/>
            <ac:spMk id="12" creationId="{F1F55B75-4139-4345-BF45-85D219896A4D}"/>
          </ac:spMkLst>
        </pc:spChg>
        <pc:spChg chg="add mod">
          <ac:chgData name="Josué Silva de Morais" userId="f406c2cd-edfc-4057-be10-75858098c663" providerId="ADAL" clId="{A1824FC7-00A9-4708-B7FB-71BF84356830}" dt="2026-05-11T11:27:18.528" v="3813"/>
          <ac:spMkLst>
            <pc:docMk/>
            <pc:sldMk cId="459019813" sldId="374"/>
            <ac:spMk id="13" creationId="{69225B2F-2548-4DC3-B2C6-CEF6F5126903}"/>
          </ac:spMkLst>
        </pc:spChg>
        <pc:spChg chg="add mod">
          <ac:chgData name="Josué Silva de Morais" userId="f406c2cd-edfc-4057-be10-75858098c663" providerId="ADAL" clId="{A1824FC7-00A9-4708-B7FB-71BF84356830}" dt="2026-05-11T11:27:18.535" v="3819"/>
          <ac:spMkLst>
            <pc:docMk/>
            <pc:sldMk cId="459019813" sldId="374"/>
            <ac:spMk id="14" creationId="{DF343D7F-1DC6-4646-98C9-8C06B11D9C52}"/>
          </ac:spMkLst>
        </pc:spChg>
        <pc:spChg chg="add mod">
          <ac:chgData name="Josué Silva de Morais" userId="f406c2cd-edfc-4057-be10-75858098c663" providerId="ADAL" clId="{A1824FC7-00A9-4708-B7FB-71BF84356830}" dt="2026-05-11T11:27:18.536" v="3822"/>
          <ac:spMkLst>
            <pc:docMk/>
            <pc:sldMk cId="459019813" sldId="374"/>
            <ac:spMk id="15" creationId="{1BD68719-FAAB-4C05-B112-42B89A0ED047}"/>
          </ac:spMkLst>
        </pc:spChg>
        <pc:spChg chg="add mod">
          <ac:chgData name="Josué Silva de Morais" userId="f406c2cd-edfc-4057-be10-75858098c663" providerId="ADAL" clId="{A1824FC7-00A9-4708-B7FB-71BF84356830}" dt="2026-05-11T11:27:18.542" v="3828"/>
          <ac:spMkLst>
            <pc:docMk/>
            <pc:sldMk cId="459019813" sldId="374"/>
            <ac:spMk id="16" creationId="{6DA0258A-8DBB-46E3-9E38-E9271EF5B1D2}"/>
          </ac:spMkLst>
        </pc:spChg>
        <pc:spChg chg="add mod">
          <ac:chgData name="Josué Silva de Morais" userId="f406c2cd-edfc-4057-be10-75858098c663" providerId="ADAL" clId="{A1824FC7-00A9-4708-B7FB-71BF84356830}" dt="2026-05-11T11:27:18.549" v="3833"/>
          <ac:spMkLst>
            <pc:docMk/>
            <pc:sldMk cId="459019813" sldId="374"/>
            <ac:spMk id="17" creationId="{7EE8BD41-DF9E-4A09-B74D-F4D9D2623190}"/>
          </ac:spMkLst>
        </pc:spChg>
        <pc:spChg chg="add mod">
          <ac:chgData name="Josué Silva de Morais" userId="f406c2cd-edfc-4057-be10-75858098c663" providerId="ADAL" clId="{A1824FC7-00A9-4708-B7FB-71BF84356830}" dt="2026-05-11T11:27:18.551" v="3836"/>
          <ac:spMkLst>
            <pc:docMk/>
            <pc:sldMk cId="459019813" sldId="374"/>
            <ac:spMk id="18" creationId="{49F1093D-CD2A-45AA-8BA7-BABCF6E860E8}"/>
          </ac:spMkLst>
        </pc:spChg>
        <pc:spChg chg="add mod">
          <ac:chgData name="Josué Silva de Morais" userId="f406c2cd-edfc-4057-be10-75858098c663" providerId="ADAL" clId="{A1824FC7-00A9-4708-B7FB-71BF84356830}" dt="2026-05-11T11:27:18.557" v="3842"/>
          <ac:spMkLst>
            <pc:docMk/>
            <pc:sldMk cId="459019813" sldId="374"/>
            <ac:spMk id="19" creationId="{F061D3A7-F94E-4E67-B463-1C57D0394C65}"/>
          </ac:spMkLst>
        </pc:spChg>
        <pc:spChg chg="add mod">
          <ac:chgData name="Josué Silva de Morais" userId="f406c2cd-edfc-4057-be10-75858098c663" providerId="ADAL" clId="{A1824FC7-00A9-4708-B7FB-71BF84356830}" dt="2026-05-11T11:27:18.565" v="3851"/>
          <ac:spMkLst>
            <pc:docMk/>
            <pc:sldMk cId="459019813" sldId="374"/>
            <ac:spMk id="20" creationId="{FDCEB2EC-428D-46F7-A9D8-FB5D3DC007BA}"/>
          </ac:spMkLst>
        </pc:spChg>
        <pc:spChg chg="add mod">
          <ac:chgData name="Josué Silva de Morais" userId="f406c2cd-edfc-4057-be10-75858098c663" providerId="ADAL" clId="{A1824FC7-00A9-4708-B7FB-71BF84356830}" dt="2026-05-11T11:27:18.571" v="3857"/>
          <ac:spMkLst>
            <pc:docMk/>
            <pc:sldMk cId="459019813" sldId="374"/>
            <ac:spMk id="21" creationId="{3D3AEFC1-F8F9-427E-9436-BDB2E0B03E47}"/>
          </ac:spMkLst>
        </pc:spChg>
        <pc:spChg chg="add mod">
          <ac:chgData name="Josué Silva de Morais" userId="f406c2cd-edfc-4057-be10-75858098c663" providerId="ADAL" clId="{A1824FC7-00A9-4708-B7FB-71BF84356830}" dt="2026-05-11T11:27:18.573" v="3860"/>
          <ac:spMkLst>
            <pc:docMk/>
            <pc:sldMk cId="459019813" sldId="374"/>
            <ac:spMk id="22" creationId="{46CFABC6-9CEA-4CD1-9B36-EC1CD4F79630}"/>
          </ac:spMkLst>
        </pc:spChg>
        <pc:spChg chg="add mod">
          <ac:chgData name="Josué Silva de Morais" userId="f406c2cd-edfc-4057-be10-75858098c663" providerId="ADAL" clId="{A1824FC7-00A9-4708-B7FB-71BF84356830}" dt="2026-05-11T11:27:18.577" v="3866"/>
          <ac:spMkLst>
            <pc:docMk/>
            <pc:sldMk cId="459019813" sldId="374"/>
            <ac:spMk id="23" creationId="{265FF6FF-CBBB-4F1B-AFAE-FF999BBC7A56}"/>
          </ac:spMkLst>
        </pc:spChg>
        <pc:spChg chg="add mod">
          <ac:chgData name="Josué Silva de Morais" userId="f406c2cd-edfc-4057-be10-75858098c663" providerId="ADAL" clId="{A1824FC7-00A9-4708-B7FB-71BF84356830}" dt="2026-05-11T11:27:18.584" v="3871"/>
          <ac:spMkLst>
            <pc:docMk/>
            <pc:sldMk cId="459019813" sldId="374"/>
            <ac:spMk id="24" creationId="{3E1142FF-87DD-44E0-8C13-D90927D4260A}"/>
          </ac:spMkLst>
        </pc:spChg>
        <pc:spChg chg="add mod">
          <ac:chgData name="Josué Silva de Morais" userId="f406c2cd-edfc-4057-be10-75858098c663" providerId="ADAL" clId="{A1824FC7-00A9-4708-B7FB-71BF84356830}" dt="2026-05-11T11:27:18.587" v="3874"/>
          <ac:spMkLst>
            <pc:docMk/>
            <pc:sldMk cId="459019813" sldId="374"/>
            <ac:spMk id="25" creationId="{7D25E0E8-07D2-490F-AC0E-6094039BDA48}"/>
          </ac:spMkLst>
        </pc:spChg>
        <pc:spChg chg="add mod">
          <ac:chgData name="Josué Silva de Morais" userId="f406c2cd-edfc-4057-be10-75858098c663" providerId="ADAL" clId="{A1824FC7-00A9-4708-B7FB-71BF84356830}" dt="2026-05-11T11:27:18.592" v="3880"/>
          <ac:spMkLst>
            <pc:docMk/>
            <pc:sldMk cId="459019813" sldId="374"/>
            <ac:spMk id="26" creationId="{681474DF-5EFD-4103-81B1-E0AF14F94EA4}"/>
          </ac:spMkLst>
        </pc:spChg>
        <pc:spChg chg="add mod">
          <ac:chgData name="Josué Silva de Morais" userId="f406c2cd-edfc-4057-be10-75858098c663" providerId="ADAL" clId="{A1824FC7-00A9-4708-B7FB-71BF84356830}" dt="2026-05-11T11:27:18.600" v="3889"/>
          <ac:spMkLst>
            <pc:docMk/>
            <pc:sldMk cId="459019813" sldId="374"/>
            <ac:spMk id="27" creationId="{8F6DF043-EA51-499F-A739-A1F42C8EE262}"/>
          </ac:spMkLst>
        </pc:spChg>
        <pc:spChg chg="add mod">
          <ac:chgData name="Josué Silva de Morais" userId="f406c2cd-edfc-4057-be10-75858098c663" providerId="ADAL" clId="{A1824FC7-00A9-4708-B7FB-71BF84356830}" dt="2026-05-11T11:27:18.605" v="3895"/>
          <ac:spMkLst>
            <pc:docMk/>
            <pc:sldMk cId="459019813" sldId="374"/>
            <ac:spMk id="28" creationId="{DAAC8D99-10D3-4BD5-A593-843DEBECF9DA}"/>
          </ac:spMkLst>
        </pc:spChg>
        <pc:spChg chg="add mod">
          <ac:chgData name="Josué Silva de Morais" userId="f406c2cd-edfc-4057-be10-75858098c663" providerId="ADAL" clId="{A1824FC7-00A9-4708-B7FB-71BF84356830}" dt="2026-05-11T11:27:18.608" v="3898"/>
          <ac:spMkLst>
            <pc:docMk/>
            <pc:sldMk cId="459019813" sldId="374"/>
            <ac:spMk id="29" creationId="{B9EA7C97-8B7D-41F5-BF79-BAD58F89DD2A}"/>
          </ac:spMkLst>
        </pc:spChg>
        <pc:spChg chg="add mod">
          <ac:chgData name="Josué Silva de Morais" userId="f406c2cd-edfc-4057-be10-75858098c663" providerId="ADAL" clId="{A1824FC7-00A9-4708-B7FB-71BF84356830}" dt="2026-05-11T11:27:18.615" v="3904"/>
          <ac:spMkLst>
            <pc:docMk/>
            <pc:sldMk cId="459019813" sldId="374"/>
            <ac:spMk id="30" creationId="{ACE2E427-D3DA-4ADF-9856-0DAE56A98D68}"/>
          </ac:spMkLst>
        </pc:spChg>
        <pc:spChg chg="add mod">
          <ac:chgData name="Josué Silva de Morais" userId="f406c2cd-edfc-4057-be10-75858098c663" providerId="ADAL" clId="{A1824FC7-00A9-4708-B7FB-71BF84356830}" dt="2026-05-11T11:27:18.619" v="3909"/>
          <ac:spMkLst>
            <pc:docMk/>
            <pc:sldMk cId="459019813" sldId="374"/>
            <ac:spMk id="31" creationId="{8EAC83B9-994F-4836-A3C4-4FB1A51E46C0}"/>
          </ac:spMkLst>
        </pc:spChg>
        <pc:spChg chg="add mod">
          <ac:chgData name="Josué Silva de Morais" userId="f406c2cd-edfc-4057-be10-75858098c663" providerId="ADAL" clId="{A1824FC7-00A9-4708-B7FB-71BF84356830}" dt="2026-05-11T11:27:18.621" v="3912"/>
          <ac:spMkLst>
            <pc:docMk/>
            <pc:sldMk cId="459019813" sldId="374"/>
            <ac:spMk id="32" creationId="{A55042B8-AD37-45EA-AEE0-EE2CDB951A6D}"/>
          </ac:spMkLst>
        </pc:spChg>
        <pc:spChg chg="add mod">
          <ac:chgData name="Josué Silva de Morais" userId="f406c2cd-edfc-4057-be10-75858098c663" providerId="ADAL" clId="{A1824FC7-00A9-4708-B7FB-71BF84356830}" dt="2026-05-11T11:27:18.625" v="3918"/>
          <ac:spMkLst>
            <pc:docMk/>
            <pc:sldMk cId="459019813" sldId="374"/>
            <ac:spMk id="33" creationId="{692A833A-8C2B-46DE-9A8C-A10E8C75E30D}"/>
          </ac:spMkLst>
        </pc:spChg>
        <pc:spChg chg="add mod">
          <ac:chgData name="Josué Silva de Morais" userId="f406c2cd-edfc-4057-be10-75858098c663" providerId="ADAL" clId="{A1824FC7-00A9-4708-B7FB-71BF84356830}" dt="2026-05-11T11:27:18.634" v="3927"/>
          <ac:spMkLst>
            <pc:docMk/>
            <pc:sldMk cId="459019813" sldId="374"/>
            <ac:spMk id="34" creationId="{1158ED92-C203-49AC-89E4-DD6781DFFFF6}"/>
          </ac:spMkLst>
        </pc:spChg>
        <pc:spChg chg="add mod">
          <ac:chgData name="Josué Silva de Morais" userId="f406c2cd-edfc-4057-be10-75858098c663" providerId="ADAL" clId="{A1824FC7-00A9-4708-B7FB-71BF84356830}" dt="2026-05-11T11:27:18.639" v="3933"/>
          <ac:spMkLst>
            <pc:docMk/>
            <pc:sldMk cId="459019813" sldId="374"/>
            <ac:spMk id="35" creationId="{20B0A74D-6092-432D-9E9B-EE4E36C3B70D}"/>
          </ac:spMkLst>
        </pc:spChg>
        <pc:spChg chg="add mod">
          <ac:chgData name="Josué Silva de Morais" userId="f406c2cd-edfc-4057-be10-75858098c663" providerId="ADAL" clId="{A1824FC7-00A9-4708-B7FB-71BF84356830}" dt="2026-05-11T11:27:18.641" v="3936"/>
          <ac:spMkLst>
            <pc:docMk/>
            <pc:sldMk cId="459019813" sldId="374"/>
            <ac:spMk id="36" creationId="{5296E376-CBBB-41E9-A098-0CE35B9D7058}"/>
          </ac:spMkLst>
        </pc:spChg>
        <pc:spChg chg="add mod">
          <ac:chgData name="Josué Silva de Morais" userId="f406c2cd-edfc-4057-be10-75858098c663" providerId="ADAL" clId="{A1824FC7-00A9-4708-B7FB-71BF84356830}" dt="2026-05-11T11:27:18.645" v="3942"/>
          <ac:spMkLst>
            <pc:docMk/>
            <pc:sldMk cId="459019813" sldId="374"/>
            <ac:spMk id="37" creationId="{8A3F1829-7B28-4E53-82A2-6DC1AFAFC921}"/>
          </ac:spMkLst>
        </pc:spChg>
        <pc:spChg chg="add mod">
          <ac:chgData name="Josué Silva de Morais" userId="f406c2cd-edfc-4057-be10-75858098c663" providerId="ADAL" clId="{A1824FC7-00A9-4708-B7FB-71BF84356830}" dt="2026-05-11T11:27:18.651" v="3947"/>
          <ac:spMkLst>
            <pc:docMk/>
            <pc:sldMk cId="459019813" sldId="374"/>
            <ac:spMk id="38" creationId="{2BDC468E-F5A0-403F-A67B-2918257C1A92}"/>
          </ac:spMkLst>
        </pc:spChg>
        <pc:spChg chg="add mod">
          <ac:chgData name="Josué Silva de Morais" userId="f406c2cd-edfc-4057-be10-75858098c663" providerId="ADAL" clId="{A1824FC7-00A9-4708-B7FB-71BF84356830}" dt="2026-05-11T11:27:18.653" v="3950"/>
          <ac:spMkLst>
            <pc:docMk/>
            <pc:sldMk cId="459019813" sldId="374"/>
            <ac:spMk id="39" creationId="{399860FC-A9E6-48F0-A579-569BBA0D0E5E}"/>
          </ac:spMkLst>
        </pc:spChg>
        <pc:spChg chg="add mod">
          <ac:chgData name="Josué Silva de Morais" userId="f406c2cd-edfc-4057-be10-75858098c663" providerId="ADAL" clId="{A1824FC7-00A9-4708-B7FB-71BF84356830}" dt="2026-05-11T11:27:18.658" v="3956"/>
          <ac:spMkLst>
            <pc:docMk/>
            <pc:sldMk cId="459019813" sldId="374"/>
            <ac:spMk id="40" creationId="{2F7B9675-01DA-4A91-9FAA-52A2F0FA0137}"/>
          </ac:spMkLst>
        </pc:spChg>
        <pc:spChg chg="add mod">
          <ac:chgData name="Josué Silva de Morais" userId="f406c2cd-edfc-4057-be10-75858098c663" providerId="ADAL" clId="{A1824FC7-00A9-4708-B7FB-71BF84356830}" dt="2026-05-11T11:27:18.667" v="3965"/>
          <ac:spMkLst>
            <pc:docMk/>
            <pc:sldMk cId="459019813" sldId="374"/>
            <ac:spMk id="41" creationId="{30D7548C-52A3-4AF6-8F74-6EABC1998727}"/>
          </ac:spMkLst>
        </pc:spChg>
        <pc:spChg chg="add mod">
          <ac:chgData name="Josué Silva de Morais" userId="f406c2cd-edfc-4057-be10-75858098c663" providerId="ADAL" clId="{A1824FC7-00A9-4708-B7FB-71BF84356830}" dt="2026-05-11T11:27:18.669" v="3969"/>
          <ac:spMkLst>
            <pc:docMk/>
            <pc:sldMk cId="459019813" sldId="374"/>
            <ac:spMk id="42" creationId="{69AB0B90-F8F8-4659-A5A8-FFBB3D5A5C46}"/>
          </ac:spMkLst>
        </pc:spChg>
        <pc:spChg chg="add mod">
          <ac:chgData name="Josué Silva de Morais" userId="f406c2cd-edfc-4057-be10-75858098c663" providerId="ADAL" clId="{A1824FC7-00A9-4708-B7FB-71BF84356830}" dt="2026-05-11T11:27:18.673" v="3975"/>
          <ac:spMkLst>
            <pc:docMk/>
            <pc:sldMk cId="459019813" sldId="374"/>
            <ac:spMk id="43" creationId="{8A32E232-31A2-4A5B-A80A-7F2303837FEA}"/>
          </ac:spMkLst>
        </pc:spChg>
        <pc:spChg chg="add mod">
          <ac:chgData name="Josué Silva de Morais" userId="f406c2cd-edfc-4057-be10-75858098c663" providerId="ADAL" clId="{A1824FC7-00A9-4708-B7FB-71BF84356830}" dt="2026-05-11T11:27:18.677" v="3981"/>
          <ac:spMkLst>
            <pc:docMk/>
            <pc:sldMk cId="459019813" sldId="374"/>
            <ac:spMk id="44" creationId="{688CCB5D-9903-48FC-8FD0-A85E2BB09D5B}"/>
          </ac:spMkLst>
        </pc:spChg>
        <pc:spChg chg="add mod">
          <ac:chgData name="Josué Silva de Morais" userId="f406c2cd-edfc-4057-be10-75858098c663" providerId="ADAL" clId="{A1824FC7-00A9-4708-B7FB-71BF84356830}" dt="2026-05-11T11:27:18.686" v="3986"/>
          <ac:spMkLst>
            <pc:docMk/>
            <pc:sldMk cId="459019813" sldId="374"/>
            <ac:spMk id="45" creationId="{D81B3170-2F00-4BDB-B617-BFC06C4BB6F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52.425" v="4019"/>
        <pc:sldMkLst>
          <pc:docMk/>
          <pc:sldMk cId="166934702" sldId="375"/>
        </pc:sldMkLst>
        <pc:spChg chg="add mod">
          <ac:chgData name="Josué Silva de Morais" userId="f406c2cd-edfc-4057-be10-75858098c663" providerId="ADAL" clId="{A1824FC7-00A9-4708-B7FB-71BF84356830}" dt="2026-05-11T11:27:52.386" v="3990"/>
          <ac:spMkLst>
            <pc:docMk/>
            <pc:sldMk cId="166934702" sldId="375"/>
            <ac:spMk id="2" creationId="{930F1B52-1104-4868-BC6E-C3486856F8C4}"/>
          </ac:spMkLst>
        </pc:spChg>
        <pc:spChg chg="add mod">
          <ac:chgData name="Josué Silva de Morais" userId="f406c2cd-edfc-4057-be10-75858098c663" providerId="ADAL" clId="{A1824FC7-00A9-4708-B7FB-71BF84356830}" dt="2026-05-11T11:27:52.391" v="3996"/>
          <ac:spMkLst>
            <pc:docMk/>
            <pc:sldMk cId="166934702" sldId="375"/>
            <ac:spMk id="3" creationId="{F8D02006-D219-4A28-AC30-97BAE820E69C}"/>
          </ac:spMkLst>
        </pc:spChg>
        <pc:spChg chg="add mod">
          <ac:chgData name="Josué Silva de Morais" userId="f406c2cd-edfc-4057-be10-75858098c663" providerId="ADAL" clId="{A1824FC7-00A9-4708-B7FB-71BF84356830}" dt="2026-05-11T11:27:52.400" v="4002"/>
          <ac:spMkLst>
            <pc:docMk/>
            <pc:sldMk cId="166934702" sldId="375"/>
            <ac:spMk id="4" creationId="{A4CE968A-ED21-4C84-B087-F84E0E406E50}"/>
          </ac:spMkLst>
        </pc:spChg>
        <pc:spChg chg="add mod">
          <ac:chgData name="Josué Silva de Morais" userId="f406c2cd-edfc-4057-be10-75858098c663" providerId="ADAL" clId="{A1824FC7-00A9-4708-B7FB-71BF84356830}" dt="2026-05-11T11:27:52.402" v="4005"/>
          <ac:spMkLst>
            <pc:docMk/>
            <pc:sldMk cId="166934702" sldId="375"/>
            <ac:spMk id="5" creationId="{6729D680-DFA3-4D82-8E98-92D9D2DB536F}"/>
          </ac:spMkLst>
        </pc:spChg>
        <pc:spChg chg="add mod">
          <ac:chgData name="Josué Silva de Morais" userId="f406c2cd-edfc-4057-be10-75858098c663" providerId="ADAL" clId="{A1824FC7-00A9-4708-B7FB-71BF84356830}" dt="2026-05-11T11:27:52.407" v="4010"/>
          <ac:spMkLst>
            <pc:docMk/>
            <pc:sldMk cId="166934702" sldId="375"/>
            <ac:spMk id="6" creationId="{3B1C5DBD-3A36-4AA6-9FBB-E37B4F7DCDBD}"/>
          </ac:spMkLst>
        </pc:spChg>
        <pc:spChg chg="add mod">
          <ac:chgData name="Josué Silva de Morais" userId="f406c2cd-edfc-4057-be10-75858098c663" providerId="ADAL" clId="{A1824FC7-00A9-4708-B7FB-71BF84356830}" dt="2026-05-11T11:27:52.411" v="4013"/>
          <ac:spMkLst>
            <pc:docMk/>
            <pc:sldMk cId="166934702" sldId="375"/>
            <ac:spMk id="7" creationId="{83C30486-7033-4C9B-ADBE-CF690F07CA72}"/>
          </ac:spMkLst>
        </pc:spChg>
        <pc:spChg chg="add mod">
          <ac:chgData name="Josué Silva de Morais" userId="f406c2cd-edfc-4057-be10-75858098c663" providerId="ADAL" clId="{A1824FC7-00A9-4708-B7FB-71BF84356830}" dt="2026-05-11T11:27:52.425" v="4019"/>
          <ac:spMkLst>
            <pc:docMk/>
            <pc:sldMk cId="166934702" sldId="375"/>
            <ac:spMk id="8" creationId="{1963ACB8-C8F0-4FE4-8BE0-C37E2CA333B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52.595" v="4173"/>
        <pc:sldMkLst>
          <pc:docMk/>
          <pc:sldMk cId="340567495" sldId="376"/>
        </pc:sldMkLst>
        <pc:spChg chg="add mod">
          <ac:chgData name="Josué Silva de Morais" userId="f406c2cd-edfc-4057-be10-75858098c663" providerId="ADAL" clId="{A1824FC7-00A9-4708-B7FB-71BF84356830}" dt="2026-05-11T11:27:52.456" v="4023"/>
          <ac:spMkLst>
            <pc:docMk/>
            <pc:sldMk cId="340567495" sldId="376"/>
            <ac:spMk id="2" creationId="{2F4C3CA4-88FC-4744-80F5-98C969E95873}"/>
          </ac:spMkLst>
        </pc:spChg>
        <pc:spChg chg="add mod">
          <ac:chgData name="Josué Silva de Morais" userId="f406c2cd-edfc-4057-be10-75858098c663" providerId="ADAL" clId="{A1824FC7-00A9-4708-B7FB-71BF84356830}" dt="2026-05-11T11:27:52.463" v="4029"/>
          <ac:spMkLst>
            <pc:docMk/>
            <pc:sldMk cId="340567495" sldId="376"/>
            <ac:spMk id="3" creationId="{6E134899-54F4-48A3-B488-1C4E714A06C4}"/>
          </ac:spMkLst>
        </pc:spChg>
        <pc:spChg chg="add mod">
          <ac:chgData name="Josué Silva de Morais" userId="f406c2cd-edfc-4057-be10-75858098c663" providerId="ADAL" clId="{A1824FC7-00A9-4708-B7FB-71BF84356830}" dt="2026-05-11T11:27:52.468" v="4035"/>
          <ac:spMkLst>
            <pc:docMk/>
            <pc:sldMk cId="340567495" sldId="376"/>
            <ac:spMk id="4" creationId="{7F3250BA-B853-481C-9588-90AB067988F6}"/>
          </ac:spMkLst>
        </pc:spChg>
        <pc:spChg chg="add mod">
          <ac:chgData name="Josué Silva de Morais" userId="f406c2cd-edfc-4057-be10-75858098c663" providerId="ADAL" clId="{A1824FC7-00A9-4708-B7FB-71BF84356830}" dt="2026-05-11T11:27:52.469" v="4038"/>
          <ac:spMkLst>
            <pc:docMk/>
            <pc:sldMk cId="340567495" sldId="376"/>
            <ac:spMk id="5" creationId="{FFCF3757-AD9A-4448-BC2F-745802F13F6F}"/>
          </ac:spMkLst>
        </pc:spChg>
        <pc:spChg chg="add mod">
          <ac:chgData name="Josué Silva de Morais" userId="f406c2cd-edfc-4057-be10-75858098c663" providerId="ADAL" clId="{A1824FC7-00A9-4708-B7FB-71BF84356830}" dt="2026-05-11T11:27:52.472" v="4041"/>
          <ac:spMkLst>
            <pc:docMk/>
            <pc:sldMk cId="340567495" sldId="376"/>
            <ac:spMk id="6" creationId="{9D59DA89-64D4-46E0-B48E-30D26739323A}"/>
          </ac:spMkLst>
        </pc:spChg>
        <pc:spChg chg="add mod">
          <ac:chgData name="Josué Silva de Morais" userId="f406c2cd-edfc-4057-be10-75858098c663" providerId="ADAL" clId="{A1824FC7-00A9-4708-B7FB-71BF84356830}" dt="2026-05-11T11:27:52.484" v="4047"/>
          <ac:spMkLst>
            <pc:docMk/>
            <pc:sldMk cId="340567495" sldId="376"/>
            <ac:spMk id="7" creationId="{79E8F149-9480-4540-8D95-00D879D0D439}"/>
          </ac:spMkLst>
        </pc:spChg>
        <pc:spChg chg="add mod">
          <ac:chgData name="Josué Silva de Morais" userId="f406c2cd-edfc-4057-be10-75858098c663" providerId="ADAL" clId="{A1824FC7-00A9-4708-B7FB-71BF84356830}" dt="2026-05-11T11:27:52.488" v="4053"/>
          <ac:spMkLst>
            <pc:docMk/>
            <pc:sldMk cId="340567495" sldId="376"/>
            <ac:spMk id="8" creationId="{01310CC5-5691-407A-B035-73406C9ED197}"/>
          </ac:spMkLst>
        </pc:spChg>
        <pc:spChg chg="add mod">
          <ac:chgData name="Josué Silva de Morais" userId="f406c2cd-edfc-4057-be10-75858098c663" providerId="ADAL" clId="{A1824FC7-00A9-4708-B7FB-71BF84356830}" dt="2026-05-11T11:27:52.491" v="4057"/>
          <ac:spMkLst>
            <pc:docMk/>
            <pc:sldMk cId="340567495" sldId="376"/>
            <ac:spMk id="9" creationId="{966EF60D-2BF7-4C63-AFBF-A21C25735895}"/>
          </ac:spMkLst>
        </pc:spChg>
        <pc:spChg chg="add mod">
          <ac:chgData name="Josué Silva de Morais" userId="f406c2cd-edfc-4057-be10-75858098c663" providerId="ADAL" clId="{A1824FC7-00A9-4708-B7FB-71BF84356830}" dt="2026-05-11T11:27:52.500" v="4066"/>
          <ac:spMkLst>
            <pc:docMk/>
            <pc:sldMk cId="340567495" sldId="376"/>
            <ac:spMk id="10" creationId="{DE0A7567-A72D-4283-9EC9-5E530382F03E}"/>
          </ac:spMkLst>
        </pc:spChg>
        <pc:spChg chg="add mod">
          <ac:chgData name="Josué Silva de Morais" userId="f406c2cd-edfc-4057-be10-75858098c663" providerId="ADAL" clId="{A1824FC7-00A9-4708-B7FB-71BF84356830}" dt="2026-05-11T11:27:52.504" v="4072"/>
          <ac:spMkLst>
            <pc:docMk/>
            <pc:sldMk cId="340567495" sldId="376"/>
            <ac:spMk id="11" creationId="{042A112B-F9F0-40D6-B868-E37F662A0392}"/>
          </ac:spMkLst>
        </pc:spChg>
        <pc:spChg chg="add mod">
          <ac:chgData name="Josué Silva de Morais" userId="f406c2cd-edfc-4057-be10-75858098c663" providerId="ADAL" clId="{A1824FC7-00A9-4708-B7FB-71BF84356830}" dt="2026-05-11T11:27:52.508" v="4077"/>
          <ac:spMkLst>
            <pc:docMk/>
            <pc:sldMk cId="340567495" sldId="376"/>
            <ac:spMk id="12" creationId="{BD68D779-12BC-4C0B-BA68-6B034994B49C}"/>
          </ac:spMkLst>
        </pc:spChg>
        <pc:spChg chg="add mod">
          <ac:chgData name="Josué Silva de Morais" userId="f406c2cd-edfc-4057-be10-75858098c663" providerId="ADAL" clId="{A1824FC7-00A9-4708-B7FB-71BF84356830}" dt="2026-05-11T11:27:52.513" v="4081"/>
          <ac:spMkLst>
            <pc:docMk/>
            <pc:sldMk cId="340567495" sldId="376"/>
            <ac:spMk id="13" creationId="{E585F3E2-725F-48F6-83BA-3CDCEF1D3CC8}"/>
          </ac:spMkLst>
        </pc:spChg>
        <pc:spChg chg="add mod">
          <ac:chgData name="Josué Silva de Morais" userId="f406c2cd-edfc-4057-be10-75858098c663" providerId="ADAL" clId="{A1824FC7-00A9-4708-B7FB-71BF84356830}" dt="2026-05-11T11:27:52.519" v="4090"/>
          <ac:spMkLst>
            <pc:docMk/>
            <pc:sldMk cId="340567495" sldId="376"/>
            <ac:spMk id="14" creationId="{81858A13-C874-4FF0-8B95-C4848F7860CB}"/>
          </ac:spMkLst>
        </pc:spChg>
        <pc:spChg chg="add mod">
          <ac:chgData name="Josué Silva de Morais" userId="f406c2cd-edfc-4057-be10-75858098c663" providerId="ADAL" clId="{A1824FC7-00A9-4708-B7FB-71BF84356830}" dt="2026-05-11T11:27:52.524" v="4096"/>
          <ac:spMkLst>
            <pc:docMk/>
            <pc:sldMk cId="340567495" sldId="376"/>
            <ac:spMk id="15" creationId="{87C9CCC5-C520-4857-B377-84FF4532088B}"/>
          </ac:spMkLst>
        </pc:spChg>
        <pc:spChg chg="add mod">
          <ac:chgData name="Josué Silva de Morais" userId="f406c2cd-edfc-4057-be10-75858098c663" providerId="ADAL" clId="{A1824FC7-00A9-4708-B7FB-71BF84356830}" dt="2026-05-11T11:27:52.531" v="4101"/>
          <ac:spMkLst>
            <pc:docMk/>
            <pc:sldMk cId="340567495" sldId="376"/>
            <ac:spMk id="16" creationId="{4A41569F-4E7A-4587-A8CF-BF76A957682B}"/>
          </ac:spMkLst>
        </pc:spChg>
        <pc:spChg chg="add mod">
          <ac:chgData name="Josué Silva de Morais" userId="f406c2cd-edfc-4057-be10-75858098c663" providerId="ADAL" clId="{A1824FC7-00A9-4708-B7FB-71BF84356830}" dt="2026-05-11T11:27:52.533" v="4105"/>
          <ac:spMkLst>
            <pc:docMk/>
            <pc:sldMk cId="340567495" sldId="376"/>
            <ac:spMk id="17" creationId="{3A6553CA-5776-48B2-A46A-B24B1688523D}"/>
          </ac:spMkLst>
        </pc:spChg>
        <pc:spChg chg="add mod">
          <ac:chgData name="Josué Silva de Morais" userId="f406c2cd-edfc-4057-be10-75858098c663" providerId="ADAL" clId="{A1824FC7-00A9-4708-B7FB-71BF84356830}" dt="2026-05-11T11:27:52.540" v="4114"/>
          <ac:spMkLst>
            <pc:docMk/>
            <pc:sldMk cId="340567495" sldId="376"/>
            <ac:spMk id="18" creationId="{5F1C3086-528E-489C-873A-4F5A2544FD12}"/>
          </ac:spMkLst>
        </pc:spChg>
        <pc:spChg chg="add mod">
          <ac:chgData name="Josué Silva de Morais" userId="f406c2cd-edfc-4057-be10-75858098c663" providerId="ADAL" clId="{A1824FC7-00A9-4708-B7FB-71BF84356830}" dt="2026-05-11T11:27:52.546" v="4120"/>
          <ac:spMkLst>
            <pc:docMk/>
            <pc:sldMk cId="340567495" sldId="376"/>
            <ac:spMk id="19" creationId="{0DBA67ED-DA05-460D-B043-CFBCC0BAA326}"/>
          </ac:spMkLst>
        </pc:spChg>
        <pc:spChg chg="add mod">
          <ac:chgData name="Josué Silva de Morais" userId="f406c2cd-edfc-4057-be10-75858098c663" providerId="ADAL" clId="{A1824FC7-00A9-4708-B7FB-71BF84356830}" dt="2026-05-11T11:27:52.551" v="4125"/>
          <ac:spMkLst>
            <pc:docMk/>
            <pc:sldMk cId="340567495" sldId="376"/>
            <ac:spMk id="20" creationId="{63C70E84-FA03-4594-A5E0-425FBBE941DA}"/>
          </ac:spMkLst>
        </pc:spChg>
        <pc:spChg chg="add mod">
          <ac:chgData name="Josué Silva de Morais" userId="f406c2cd-edfc-4057-be10-75858098c663" providerId="ADAL" clId="{A1824FC7-00A9-4708-B7FB-71BF84356830}" dt="2026-05-11T11:27:52.553" v="4129"/>
          <ac:spMkLst>
            <pc:docMk/>
            <pc:sldMk cId="340567495" sldId="376"/>
            <ac:spMk id="21" creationId="{896C0EB8-0DA1-4C02-8AA9-463EAD95A0F9}"/>
          </ac:spMkLst>
        </pc:spChg>
        <pc:spChg chg="add mod">
          <ac:chgData name="Josué Silva de Morais" userId="f406c2cd-edfc-4057-be10-75858098c663" providerId="ADAL" clId="{A1824FC7-00A9-4708-B7FB-71BF84356830}" dt="2026-05-11T11:27:52.562" v="4138"/>
          <ac:spMkLst>
            <pc:docMk/>
            <pc:sldMk cId="340567495" sldId="376"/>
            <ac:spMk id="22" creationId="{2CE4620E-9AF8-497E-9CC3-6BB6C80D4FFA}"/>
          </ac:spMkLst>
        </pc:spChg>
        <pc:spChg chg="add mod">
          <ac:chgData name="Josué Silva de Morais" userId="f406c2cd-edfc-4057-be10-75858098c663" providerId="ADAL" clId="{A1824FC7-00A9-4708-B7FB-71BF84356830}" dt="2026-05-11T11:27:52.566" v="4144"/>
          <ac:spMkLst>
            <pc:docMk/>
            <pc:sldMk cId="340567495" sldId="376"/>
            <ac:spMk id="23" creationId="{ED4D6DD2-28F3-4AB0-87EF-2827A904D34A}"/>
          </ac:spMkLst>
        </pc:spChg>
        <pc:spChg chg="add mod">
          <ac:chgData name="Josué Silva de Morais" userId="f406c2cd-edfc-4057-be10-75858098c663" providerId="ADAL" clId="{A1824FC7-00A9-4708-B7FB-71BF84356830}" dt="2026-05-11T11:27:52.570" v="4149"/>
          <ac:spMkLst>
            <pc:docMk/>
            <pc:sldMk cId="340567495" sldId="376"/>
            <ac:spMk id="24" creationId="{EB21F064-2E72-435C-8327-6DD99EED7C89}"/>
          </ac:spMkLst>
        </pc:spChg>
        <pc:spChg chg="add mod">
          <ac:chgData name="Josué Silva de Morais" userId="f406c2cd-edfc-4057-be10-75858098c663" providerId="ADAL" clId="{A1824FC7-00A9-4708-B7FB-71BF84356830}" dt="2026-05-11T11:27:52.573" v="4153"/>
          <ac:spMkLst>
            <pc:docMk/>
            <pc:sldMk cId="340567495" sldId="376"/>
            <ac:spMk id="25" creationId="{D979BC9A-4492-49F5-8A30-440A2195231D}"/>
          </ac:spMkLst>
        </pc:spChg>
        <pc:spChg chg="add mod">
          <ac:chgData name="Josué Silva de Morais" userId="f406c2cd-edfc-4057-be10-75858098c663" providerId="ADAL" clId="{A1824FC7-00A9-4708-B7FB-71BF84356830}" dt="2026-05-11T11:27:52.584" v="4162"/>
          <ac:spMkLst>
            <pc:docMk/>
            <pc:sldMk cId="340567495" sldId="376"/>
            <ac:spMk id="26" creationId="{C07A5311-DAB4-4BD2-B555-93E0060CFC84}"/>
          </ac:spMkLst>
        </pc:spChg>
        <pc:spChg chg="add mod">
          <ac:chgData name="Josué Silva de Morais" userId="f406c2cd-edfc-4057-be10-75858098c663" providerId="ADAL" clId="{A1824FC7-00A9-4708-B7FB-71BF84356830}" dt="2026-05-11T11:27:52.588" v="4168"/>
          <ac:spMkLst>
            <pc:docMk/>
            <pc:sldMk cId="340567495" sldId="376"/>
            <ac:spMk id="27" creationId="{33DB801B-EB10-4173-9554-89BFD4B41F04}"/>
          </ac:spMkLst>
        </pc:spChg>
        <pc:spChg chg="add mod">
          <ac:chgData name="Josué Silva de Morais" userId="f406c2cd-edfc-4057-be10-75858098c663" providerId="ADAL" clId="{A1824FC7-00A9-4708-B7FB-71BF84356830}" dt="2026-05-11T11:27:52.595" v="4173"/>
          <ac:spMkLst>
            <pc:docMk/>
            <pc:sldMk cId="340567495" sldId="376"/>
            <ac:spMk id="28" creationId="{5E62EB34-7559-4BCC-9868-0C10223417B3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7:52.636" v="4197"/>
        <pc:sldMkLst>
          <pc:docMk/>
          <pc:sldMk cId="110436697" sldId="377"/>
        </pc:sldMkLst>
        <pc:spChg chg="add mod">
          <ac:chgData name="Josué Silva de Morais" userId="f406c2cd-edfc-4057-be10-75858098c663" providerId="ADAL" clId="{A1824FC7-00A9-4708-B7FB-71BF84356830}" dt="2026-05-11T11:27:52.618" v="4177"/>
          <ac:spMkLst>
            <pc:docMk/>
            <pc:sldMk cId="110436697" sldId="377"/>
            <ac:spMk id="2" creationId="{1C0A99C5-306A-4A0E-8FC3-CF5879B656D3}"/>
          </ac:spMkLst>
        </pc:spChg>
        <pc:spChg chg="add mod">
          <ac:chgData name="Josué Silva de Morais" userId="f406c2cd-edfc-4057-be10-75858098c663" providerId="ADAL" clId="{A1824FC7-00A9-4708-B7FB-71BF84356830}" dt="2026-05-11T11:27:52.620" v="4180"/>
          <ac:spMkLst>
            <pc:docMk/>
            <pc:sldMk cId="110436697" sldId="377"/>
            <ac:spMk id="3" creationId="{70EF1CD8-224A-48C2-AA99-68BDFED5905F}"/>
          </ac:spMkLst>
        </pc:spChg>
        <pc:spChg chg="add mod">
          <ac:chgData name="Josué Silva de Morais" userId="f406c2cd-edfc-4057-be10-75858098c663" providerId="ADAL" clId="{A1824FC7-00A9-4708-B7FB-71BF84356830}" dt="2026-05-11T11:27:52.624" v="4186"/>
          <ac:spMkLst>
            <pc:docMk/>
            <pc:sldMk cId="110436697" sldId="377"/>
            <ac:spMk id="4" creationId="{2E14BF80-F697-45D8-AD58-6F301181F895}"/>
          </ac:spMkLst>
        </pc:spChg>
        <pc:spChg chg="add mod">
          <ac:chgData name="Josué Silva de Morais" userId="f406c2cd-edfc-4057-be10-75858098c663" providerId="ADAL" clId="{A1824FC7-00A9-4708-B7FB-71BF84356830}" dt="2026-05-11T11:27:52.631" v="4192"/>
          <ac:spMkLst>
            <pc:docMk/>
            <pc:sldMk cId="110436697" sldId="377"/>
            <ac:spMk id="5" creationId="{FD0D83D6-9FD7-408C-80D0-552964BF3CB8}"/>
          </ac:spMkLst>
        </pc:spChg>
        <pc:spChg chg="add mod">
          <ac:chgData name="Josué Silva de Morais" userId="f406c2cd-edfc-4057-be10-75858098c663" providerId="ADAL" clId="{A1824FC7-00A9-4708-B7FB-71BF84356830}" dt="2026-05-11T11:27:52.636" v="4197"/>
          <ac:spMkLst>
            <pc:docMk/>
            <pc:sldMk cId="110436697" sldId="377"/>
            <ac:spMk id="6" creationId="{5250657E-B126-49EA-994A-CC4B399A96C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8:36.025" v="4345"/>
        <pc:sldMkLst>
          <pc:docMk/>
          <pc:sldMk cId="822898899" sldId="378"/>
        </pc:sldMkLst>
        <pc:spChg chg="add mod">
          <ac:chgData name="Josué Silva de Morais" userId="f406c2cd-edfc-4057-be10-75858098c663" providerId="ADAL" clId="{A1824FC7-00A9-4708-B7FB-71BF84356830}" dt="2026-05-11T11:28:35.828" v="4201"/>
          <ac:spMkLst>
            <pc:docMk/>
            <pc:sldMk cId="822898899" sldId="378"/>
            <ac:spMk id="2" creationId="{047ABAE4-6E78-471A-BB0C-18ECA6E6F50D}"/>
          </ac:spMkLst>
        </pc:spChg>
        <pc:spChg chg="add mod">
          <ac:chgData name="Josué Silva de Morais" userId="f406c2cd-edfc-4057-be10-75858098c663" providerId="ADAL" clId="{A1824FC7-00A9-4708-B7FB-71BF84356830}" dt="2026-05-11T11:28:35.833" v="4207"/>
          <ac:spMkLst>
            <pc:docMk/>
            <pc:sldMk cId="822898899" sldId="378"/>
            <ac:spMk id="3" creationId="{6A6E8702-A157-4688-BF8F-76E642BEBB56}"/>
          </ac:spMkLst>
        </pc:spChg>
        <pc:spChg chg="add mod">
          <ac:chgData name="Josué Silva de Morais" userId="f406c2cd-edfc-4057-be10-75858098c663" providerId="ADAL" clId="{A1824FC7-00A9-4708-B7FB-71BF84356830}" dt="2026-05-11T11:28:35.841" v="4213"/>
          <ac:spMkLst>
            <pc:docMk/>
            <pc:sldMk cId="822898899" sldId="378"/>
            <ac:spMk id="4" creationId="{31CD3B4C-39E1-4938-AA3B-04BFDECC7A91}"/>
          </ac:spMkLst>
        </pc:spChg>
        <pc:spChg chg="add mod">
          <ac:chgData name="Josué Silva de Morais" userId="f406c2cd-edfc-4057-be10-75858098c663" providerId="ADAL" clId="{A1824FC7-00A9-4708-B7FB-71BF84356830}" dt="2026-05-11T11:28:35.846" v="4216"/>
          <ac:spMkLst>
            <pc:docMk/>
            <pc:sldMk cId="822898899" sldId="378"/>
            <ac:spMk id="5" creationId="{C3A7C665-0636-4D8B-A176-29D13F0322FB}"/>
          </ac:spMkLst>
        </pc:spChg>
        <pc:spChg chg="add mod">
          <ac:chgData name="Josué Silva de Morais" userId="f406c2cd-edfc-4057-be10-75858098c663" providerId="ADAL" clId="{A1824FC7-00A9-4708-B7FB-71BF84356830}" dt="2026-05-11T11:28:35.858" v="4221"/>
          <ac:spMkLst>
            <pc:docMk/>
            <pc:sldMk cId="822898899" sldId="378"/>
            <ac:spMk id="6" creationId="{22A20E69-827F-47CC-8248-3334C3A0D728}"/>
          </ac:spMkLst>
        </pc:spChg>
        <pc:spChg chg="add mod">
          <ac:chgData name="Josué Silva de Morais" userId="f406c2cd-edfc-4057-be10-75858098c663" providerId="ADAL" clId="{A1824FC7-00A9-4708-B7FB-71BF84356830}" dt="2026-05-11T11:28:35.862" v="4225"/>
          <ac:spMkLst>
            <pc:docMk/>
            <pc:sldMk cId="822898899" sldId="378"/>
            <ac:spMk id="7" creationId="{D733C86C-AF85-4385-9F23-20F12C6E604A}"/>
          </ac:spMkLst>
        </pc:spChg>
        <pc:spChg chg="add mod">
          <ac:chgData name="Josué Silva de Morais" userId="f406c2cd-edfc-4057-be10-75858098c663" providerId="ADAL" clId="{A1824FC7-00A9-4708-B7FB-71BF84356830}" dt="2026-05-11T11:28:35.878" v="4234"/>
          <ac:spMkLst>
            <pc:docMk/>
            <pc:sldMk cId="822898899" sldId="378"/>
            <ac:spMk id="8" creationId="{3CF3ADBB-F96E-4C51-B2E5-FFF5FE543139}"/>
          </ac:spMkLst>
        </pc:spChg>
        <pc:spChg chg="add mod">
          <ac:chgData name="Josué Silva de Morais" userId="f406c2cd-edfc-4057-be10-75858098c663" providerId="ADAL" clId="{A1824FC7-00A9-4708-B7FB-71BF84356830}" dt="2026-05-11T11:28:35.890" v="4240"/>
          <ac:spMkLst>
            <pc:docMk/>
            <pc:sldMk cId="822898899" sldId="378"/>
            <ac:spMk id="9" creationId="{0ED592AC-708A-43C8-AB1B-18C768E78581}"/>
          </ac:spMkLst>
        </pc:spChg>
        <pc:spChg chg="add mod">
          <ac:chgData name="Josué Silva de Morais" userId="f406c2cd-edfc-4057-be10-75858098c663" providerId="ADAL" clId="{A1824FC7-00A9-4708-B7FB-71BF84356830}" dt="2026-05-11T11:28:35.900" v="4247"/>
          <ac:spMkLst>
            <pc:docMk/>
            <pc:sldMk cId="822898899" sldId="378"/>
            <ac:spMk id="10" creationId="{B8C410FE-7758-4092-9E59-78BE05A2C514}"/>
          </ac:spMkLst>
        </pc:spChg>
        <pc:spChg chg="add mod">
          <ac:chgData name="Josué Silva de Morais" userId="f406c2cd-edfc-4057-be10-75858098c663" providerId="ADAL" clId="{A1824FC7-00A9-4708-B7FB-71BF84356830}" dt="2026-05-11T11:28:35.912" v="4252"/>
          <ac:spMkLst>
            <pc:docMk/>
            <pc:sldMk cId="822898899" sldId="378"/>
            <ac:spMk id="11" creationId="{C59E94B5-35F5-41C4-B79B-9F7BFCE3D950}"/>
          </ac:spMkLst>
        </pc:spChg>
        <pc:spChg chg="add mod">
          <ac:chgData name="Josué Silva de Morais" userId="f406c2cd-edfc-4057-be10-75858098c663" providerId="ADAL" clId="{A1824FC7-00A9-4708-B7FB-71BF84356830}" dt="2026-05-11T11:28:35.917" v="4256"/>
          <ac:spMkLst>
            <pc:docMk/>
            <pc:sldMk cId="822898899" sldId="378"/>
            <ac:spMk id="12" creationId="{441CEC24-37CD-4EEA-991D-0D408E29823C}"/>
          </ac:spMkLst>
        </pc:spChg>
        <pc:spChg chg="add mod">
          <ac:chgData name="Josué Silva de Morais" userId="f406c2cd-edfc-4057-be10-75858098c663" providerId="ADAL" clId="{A1824FC7-00A9-4708-B7FB-71BF84356830}" dt="2026-05-11T11:28:35.930" v="4265"/>
          <ac:spMkLst>
            <pc:docMk/>
            <pc:sldMk cId="822898899" sldId="378"/>
            <ac:spMk id="13" creationId="{2C4B26F9-E52B-4EB4-A731-B8BE9F13692D}"/>
          </ac:spMkLst>
        </pc:spChg>
        <pc:spChg chg="add mod">
          <ac:chgData name="Josué Silva de Morais" userId="f406c2cd-edfc-4057-be10-75858098c663" providerId="ADAL" clId="{A1824FC7-00A9-4708-B7FB-71BF84356830}" dt="2026-05-11T11:28:35.937" v="4271"/>
          <ac:spMkLst>
            <pc:docMk/>
            <pc:sldMk cId="822898899" sldId="378"/>
            <ac:spMk id="14" creationId="{E958B0DC-C4A2-4E50-B36F-656BDBA894BC}"/>
          </ac:spMkLst>
        </pc:spChg>
        <pc:spChg chg="add mod">
          <ac:chgData name="Josué Silva de Morais" userId="f406c2cd-edfc-4057-be10-75858098c663" providerId="ADAL" clId="{A1824FC7-00A9-4708-B7FB-71BF84356830}" dt="2026-05-11T11:28:35.945" v="4278"/>
          <ac:spMkLst>
            <pc:docMk/>
            <pc:sldMk cId="822898899" sldId="378"/>
            <ac:spMk id="15" creationId="{5E7FDF65-7027-485F-AEE4-4211C72A4420}"/>
          </ac:spMkLst>
        </pc:spChg>
        <pc:spChg chg="add mod">
          <ac:chgData name="Josué Silva de Morais" userId="f406c2cd-edfc-4057-be10-75858098c663" providerId="ADAL" clId="{A1824FC7-00A9-4708-B7FB-71BF84356830}" dt="2026-05-11T11:28:35.950" v="4283"/>
          <ac:spMkLst>
            <pc:docMk/>
            <pc:sldMk cId="822898899" sldId="378"/>
            <ac:spMk id="16" creationId="{E882C805-6586-4DCF-B76F-FA400F61C318}"/>
          </ac:spMkLst>
        </pc:spChg>
        <pc:spChg chg="add mod">
          <ac:chgData name="Josué Silva de Morais" userId="f406c2cd-edfc-4057-be10-75858098c663" providerId="ADAL" clId="{A1824FC7-00A9-4708-B7FB-71BF84356830}" dt="2026-05-11T11:28:35.956" v="4287"/>
          <ac:spMkLst>
            <pc:docMk/>
            <pc:sldMk cId="822898899" sldId="378"/>
            <ac:spMk id="17" creationId="{BD948511-762E-485C-BAB3-332BF2771967}"/>
          </ac:spMkLst>
        </pc:spChg>
        <pc:spChg chg="add mod">
          <ac:chgData name="Josué Silva de Morais" userId="f406c2cd-edfc-4057-be10-75858098c663" providerId="ADAL" clId="{A1824FC7-00A9-4708-B7FB-71BF84356830}" dt="2026-05-11T11:28:35.964" v="4296"/>
          <ac:spMkLst>
            <pc:docMk/>
            <pc:sldMk cId="822898899" sldId="378"/>
            <ac:spMk id="18" creationId="{A53AEFF1-FED7-4610-83F5-8461641C21B0}"/>
          </ac:spMkLst>
        </pc:spChg>
        <pc:spChg chg="add mod">
          <ac:chgData name="Josué Silva de Morais" userId="f406c2cd-edfc-4057-be10-75858098c663" providerId="ADAL" clId="{A1824FC7-00A9-4708-B7FB-71BF84356830}" dt="2026-05-11T11:28:35.969" v="4302"/>
          <ac:spMkLst>
            <pc:docMk/>
            <pc:sldMk cId="822898899" sldId="378"/>
            <ac:spMk id="19" creationId="{257A9877-9716-433B-A6F3-A04D7320E65C}"/>
          </ac:spMkLst>
        </pc:spChg>
        <pc:spChg chg="add mod">
          <ac:chgData name="Josué Silva de Morais" userId="f406c2cd-edfc-4057-be10-75858098c663" providerId="ADAL" clId="{A1824FC7-00A9-4708-B7FB-71BF84356830}" dt="2026-05-11T11:28:35.978" v="4309"/>
          <ac:spMkLst>
            <pc:docMk/>
            <pc:sldMk cId="822898899" sldId="378"/>
            <ac:spMk id="20" creationId="{04B044E7-A4DD-4781-A8CE-AE7B391D9E75}"/>
          </ac:spMkLst>
        </pc:spChg>
        <pc:spChg chg="add mod">
          <ac:chgData name="Josué Silva de Morais" userId="f406c2cd-edfc-4057-be10-75858098c663" providerId="ADAL" clId="{A1824FC7-00A9-4708-B7FB-71BF84356830}" dt="2026-05-11T11:28:35.985" v="4314"/>
          <ac:spMkLst>
            <pc:docMk/>
            <pc:sldMk cId="822898899" sldId="378"/>
            <ac:spMk id="21" creationId="{553D5475-537B-4FD8-A455-2E60B3AD6AD8}"/>
          </ac:spMkLst>
        </pc:spChg>
        <pc:spChg chg="add mod">
          <ac:chgData name="Josué Silva de Morais" userId="f406c2cd-edfc-4057-be10-75858098c663" providerId="ADAL" clId="{A1824FC7-00A9-4708-B7FB-71BF84356830}" dt="2026-05-11T11:28:35.991" v="4318"/>
          <ac:spMkLst>
            <pc:docMk/>
            <pc:sldMk cId="822898899" sldId="378"/>
            <ac:spMk id="22" creationId="{2D6441AD-0A32-4864-A69F-A03C895EAFC9}"/>
          </ac:spMkLst>
        </pc:spChg>
        <pc:spChg chg="add mod">
          <ac:chgData name="Josué Silva de Morais" userId="f406c2cd-edfc-4057-be10-75858098c663" providerId="ADAL" clId="{A1824FC7-00A9-4708-B7FB-71BF84356830}" dt="2026-05-11T11:28:35.999" v="4327"/>
          <ac:spMkLst>
            <pc:docMk/>
            <pc:sldMk cId="822898899" sldId="378"/>
            <ac:spMk id="23" creationId="{3A28199D-9C69-449E-B110-A5F484F0D454}"/>
          </ac:spMkLst>
        </pc:spChg>
        <pc:spChg chg="add mod">
          <ac:chgData name="Josué Silva de Morais" userId="f406c2cd-edfc-4057-be10-75858098c663" providerId="ADAL" clId="{A1824FC7-00A9-4708-B7FB-71BF84356830}" dt="2026-05-11T11:28:36.009" v="4333"/>
          <ac:spMkLst>
            <pc:docMk/>
            <pc:sldMk cId="822898899" sldId="378"/>
            <ac:spMk id="24" creationId="{01F1F6E6-B8A9-434C-9D4D-61F0526A3BDC}"/>
          </ac:spMkLst>
        </pc:spChg>
        <pc:spChg chg="add mod">
          <ac:chgData name="Josué Silva de Morais" userId="f406c2cd-edfc-4057-be10-75858098c663" providerId="ADAL" clId="{A1824FC7-00A9-4708-B7FB-71BF84356830}" dt="2026-05-11T11:28:36.016" v="4340"/>
          <ac:spMkLst>
            <pc:docMk/>
            <pc:sldMk cId="822898899" sldId="378"/>
            <ac:spMk id="25" creationId="{90AA9313-E397-403F-AECD-3FAD4FA27E53}"/>
          </ac:spMkLst>
        </pc:spChg>
        <pc:spChg chg="add mod">
          <ac:chgData name="Josué Silva de Morais" userId="f406c2cd-edfc-4057-be10-75858098c663" providerId="ADAL" clId="{A1824FC7-00A9-4708-B7FB-71BF84356830}" dt="2026-05-11T11:28:36.025" v="4345"/>
          <ac:spMkLst>
            <pc:docMk/>
            <pc:sldMk cId="822898899" sldId="378"/>
            <ac:spMk id="26" creationId="{7B95AEBE-9026-4771-BB92-E4AC3A60FE0F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8:36.285" v="4544"/>
        <pc:sldMkLst>
          <pc:docMk/>
          <pc:sldMk cId="1033969479" sldId="379"/>
        </pc:sldMkLst>
        <pc:spChg chg="add mod">
          <ac:chgData name="Josué Silva de Morais" userId="f406c2cd-edfc-4057-be10-75858098c663" providerId="ADAL" clId="{A1824FC7-00A9-4708-B7FB-71BF84356830}" dt="2026-05-11T11:28:36.101" v="4349"/>
          <ac:spMkLst>
            <pc:docMk/>
            <pc:sldMk cId="1033969479" sldId="379"/>
            <ac:spMk id="2" creationId="{C39E4CBD-A2EE-4E40-AF62-8C2B2DB01E87}"/>
          </ac:spMkLst>
        </pc:spChg>
        <pc:spChg chg="add mod">
          <ac:chgData name="Josué Silva de Morais" userId="f406c2cd-edfc-4057-be10-75858098c663" providerId="ADAL" clId="{A1824FC7-00A9-4708-B7FB-71BF84356830}" dt="2026-05-11T11:28:36.109" v="4355"/>
          <ac:spMkLst>
            <pc:docMk/>
            <pc:sldMk cId="1033969479" sldId="379"/>
            <ac:spMk id="3" creationId="{70133397-6C28-42B0-AA14-4F9B3A7D5864}"/>
          </ac:spMkLst>
        </pc:spChg>
        <pc:spChg chg="add mod">
          <ac:chgData name="Josué Silva de Morais" userId="f406c2cd-edfc-4057-be10-75858098c663" providerId="ADAL" clId="{A1824FC7-00A9-4708-B7FB-71BF84356830}" dt="2026-05-11T11:28:36.115" v="4361"/>
          <ac:spMkLst>
            <pc:docMk/>
            <pc:sldMk cId="1033969479" sldId="379"/>
            <ac:spMk id="4" creationId="{89D10C32-78E7-470A-8B2D-2A662CEFF667}"/>
          </ac:spMkLst>
        </pc:spChg>
        <pc:spChg chg="add mod">
          <ac:chgData name="Josué Silva de Morais" userId="f406c2cd-edfc-4057-be10-75858098c663" providerId="ADAL" clId="{A1824FC7-00A9-4708-B7FB-71BF84356830}" dt="2026-05-11T11:28:36.117" v="4364"/>
          <ac:spMkLst>
            <pc:docMk/>
            <pc:sldMk cId="1033969479" sldId="379"/>
            <ac:spMk id="5" creationId="{48F1489A-4415-4737-95DF-2529EB84916A}"/>
          </ac:spMkLst>
        </pc:spChg>
        <pc:spChg chg="add mod">
          <ac:chgData name="Josué Silva de Morais" userId="f406c2cd-edfc-4057-be10-75858098c663" providerId="ADAL" clId="{A1824FC7-00A9-4708-B7FB-71BF84356830}" dt="2026-05-11T11:28:36.124" v="4370"/>
          <ac:spMkLst>
            <pc:docMk/>
            <pc:sldMk cId="1033969479" sldId="379"/>
            <ac:spMk id="6" creationId="{11560BAF-B5DB-428C-8DC2-F1F679A0047D}"/>
          </ac:spMkLst>
        </pc:spChg>
        <pc:spChg chg="add mod">
          <ac:chgData name="Josué Silva de Morais" userId="f406c2cd-edfc-4057-be10-75858098c663" providerId="ADAL" clId="{A1824FC7-00A9-4708-B7FB-71BF84356830}" dt="2026-05-11T11:28:36.128" v="4374"/>
          <ac:spMkLst>
            <pc:docMk/>
            <pc:sldMk cId="1033969479" sldId="379"/>
            <ac:spMk id="7" creationId="{E530FD99-5A9C-42F9-BF4B-1D7C3D10FA56}"/>
          </ac:spMkLst>
        </pc:spChg>
        <pc:spChg chg="add mod">
          <ac:chgData name="Josué Silva de Morais" userId="f406c2cd-edfc-4057-be10-75858098c663" providerId="ADAL" clId="{A1824FC7-00A9-4708-B7FB-71BF84356830}" dt="2026-05-11T11:28:36.132" v="4380"/>
          <ac:spMkLst>
            <pc:docMk/>
            <pc:sldMk cId="1033969479" sldId="379"/>
            <ac:spMk id="8" creationId="{087B1023-EB80-4DA9-ADEC-603BFE85B58F}"/>
          </ac:spMkLst>
        </pc:spChg>
        <pc:spChg chg="add mod">
          <ac:chgData name="Josué Silva de Morais" userId="f406c2cd-edfc-4057-be10-75858098c663" providerId="ADAL" clId="{A1824FC7-00A9-4708-B7FB-71BF84356830}" dt="2026-05-11T11:28:36.136" v="4385"/>
          <ac:spMkLst>
            <pc:docMk/>
            <pc:sldMk cId="1033969479" sldId="379"/>
            <ac:spMk id="9" creationId="{CA4A88B9-D746-4FF0-AC0A-190F77E26F31}"/>
          </ac:spMkLst>
        </pc:spChg>
        <pc:spChg chg="add mod">
          <ac:chgData name="Josué Silva de Morais" userId="f406c2cd-edfc-4057-be10-75858098c663" providerId="ADAL" clId="{A1824FC7-00A9-4708-B7FB-71BF84356830}" dt="2026-05-11T11:28:36.142" v="4389"/>
          <ac:spMkLst>
            <pc:docMk/>
            <pc:sldMk cId="1033969479" sldId="379"/>
            <ac:spMk id="10" creationId="{BDD5FC7B-2402-4F3B-B4B4-47287271C062}"/>
          </ac:spMkLst>
        </pc:spChg>
        <pc:spChg chg="add mod">
          <ac:chgData name="Josué Silva de Morais" userId="f406c2cd-edfc-4057-be10-75858098c663" providerId="ADAL" clId="{A1824FC7-00A9-4708-B7FB-71BF84356830}" dt="2026-05-11T11:28:36.149" v="4398"/>
          <ac:spMkLst>
            <pc:docMk/>
            <pc:sldMk cId="1033969479" sldId="379"/>
            <ac:spMk id="11" creationId="{54C7D850-63B7-40C7-BB1C-B064E26CFA4D}"/>
          </ac:spMkLst>
        </pc:spChg>
        <pc:spChg chg="add mod">
          <ac:chgData name="Josué Silva de Morais" userId="f406c2cd-edfc-4057-be10-75858098c663" providerId="ADAL" clId="{A1824FC7-00A9-4708-B7FB-71BF84356830}" dt="2026-05-11T11:28:36.155" v="4403"/>
          <ac:spMkLst>
            <pc:docMk/>
            <pc:sldMk cId="1033969479" sldId="379"/>
            <ac:spMk id="12" creationId="{A1784CE2-3380-4E93-8A61-DFF822D6A90B}"/>
          </ac:spMkLst>
        </pc:spChg>
        <pc:spChg chg="add mod">
          <ac:chgData name="Josué Silva de Morais" userId="f406c2cd-edfc-4057-be10-75858098c663" providerId="ADAL" clId="{A1824FC7-00A9-4708-B7FB-71BF84356830}" dt="2026-05-11T11:28:36.158" v="4407"/>
          <ac:spMkLst>
            <pc:docMk/>
            <pc:sldMk cId="1033969479" sldId="379"/>
            <ac:spMk id="13" creationId="{BBF1CE55-E0E3-47D4-90E5-ABC0CF105E45}"/>
          </ac:spMkLst>
        </pc:spChg>
        <pc:spChg chg="add mod">
          <ac:chgData name="Josué Silva de Morais" userId="f406c2cd-edfc-4057-be10-75858098c663" providerId="ADAL" clId="{A1824FC7-00A9-4708-B7FB-71BF84356830}" dt="2026-05-11T11:28:36.164" v="4416"/>
          <ac:spMkLst>
            <pc:docMk/>
            <pc:sldMk cId="1033969479" sldId="379"/>
            <ac:spMk id="14" creationId="{D5BD2477-609A-4A81-A064-43315FD2F57D}"/>
          </ac:spMkLst>
        </pc:spChg>
        <pc:spChg chg="add mod">
          <ac:chgData name="Josué Silva de Morais" userId="f406c2cd-edfc-4057-be10-75858098c663" providerId="ADAL" clId="{A1824FC7-00A9-4708-B7FB-71BF84356830}" dt="2026-05-11T11:28:36.168" v="4421"/>
          <ac:spMkLst>
            <pc:docMk/>
            <pc:sldMk cId="1033969479" sldId="379"/>
            <ac:spMk id="15" creationId="{A7996076-323B-473F-8B6E-85280D9DC7BF}"/>
          </ac:spMkLst>
        </pc:spChg>
        <pc:spChg chg="add mod">
          <ac:chgData name="Josué Silva de Morais" userId="f406c2cd-edfc-4057-be10-75858098c663" providerId="ADAL" clId="{A1824FC7-00A9-4708-B7FB-71BF84356830}" dt="2026-05-11T11:28:36.174" v="4425"/>
          <ac:spMkLst>
            <pc:docMk/>
            <pc:sldMk cId="1033969479" sldId="379"/>
            <ac:spMk id="16" creationId="{0BA204D5-B60A-43CE-BBD1-30BD374C3B5D}"/>
          </ac:spMkLst>
        </pc:spChg>
        <pc:spChg chg="add mod">
          <ac:chgData name="Josué Silva de Morais" userId="f406c2cd-edfc-4057-be10-75858098c663" providerId="ADAL" clId="{A1824FC7-00A9-4708-B7FB-71BF84356830}" dt="2026-05-11T11:28:36.180" v="4434"/>
          <ac:spMkLst>
            <pc:docMk/>
            <pc:sldMk cId="1033969479" sldId="379"/>
            <ac:spMk id="17" creationId="{6A7DC7B7-0676-4BB7-AC4C-18FB9D38BDD6}"/>
          </ac:spMkLst>
        </pc:spChg>
        <pc:spChg chg="add mod">
          <ac:chgData name="Josué Silva de Morais" userId="f406c2cd-edfc-4057-be10-75858098c663" providerId="ADAL" clId="{A1824FC7-00A9-4708-B7FB-71BF84356830}" dt="2026-05-11T11:28:36.184" v="4439"/>
          <ac:spMkLst>
            <pc:docMk/>
            <pc:sldMk cId="1033969479" sldId="379"/>
            <ac:spMk id="18" creationId="{B4929122-B1D1-48BC-A587-D30CB272789D}"/>
          </ac:spMkLst>
        </pc:spChg>
        <pc:spChg chg="add mod">
          <ac:chgData name="Josué Silva de Morais" userId="f406c2cd-edfc-4057-be10-75858098c663" providerId="ADAL" clId="{A1824FC7-00A9-4708-B7FB-71BF84356830}" dt="2026-05-11T11:28:36.190" v="4443"/>
          <ac:spMkLst>
            <pc:docMk/>
            <pc:sldMk cId="1033969479" sldId="379"/>
            <ac:spMk id="19" creationId="{D5DBB7CE-531E-40FE-9092-0E76FA52E159}"/>
          </ac:spMkLst>
        </pc:spChg>
        <pc:spChg chg="add mod">
          <ac:chgData name="Josué Silva de Morais" userId="f406c2cd-edfc-4057-be10-75858098c663" providerId="ADAL" clId="{A1824FC7-00A9-4708-B7FB-71BF84356830}" dt="2026-05-11T11:28:36.196" v="4452"/>
          <ac:spMkLst>
            <pc:docMk/>
            <pc:sldMk cId="1033969479" sldId="379"/>
            <ac:spMk id="20" creationId="{DD816AEF-0B6E-47C4-B2B9-B0DB56B31865}"/>
          </ac:spMkLst>
        </pc:spChg>
        <pc:spChg chg="add mod">
          <ac:chgData name="Josué Silva de Morais" userId="f406c2cd-edfc-4057-be10-75858098c663" providerId="ADAL" clId="{A1824FC7-00A9-4708-B7FB-71BF84356830}" dt="2026-05-11T11:28:36.200" v="4457"/>
          <ac:spMkLst>
            <pc:docMk/>
            <pc:sldMk cId="1033969479" sldId="379"/>
            <ac:spMk id="21" creationId="{198661C3-A526-403C-A9C3-2713C39D0AF1}"/>
          </ac:spMkLst>
        </pc:spChg>
        <pc:spChg chg="add mod">
          <ac:chgData name="Josué Silva de Morais" userId="f406c2cd-edfc-4057-be10-75858098c663" providerId="ADAL" clId="{A1824FC7-00A9-4708-B7FB-71BF84356830}" dt="2026-05-11T11:28:36.206" v="4461"/>
          <ac:spMkLst>
            <pc:docMk/>
            <pc:sldMk cId="1033969479" sldId="379"/>
            <ac:spMk id="22" creationId="{D209D511-B8C1-4B9A-8243-42A6A15AF6E7}"/>
          </ac:spMkLst>
        </pc:spChg>
        <pc:spChg chg="add mod">
          <ac:chgData name="Josué Silva de Morais" userId="f406c2cd-edfc-4057-be10-75858098c663" providerId="ADAL" clId="{A1824FC7-00A9-4708-B7FB-71BF84356830}" dt="2026-05-11T11:28:36.213" v="4467"/>
          <ac:spMkLst>
            <pc:docMk/>
            <pc:sldMk cId="1033969479" sldId="379"/>
            <ac:spMk id="23" creationId="{648299F9-9B42-4F1A-8EF6-8171D2C82132}"/>
          </ac:spMkLst>
        </pc:spChg>
        <pc:spChg chg="add mod">
          <ac:chgData name="Josué Silva de Morais" userId="f406c2cd-edfc-4057-be10-75858098c663" providerId="ADAL" clId="{A1824FC7-00A9-4708-B7FB-71BF84356830}" dt="2026-05-11T11:28:36.217" v="4472"/>
          <ac:spMkLst>
            <pc:docMk/>
            <pc:sldMk cId="1033969479" sldId="379"/>
            <ac:spMk id="24" creationId="{7F6ABD1C-72C6-42A2-B7D9-0BFC14E7D747}"/>
          </ac:spMkLst>
        </pc:spChg>
        <pc:spChg chg="add mod">
          <ac:chgData name="Josué Silva de Morais" userId="f406c2cd-edfc-4057-be10-75858098c663" providerId="ADAL" clId="{A1824FC7-00A9-4708-B7FB-71BF84356830}" dt="2026-05-11T11:28:36.223" v="4476"/>
          <ac:spMkLst>
            <pc:docMk/>
            <pc:sldMk cId="1033969479" sldId="379"/>
            <ac:spMk id="25" creationId="{6BF54CB8-1592-42A2-BF53-D476385307E1}"/>
          </ac:spMkLst>
        </pc:spChg>
        <pc:spChg chg="add mod">
          <ac:chgData name="Josué Silva de Morais" userId="f406c2cd-edfc-4057-be10-75858098c663" providerId="ADAL" clId="{A1824FC7-00A9-4708-B7FB-71BF84356830}" dt="2026-05-11T11:28:36.230" v="4485"/>
          <ac:spMkLst>
            <pc:docMk/>
            <pc:sldMk cId="1033969479" sldId="379"/>
            <ac:spMk id="26" creationId="{E16951F0-E03D-4AB9-91C1-EE6CAE27333A}"/>
          </ac:spMkLst>
        </pc:spChg>
        <pc:spChg chg="add mod">
          <ac:chgData name="Josué Silva de Morais" userId="f406c2cd-edfc-4057-be10-75858098c663" providerId="ADAL" clId="{A1824FC7-00A9-4708-B7FB-71BF84356830}" dt="2026-05-11T11:28:36.235" v="4490"/>
          <ac:spMkLst>
            <pc:docMk/>
            <pc:sldMk cId="1033969479" sldId="379"/>
            <ac:spMk id="27" creationId="{D4B75884-0EA2-48A9-AF61-EE4834A1F871}"/>
          </ac:spMkLst>
        </pc:spChg>
        <pc:spChg chg="add mod">
          <ac:chgData name="Josué Silva de Morais" userId="f406c2cd-edfc-4057-be10-75858098c663" providerId="ADAL" clId="{A1824FC7-00A9-4708-B7FB-71BF84356830}" dt="2026-05-11T11:28:36.241" v="4494"/>
          <ac:spMkLst>
            <pc:docMk/>
            <pc:sldMk cId="1033969479" sldId="379"/>
            <ac:spMk id="28" creationId="{824B203A-B81C-4BA4-BC5A-784E7C08A3D6}"/>
          </ac:spMkLst>
        </pc:spChg>
        <pc:spChg chg="add mod">
          <ac:chgData name="Josué Silva de Morais" userId="f406c2cd-edfc-4057-be10-75858098c663" providerId="ADAL" clId="{A1824FC7-00A9-4708-B7FB-71BF84356830}" dt="2026-05-11T11:28:36.247" v="4503"/>
          <ac:spMkLst>
            <pc:docMk/>
            <pc:sldMk cId="1033969479" sldId="379"/>
            <ac:spMk id="29" creationId="{F248AA85-51D2-47B6-88F2-E3856BF1FB1D}"/>
          </ac:spMkLst>
        </pc:spChg>
        <pc:spChg chg="add mod">
          <ac:chgData name="Josué Silva de Morais" userId="f406c2cd-edfc-4057-be10-75858098c663" providerId="ADAL" clId="{A1824FC7-00A9-4708-B7FB-71BF84356830}" dt="2026-05-11T11:28:36.252" v="4508"/>
          <ac:spMkLst>
            <pc:docMk/>
            <pc:sldMk cId="1033969479" sldId="379"/>
            <ac:spMk id="30" creationId="{E6B9F732-89BC-429B-B544-EC29F552D370}"/>
          </ac:spMkLst>
        </pc:spChg>
        <pc:spChg chg="add mod">
          <ac:chgData name="Josué Silva de Morais" userId="f406c2cd-edfc-4057-be10-75858098c663" providerId="ADAL" clId="{A1824FC7-00A9-4708-B7FB-71BF84356830}" dt="2026-05-11T11:28:36.257" v="4512"/>
          <ac:spMkLst>
            <pc:docMk/>
            <pc:sldMk cId="1033969479" sldId="379"/>
            <ac:spMk id="31" creationId="{520295FA-9FF0-433A-B7E2-7DA950E2F621}"/>
          </ac:spMkLst>
        </pc:spChg>
        <pc:spChg chg="add mod">
          <ac:chgData name="Josué Silva de Morais" userId="f406c2cd-edfc-4057-be10-75858098c663" providerId="ADAL" clId="{A1824FC7-00A9-4708-B7FB-71BF84356830}" dt="2026-05-11T11:28:36.263" v="4521"/>
          <ac:spMkLst>
            <pc:docMk/>
            <pc:sldMk cId="1033969479" sldId="379"/>
            <ac:spMk id="32" creationId="{F34D1A5A-B2F4-4879-9DA3-1279A5B1ABDC}"/>
          </ac:spMkLst>
        </pc:spChg>
        <pc:spChg chg="add mod">
          <ac:chgData name="Josué Silva de Morais" userId="f406c2cd-edfc-4057-be10-75858098c663" providerId="ADAL" clId="{A1824FC7-00A9-4708-B7FB-71BF84356830}" dt="2026-05-11T11:28:36.268" v="4526"/>
          <ac:spMkLst>
            <pc:docMk/>
            <pc:sldMk cId="1033969479" sldId="379"/>
            <ac:spMk id="33" creationId="{193B8A7A-C817-48A7-9C9B-0AF53D32242D}"/>
          </ac:spMkLst>
        </pc:spChg>
        <pc:spChg chg="add mod">
          <ac:chgData name="Josué Silva de Morais" userId="f406c2cd-edfc-4057-be10-75858098c663" providerId="ADAL" clId="{A1824FC7-00A9-4708-B7FB-71BF84356830}" dt="2026-05-11T11:28:36.273" v="4530"/>
          <ac:spMkLst>
            <pc:docMk/>
            <pc:sldMk cId="1033969479" sldId="379"/>
            <ac:spMk id="34" creationId="{E6B14B58-E5EA-470B-9E1A-ED50554257AC}"/>
          </ac:spMkLst>
        </pc:spChg>
        <pc:spChg chg="add mod">
          <ac:chgData name="Josué Silva de Morais" userId="f406c2cd-edfc-4057-be10-75858098c663" providerId="ADAL" clId="{A1824FC7-00A9-4708-B7FB-71BF84356830}" dt="2026-05-11T11:28:36.281" v="4539"/>
          <ac:spMkLst>
            <pc:docMk/>
            <pc:sldMk cId="1033969479" sldId="379"/>
            <ac:spMk id="35" creationId="{39193C34-A424-456E-A395-D16E125C44D4}"/>
          </ac:spMkLst>
        </pc:spChg>
        <pc:spChg chg="add mod">
          <ac:chgData name="Josué Silva de Morais" userId="f406c2cd-edfc-4057-be10-75858098c663" providerId="ADAL" clId="{A1824FC7-00A9-4708-B7FB-71BF84356830}" dt="2026-05-11T11:28:36.285" v="4544"/>
          <ac:spMkLst>
            <pc:docMk/>
            <pc:sldMk cId="1033969479" sldId="379"/>
            <ac:spMk id="36" creationId="{1294FBF0-FAE4-41D5-B5DC-1C166361B59B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8:36.351" v="4568"/>
        <pc:sldMkLst>
          <pc:docMk/>
          <pc:sldMk cId="2701605096" sldId="380"/>
        </pc:sldMkLst>
        <pc:spChg chg="add mod">
          <ac:chgData name="Josué Silva de Morais" userId="f406c2cd-edfc-4057-be10-75858098c663" providerId="ADAL" clId="{A1824FC7-00A9-4708-B7FB-71BF84356830}" dt="2026-05-11T11:28:36.330" v="4548"/>
          <ac:spMkLst>
            <pc:docMk/>
            <pc:sldMk cId="2701605096" sldId="380"/>
            <ac:spMk id="2" creationId="{00C57522-A53A-42D9-AEC0-7CD039B484B1}"/>
          </ac:spMkLst>
        </pc:spChg>
        <pc:spChg chg="add mod">
          <ac:chgData name="Josué Silva de Morais" userId="f406c2cd-edfc-4057-be10-75858098c663" providerId="ADAL" clId="{A1824FC7-00A9-4708-B7FB-71BF84356830}" dt="2026-05-11T11:28:36.331" v="4551"/>
          <ac:spMkLst>
            <pc:docMk/>
            <pc:sldMk cId="2701605096" sldId="380"/>
            <ac:spMk id="3" creationId="{E7704EA9-9AB2-4D4B-839B-E443651427F6}"/>
          </ac:spMkLst>
        </pc:spChg>
        <pc:spChg chg="add mod">
          <ac:chgData name="Josué Silva de Morais" userId="f406c2cd-edfc-4057-be10-75858098c663" providerId="ADAL" clId="{A1824FC7-00A9-4708-B7FB-71BF84356830}" dt="2026-05-11T11:28:36.338" v="4557"/>
          <ac:spMkLst>
            <pc:docMk/>
            <pc:sldMk cId="2701605096" sldId="380"/>
            <ac:spMk id="4" creationId="{876EF6E1-2D27-4C1B-A23E-6579AFB45D90}"/>
          </ac:spMkLst>
        </pc:spChg>
        <pc:spChg chg="add mod">
          <ac:chgData name="Josué Silva de Morais" userId="f406c2cd-edfc-4057-be10-75858098c663" providerId="ADAL" clId="{A1824FC7-00A9-4708-B7FB-71BF84356830}" dt="2026-05-11T11:28:36.346" v="4563"/>
          <ac:spMkLst>
            <pc:docMk/>
            <pc:sldMk cId="2701605096" sldId="380"/>
            <ac:spMk id="5" creationId="{42A73624-4106-44F1-8FE7-D93082B2B8A8}"/>
          </ac:spMkLst>
        </pc:spChg>
        <pc:spChg chg="add mod">
          <ac:chgData name="Josué Silva de Morais" userId="f406c2cd-edfc-4057-be10-75858098c663" providerId="ADAL" clId="{A1824FC7-00A9-4708-B7FB-71BF84356830}" dt="2026-05-11T11:28:36.351" v="4568"/>
          <ac:spMkLst>
            <pc:docMk/>
            <pc:sldMk cId="2701605096" sldId="380"/>
            <ac:spMk id="6" creationId="{D495BA0C-02EB-42F6-994D-65CC84E2B02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9:30.455" v="4781"/>
        <pc:sldMkLst>
          <pc:docMk/>
          <pc:sldMk cId="3395508354" sldId="381"/>
        </pc:sldMkLst>
        <pc:spChg chg="add mod">
          <ac:chgData name="Josué Silva de Morais" userId="f406c2cd-edfc-4057-be10-75858098c663" providerId="ADAL" clId="{A1824FC7-00A9-4708-B7FB-71BF84356830}" dt="2026-05-11T11:29:30.244" v="4572"/>
          <ac:spMkLst>
            <pc:docMk/>
            <pc:sldMk cId="3395508354" sldId="381"/>
            <ac:spMk id="2" creationId="{9838FF91-0098-4490-B98D-F2C2F6F8D1CD}"/>
          </ac:spMkLst>
        </pc:spChg>
        <pc:spChg chg="add mod">
          <ac:chgData name="Josué Silva de Morais" userId="f406c2cd-edfc-4057-be10-75858098c663" providerId="ADAL" clId="{A1824FC7-00A9-4708-B7FB-71BF84356830}" dt="2026-05-11T11:29:30.254" v="4578"/>
          <ac:spMkLst>
            <pc:docMk/>
            <pc:sldMk cId="3395508354" sldId="381"/>
            <ac:spMk id="3" creationId="{938898BC-1028-4711-AD47-60FC6830F720}"/>
          </ac:spMkLst>
        </pc:spChg>
        <pc:spChg chg="add mod">
          <ac:chgData name="Josué Silva de Morais" userId="f406c2cd-edfc-4057-be10-75858098c663" providerId="ADAL" clId="{A1824FC7-00A9-4708-B7FB-71BF84356830}" dt="2026-05-11T11:29:30.259" v="4584"/>
          <ac:spMkLst>
            <pc:docMk/>
            <pc:sldMk cId="3395508354" sldId="381"/>
            <ac:spMk id="4" creationId="{14994EF2-61A9-4B91-BB16-BD1D8C01B2B9}"/>
          </ac:spMkLst>
        </pc:spChg>
        <pc:spChg chg="add mod">
          <ac:chgData name="Josué Silva de Morais" userId="f406c2cd-edfc-4057-be10-75858098c663" providerId="ADAL" clId="{A1824FC7-00A9-4708-B7FB-71BF84356830}" dt="2026-05-11T11:29:30.261" v="4587"/>
          <ac:spMkLst>
            <pc:docMk/>
            <pc:sldMk cId="3395508354" sldId="381"/>
            <ac:spMk id="5" creationId="{91F27A11-4255-4D5C-BF5A-ED421539AEEA}"/>
          </ac:spMkLst>
        </pc:spChg>
        <pc:spChg chg="add mod">
          <ac:chgData name="Josué Silva de Morais" userId="f406c2cd-edfc-4057-be10-75858098c663" providerId="ADAL" clId="{A1824FC7-00A9-4708-B7FB-71BF84356830}" dt="2026-05-11T11:29:30.270" v="4592"/>
          <ac:spMkLst>
            <pc:docMk/>
            <pc:sldMk cId="3395508354" sldId="381"/>
            <ac:spMk id="6" creationId="{E0CE4BD1-95C3-4186-A1D8-33E6B5DE3F00}"/>
          </ac:spMkLst>
        </pc:spChg>
        <pc:spChg chg="add mod">
          <ac:chgData name="Josué Silva de Morais" userId="f406c2cd-edfc-4057-be10-75858098c663" providerId="ADAL" clId="{A1824FC7-00A9-4708-B7FB-71BF84356830}" dt="2026-05-11T11:29:30.273" v="4596"/>
          <ac:spMkLst>
            <pc:docMk/>
            <pc:sldMk cId="3395508354" sldId="381"/>
            <ac:spMk id="7" creationId="{25D29751-5CCD-465F-A23F-6E491ECF448E}"/>
          </ac:spMkLst>
        </pc:spChg>
        <pc:spChg chg="add mod">
          <ac:chgData name="Josué Silva de Morais" userId="f406c2cd-edfc-4057-be10-75858098c663" providerId="ADAL" clId="{A1824FC7-00A9-4708-B7FB-71BF84356830}" dt="2026-05-11T11:29:30.278" v="4602"/>
          <ac:spMkLst>
            <pc:docMk/>
            <pc:sldMk cId="3395508354" sldId="381"/>
            <ac:spMk id="8" creationId="{D39FE776-3B39-4C30-9FE1-FFE5A4D876F7}"/>
          </ac:spMkLst>
        </pc:spChg>
        <pc:spChg chg="add mod">
          <ac:chgData name="Josué Silva de Morais" userId="f406c2cd-edfc-4057-be10-75858098c663" providerId="ADAL" clId="{A1824FC7-00A9-4708-B7FB-71BF84356830}" dt="2026-05-11T11:29:30.286" v="4607"/>
          <ac:spMkLst>
            <pc:docMk/>
            <pc:sldMk cId="3395508354" sldId="381"/>
            <ac:spMk id="9" creationId="{2D5B721A-4607-4265-9F3C-574CE11E8A8C}"/>
          </ac:spMkLst>
        </pc:spChg>
        <pc:spChg chg="add mod">
          <ac:chgData name="Josué Silva de Morais" userId="f406c2cd-edfc-4057-be10-75858098c663" providerId="ADAL" clId="{A1824FC7-00A9-4708-B7FB-71BF84356830}" dt="2026-05-11T11:29:30.292" v="4616"/>
          <ac:spMkLst>
            <pc:docMk/>
            <pc:sldMk cId="3395508354" sldId="381"/>
            <ac:spMk id="10" creationId="{628BB059-7F8B-4892-8F28-A4028AD23008}"/>
          </ac:spMkLst>
        </pc:spChg>
        <pc:spChg chg="add mod">
          <ac:chgData name="Josué Silva de Morais" userId="f406c2cd-edfc-4057-be10-75858098c663" providerId="ADAL" clId="{A1824FC7-00A9-4708-B7FB-71BF84356830}" dt="2026-05-11T11:29:30.295" v="4619"/>
          <ac:spMkLst>
            <pc:docMk/>
            <pc:sldMk cId="3395508354" sldId="381"/>
            <ac:spMk id="11" creationId="{B3385EC9-86F3-465E-B012-40447B6D122C}"/>
          </ac:spMkLst>
        </pc:spChg>
        <pc:spChg chg="add mod">
          <ac:chgData name="Josué Silva de Morais" userId="f406c2cd-edfc-4057-be10-75858098c663" providerId="ADAL" clId="{A1824FC7-00A9-4708-B7FB-71BF84356830}" dt="2026-05-11T11:29:30.302" v="4623"/>
          <ac:spMkLst>
            <pc:docMk/>
            <pc:sldMk cId="3395508354" sldId="381"/>
            <ac:spMk id="12" creationId="{E69D7732-763F-46A3-9233-E5AA325CE19D}"/>
          </ac:spMkLst>
        </pc:spChg>
        <pc:spChg chg="add mod">
          <ac:chgData name="Josué Silva de Morais" userId="f406c2cd-edfc-4057-be10-75858098c663" providerId="ADAL" clId="{A1824FC7-00A9-4708-B7FB-71BF84356830}" dt="2026-05-11T11:29:30.306" v="4629"/>
          <ac:spMkLst>
            <pc:docMk/>
            <pc:sldMk cId="3395508354" sldId="381"/>
            <ac:spMk id="13" creationId="{38459F91-CDED-4B38-BDEB-AB2ED9517BF1}"/>
          </ac:spMkLst>
        </pc:spChg>
        <pc:spChg chg="add mod">
          <ac:chgData name="Josué Silva de Morais" userId="f406c2cd-edfc-4057-be10-75858098c663" providerId="ADAL" clId="{A1824FC7-00A9-4708-B7FB-71BF84356830}" dt="2026-05-11T11:29:30.311" v="4634"/>
          <ac:spMkLst>
            <pc:docMk/>
            <pc:sldMk cId="3395508354" sldId="381"/>
            <ac:spMk id="14" creationId="{32E62EF2-D39A-4CAC-B840-6EDFCD04908C}"/>
          </ac:spMkLst>
        </pc:spChg>
        <pc:spChg chg="add mod">
          <ac:chgData name="Josué Silva de Morais" userId="f406c2cd-edfc-4057-be10-75858098c663" providerId="ADAL" clId="{A1824FC7-00A9-4708-B7FB-71BF84356830}" dt="2026-05-11T11:29:30.320" v="4643"/>
          <ac:spMkLst>
            <pc:docMk/>
            <pc:sldMk cId="3395508354" sldId="381"/>
            <ac:spMk id="15" creationId="{D5BF5131-659B-4CC3-8F85-93EC7F0BB0D0}"/>
          </ac:spMkLst>
        </pc:spChg>
        <pc:spChg chg="add mod">
          <ac:chgData name="Josué Silva de Morais" userId="f406c2cd-edfc-4057-be10-75858098c663" providerId="ADAL" clId="{A1824FC7-00A9-4708-B7FB-71BF84356830}" dt="2026-05-11T11:29:30.322" v="4646"/>
          <ac:spMkLst>
            <pc:docMk/>
            <pc:sldMk cId="3395508354" sldId="381"/>
            <ac:spMk id="16" creationId="{58B57D9B-AC3D-469F-99AA-9A7EF4A96733}"/>
          </ac:spMkLst>
        </pc:spChg>
        <pc:spChg chg="add mod">
          <ac:chgData name="Josué Silva de Morais" userId="f406c2cd-edfc-4057-be10-75858098c663" providerId="ADAL" clId="{A1824FC7-00A9-4708-B7FB-71BF84356830}" dt="2026-05-11T11:29:30.325" v="4650"/>
          <ac:spMkLst>
            <pc:docMk/>
            <pc:sldMk cId="3395508354" sldId="381"/>
            <ac:spMk id="17" creationId="{48D9AC3A-A72A-497E-8C14-4CD29D5B05A2}"/>
          </ac:spMkLst>
        </pc:spChg>
        <pc:spChg chg="add mod">
          <ac:chgData name="Josué Silva de Morais" userId="f406c2cd-edfc-4057-be10-75858098c663" providerId="ADAL" clId="{A1824FC7-00A9-4708-B7FB-71BF84356830}" dt="2026-05-11T11:29:30.334" v="4656"/>
          <ac:spMkLst>
            <pc:docMk/>
            <pc:sldMk cId="3395508354" sldId="381"/>
            <ac:spMk id="18" creationId="{05A05BE9-50FB-4455-A195-FD48BEFA71DF}"/>
          </ac:spMkLst>
        </pc:spChg>
        <pc:spChg chg="add mod">
          <ac:chgData name="Josué Silva de Morais" userId="f406c2cd-edfc-4057-be10-75858098c663" providerId="ADAL" clId="{A1824FC7-00A9-4708-B7FB-71BF84356830}" dt="2026-05-11T11:29:30.338" v="4661"/>
          <ac:spMkLst>
            <pc:docMk/>
            <pc:sldMk cId="3395508354" sldId="381"/>
            <ac:spMk id="19" creationId="{BC7B7CC7-A5E5-4374-B10A-224368F2A6EF}"/>
          </ac:spMkLst>
        </pc:spChg>
        <pc:spChg chg="add mod">
          <ac:chgData name="Josué Silva de Morais" userId="f406c2cd-edfc-4057-be10-75858098c663" providerId="ADAL" clId="{A1824FC7-00A9-4708-B7FB-71BF84356830}" dt="2026-05-11T11:29:30.344" v="4670"/>
          <ac:spMkLst>
            <pc:docMk/>
            <pc:sldMk cId="3395508354" sldId="381"/>
            <ac:spMk id="20" creationId="{52DBDDE1-A73A-46C9-8C05-A3C8E91685E3}"/>
          </ac:spMkLst>
        </pc:spChg>
        <pc:spChg chg="add mod">
          <ac:chgData name="Josué Silva de Morais" userId="f406c2cd-edfc-4057-be10-75858098c663" providerId="ADAL" clId="{A1824FC7-00A9-4708-B7FB-71BF84356830}" dt="2026-05-11T11:29:30.349" v="4673"/>
          <ac:spMkLst>
            <pc:docMk/>
            <pc:sldMk cId="3395508354" sldId="381"/>
            <ac:spMk id="21" creationId="{75E8542E-D879-44A4-AEDE-FD607472A65B}"/>
          </ac:spMkLst>
        </pc:spChg>
        <pc:spChg chg="add mod">
          <ac:chgData name="Josué Silva de Morais" userId="f406c2cd-edfc-4057-be10-75858098c663" providerId="ADAL" clId="{A1824FC7-00A9-4708-B7FB-71BF84356830}" dt="2026-05-11T11:29:30.352" v="4677"/>
          <ac:spMkLst>
            <pc:docMk/>
            <pc:sldMk cId="3395508354" sldId="381"/>
            <ac:spMk id="22" creationId="{6211DD83-2D43-4DE9-AEDF-D0F333189694}"/>
          </ac:spMkLst>
        </pc:spChg>
        <pc:spChg chg="add mod">
          <ac:chgData name="Josué Silva de Morais" userId="f406c2cd-edfc-4057-be10-75858098c663" providerId="ADAL" clId="{A1824FC7-00A9-4708-B7FB-71BF84356830}" dt="2026-05-11T11:29:30.357" v="4683"/>
          <ac:spMkLst>
            <pc:docMk/>
            <pc:sldMk cId="3395508354" sldId="381"/>
            <ac:spMk id="23" creationId="{B542C0DF-6996-4E7F-9677-CB501CE50DE8}"/>
          </ac:spMkLst>
        </pc:spChg>
        <pc:spChg chg="add mod">
          <ac:chgData name="Josué Silva de Morais" userId="f406c2cd-edfc-4057-be10-75858098c663" providerId="ADAL" clId="{A1824FC7-00A9-4708-B7FB-71BF84356830}" dt="2026-05-11T11:29:30.361" v="4688"/>
          <ac:spMkLst>
            <pc:docMk/>
            <pc:sldMk cId="3395508354" sldId="381"/>
            <ac:spMk id="24" creationId="{928C5383-525D-445F-A455-48F1A2E8D5C4}"/>
          </ac:spMkLst>
        </pc:spChg>
        <pc:spChg chg="add mod">
          <ac:chgData name="Josué Silva de Morais" userId="f406c2cd-edfc-4057-be10-75858098c663" providerId="ADAL" clId="{A1824FC7-00A9-4708-B7FB-71BF84356830}" dt="2026-05-11T11:29:30.372" v="4697"/>
          <ac:spMkLst>
            <pc:docMk/>
            <pc:sldMk cId="3395508354" sldId="381"/>
            <ac:spMk id="25" creationId="{077A17B4-0391-4E4F-B7CD-BD8900A245E6}"/>
          </ac:spMkLst>
        </pc:spChg>
        <pc:spChg chg="add mod">
          <ac:chgData name="Josué Silva de Morais" userId="f406c2cd-edfc-4057-be10-75858098c663" providerId="ADAL" clId="{A1824FC7-00A9-4708-B7FB-71BF84356830}" dt="2026-05-11T11:29:30.374" v="4700"/>
          <ac:spMkLst>
            <pc:docMk/>
            <pc:sldMk cId="3395508354" sldId="381"/>
            <ac:spMk id="26" creationId="{5CFE234D-C1B7-419E-A7FE-204804193D64}"/>
          </ac:spMkLst>
        </pc:spChg>
        <pc:spChg chg="add mod">
          <ac:chgData name="Josué Silva de Morais" userId="f406c2cd-edfc-4057-be10-75858098c663" providerId="ADAL" clId="{A1824FC7-00A9-4708-B7FB-71BF84356830}" dt="2026-05-11T11:29:30.377" v="4704"/>
          <ac:spMkLst>
            <pc:docMk/>
            <pc:sldMk cId="3395508354" sldId="381"/>
            <ac:spMk id="27" creationId="{60CA0C69-65CB-4220-96A7-0E959081DFF9}"/>
          </ac:spMkLst>
        </pc:spChg>
        <pc:spChg chg="add mod">
          <ac:chgData name="Josué Silva de Morais" userId="f406c2cd-edfc-4057-be10-75858098c663" providerId="ADAL" clId="{A1824FC7-00A9-4708-B7FB-71BF84356830}" dt="2026-05-11T11:29:30.384" v="4710"/>
          <ac:spMkLst>
            <pc:docMk/>
            <pc:sldMk cId="3395508354" sldId="381"/>
            <ac:spMk id="28" creationId="{C9BE4791-86B8-40EF-BF20-E915DAE9A34E}"/>
          </ac:spMkLst>
        </pc:spChg>
        <pc:spChg chg="add mod">
          <ac:chgData name="Josué Silva de Morais" userId="f406c2cd-edfc-4057-be10-75858098c663" providerId="ADAL" clId="{A1824FC7-00A9-4708-B7FB-71BF84356830}" dt="2026-05-11T11:29:30.389" v="4715"/>
          <ac:spMkLst>
            <pc:docMk/>
            <pc:sldMk cId="3395508354" sldId="381"/>
            <ac:spMk id="29" creationId="{E9BD5066-6183-4C0C-8770-FEB8C1780AB6}"/>
          </ac:spMkLst>
        </pc:spChg>
        <pc:spChg chg="add mod">
          <ac:chgData name="Josué Silva de Morais" userId="f406c2cd-edfc-4057-be10-75858098c663" providerId="ADAL" clId="{A1824FC7-00A9-4708-B7FB-71BF84356830}" dt="2026-05-11T11:29:30.395" v="4724"/>
          <ac:spMkLst>
            <pc:docMk/>
            <pc:sldMk cId="3395508354" sldId="381"/>
            <ac:spMk id="30" creationId="{72CBB61A-9CCB-4217-9578-C9B4FACA55AA}"/>
          </ac:spMkLst>
        </pc:spChg>
        <pc:spChg chg="add mod">
          <ac:chgData name="Josué Silva de Morais" userId="f406c2cd-edfc-4057-be10-75858098c663" providerId="ADAL" clId="{A1824FC7-00A9-4708-B7FB-71BF84356830}" dt="2026-05-11T11:29:30.400" v="4727"/>
          <ac:spMkLst>
            <pc:docMk/>
            <pc:sldMk cId="3395508354" sldId="381"/>
            <ac:spMk id="31" creationId="{E6F4DE24-3A85-4CAD-91A1-03DFF00C1E14}"/>
          </ac:spMkLst>
        </pc:spChg>
        <pc:spChg chg="add mod">
          <ac:chgData name="Josué Silva de Morais" userId="f406c2cd-edfc-4057-be10-75858098c663" providerId="ADAL" clId="{A1824FC7-00A9-4708-B7FB-71BF84356830}" dt="2026-05-11T11:29:30.406" v="4731"/>
          <ac:spMkLst>
            <pc:docMk/>
            <pc:sldMk cId="3395508354" sldId="381"/>
            <ac:spMk id="32" creationId="{C3A8F802-0F53-453C-998A-FBCA51125D3C}"/>
          </ac:spMkLst>
        </pc:spChg>
        <pc:spChg chg="add mod">
          <ac:chgData name="Josué Silva de Morais" userId="f406c2cd-edfc-4057-be10-75858098c663" providerId="ADAL" clId="{A1824FC7-00A9-4708-B7FB-71BF84356830}" dt="2026-05-11T11:29:30.411" v="4737"/>
          <ac:spMkLst>
            <pc:docMk/>
            <pc:sldMk cId="3395508354" sldId="381"/>
            <ac:spMk id="33" creationId="{3E1454A3-4B40-4FF9-B6F6-D8E9FB7AD5D6}"/>
          </ac:spMkLst>
        </pc:spChg>
        <pc:spChg chg="add mod">
          <ac:chgData name="Josué Silva de Morais" userId="f406c2cd-edfc-4057-be10-75858098c663" providerId="ADAL" clId="{A1824FC7-00A9-4708-B7FB-71BF84356830}" dt="2026-05-11T11:29:30.418" v="4742"/>
          <ac:spMkLst>
            <pc:docMk/>
            <pc:sldMk cId="3395508354" sldId="381"/>
            <ac:spMk id="34" creationId="{73EF107F-EE26-4763-999B-53BA4C8940CB}"/>
          </ac:spMkLst>
        </pc:spChg>
        <pc:spChg chg="add mod">
          <ac:chgData name="Josué Silva de Morais" userId="f406c2cd-edfc-4057-be10-75858098c663" providerId="ADAL" clId="{A1824FC7-00A9-4708-B7FB-71BF84356830}" dt="2026-05-11T11:29:30.425" v="4751"/>
          <ac:spMkLst>
            <pc:docMk/>
            <pc:sldMk cId="3395508354" sldId="381"/>
            <ac:spMk id="35" creationId="{01DD963F-2658-442A-9AB0-6631780B14D3}"/>
          </ac:spMkLst>
        </pc:spChg>
        <pc:spChg chg="add mod">
          <ac:chgData name="Josué Silva de Morais" userId="f406c2cd-edfc-4057-be10-75858098c663" providerId="ADAL" clId="{A1824FC7-00A9-4708-B7FB-71BF84356830}" dt="2026-05-11T11:29:30.427" v="4755"/>
          <ac:spMkLst>
            <pc:docMk/>
            <pc:sldMk cId="3395508354" sldId="381"/>
            <ac:spMk id="36" creationId="{D01A8CCF-F9C9-46BA-8D19-27AEDB630C1B}"/>
          </ac:spMkLst>
        </pc:spChg>
        <pc:spChg chg="add mod">
          <ac:chgData name="Josué Silva de Morais" userId="f406c2cd-edfc-4057-be10-75858098c663" providerId="ADAL" clId="{A1824FC7-00A9-4708-B7FB-71BF84356830}" dt="2026-05-11T11:29:30.435" v="4761"/>
          <ac:spMkLst>
            <pc:docMk/>
            <pc:sldMk cId="3395508354" sldId="381"/>
            <ac:spMk id="37" creationId="{BCB18644-7798-4CF6-BCD0-71C311BD8185}"/>
          </ac:spMkLst>
        </pc:spChg>
        <pc:spChg chg="add mod">
          <ac:chgData name="Josué Silva de Morais" userId="f406c2cd-edfc-4057-be10-75858098c663" providerId="ADAL" clId="{A1824FC7-00A9-4708-B7FB-71BF84356830}" dt="2026-05-11T11:29:30.440" v="4766"/>
          <ac:spMkLst>
            <pc:docMk/>
            <pc:sldMk cId="3395508354" sldId="381"/>
            <ac:spMk id="38" creationId="{9B5FF32A-79C4-49C9-AFCF-5AB38D5D08AB}"/>
          </ac:spMkLst>
        </pc:spChg>
        <pc:spChg chg="add mod">
          <ac:chgData name="Josué Silva de Morais" userId="f406c2cd-edfc-4057-be10-75858098c663" providerId="ADAL" clId="{A1824FC7-00A9-4708-B7FB-71BF84356830}" dt="2026-05-11T11:29:30.445" v="4771"/>
          <ac:spMkLst>
            <pc:docMk/>
            <pc:sldMk cId="3395508354" sldId="381"/>
            <ac:spMk id="39" creationId="{B1560313-E091-45D2-BBB5-3D403758D07D}"/>
          </ac:spMkLst>
        </pc:spChg>
        <pc:spChg chg="add mod">
          <ac:chgData name="Josué Silva de Morais" userId="f406c2cd-edfc-4057-be10-75858098c663" providerId="ADAL" clId="{A1824FC7-00A9-4708-B7FB-71BF84356830}" dt="2026-05-11T11:29:30.450" v="4775"/>
          <ac:spMkLst>
            <pc:docMk/>
            <pc:sldMk cId="3395508354" sldId="381"/>
            <ac:spMk id="40" creationId="{C8738F10-F07D-4532-91A3-512F83252AA6}"/>
          </ac:spMkLst>
        </pc:spChg>
        <pc:spChg chg="add mod">
          <ac:chgData name="Josué Silva de Morais" userId="f406c2cd-edfc-4057-be10-75858098c663" providerId="ADAL" clId="{A1824FC7-00A9-4708-B7FB-71BF84356830}" dt="2026-05-11T11:29:30.455" v="4781"/>
          <ac:spMkLst>
            <pc:docMk/>
            <pc:sldMk cId="3395508354" sldId="381"/>
            <ac:spMk id="41" creationId="{9D3BB97C-D31F-4D12-9E4C-01AA5C2D5D7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9:30.511" v="4809"/>
        <pc:sldMkLst>
          <pc:docMk/>
          <pc:sldMk cId="1485122071" sldId="382"/>
        </pc:sldMkLst>
        <pc:spChg chg="add mod">
          <ac:chgData name="Josué Silva de Morais" userId="f406c2cd-edfc-4057-be10-75858098c663" providerId="ADAL" clId="{A1824FC7-00A9-4708-B7FB-71BF84356830}" dt="2026-05-11T11:29:30.478" v="4785"/>
          <ac:spMkLst>
            <pc:docMk/>
            <pc:sldMk cId="1485122071" sldId="382"/>
            <ac:spMk id="2" creationId="{54AA7610-1E1B-44A6-AE57-24E18743C937}"/>
          </ac:spMkLst>
        </pc:spChg>
        <pc:spChg chg="add mod">
          <ac:chgData name="Josué Silva de Morais" userId="f406c2cd-edfc-4057-be10-75858098c663" providerId="ADAL" clId="{A1824FC7-00A9-4708-B7FB-71BF84356830}" dt="2026-05-11T11:29:30.487" v="4791"/>
          <ac:spMkLst>
            <pc:docMk/>
            <pc:sldMk cId="1485122071" sldId="382"/>
            <ac:spMk id="3" creationId="{FD47450D-4139-45B2-8643-A3C5B2F9B71A}"/>
          </ac:spMkLst>
        </pc:spChg>
        <pc:spChg chg="add mod">
          <ac:chgData name="Josué Silva de Morais" userId="f406c2cd-edfc-4057-be10-75858098c663" providerId="ADAL" clId="{A1824FC7-00A9-4708-B7FB-71BF84356830}" dt="2026-05-11T11:29:30.492" v="4797"/>
          <ac:spMkLst>
            <pc:docMk/>
            <pc:sldMk cId="1485122071" sldId="382"/>
            <ac:spMk id="4" creationId="{F820854F-D0DA-43FF-B4B2-A8A6A1839579}"/>
          </ac:spMkLst>
        </pc:spChg>
        <pc:spChg chg="add mod">
          <ac:chgData name="Josué Silva de Morais" userId="f406c2cd-edfc-4057-be10-75858098c663" providerId="ADAL" clId="{A1824FC7-00A9-4708-B7FB-71BF84356830}" dt="2026-05-11T11:29:30.494" v="4800"/>
          <ac:spMkLst>
            <pc:docMk/>
            <pc:sldMk cId="1485122071" sldId="382"/>
            <ac:spMk id="5" creationId="{E8FB7035-D181-494F-B119-6C6F6ED1F9E7}"/>
          </ac:spMkLst>
        </pc:spChg>
        <pc:spChg chg="add mod">
          <ac:chgData name="Josué Silva de Morais" userId="f406c2cd-edfc-4057-be10-75858098c663" providerId="ADAL" clId="{A1824FC7-00A9-4708-B7FB-71BF84356830}" dt="2026-05-11T11:29:30.499" v="4803"/>
          <ac:spMkLst>
            <pc:docMk/>
            <pc:sldMk cId="1485122071" sldId="382"/>
            <ac:spMk id="6" creationId="{59958040-FD43-4145-BFC1-C2D436B331FB}"/>
          </ac:spMkLst>
        </pc:spChg>
        <pc:spChg chg="add mod">
          <ac:chgData name="Josué Silva de Morais" userId="f406c2cd-edfc-4057-be10-75858098c663" providerId="ADAL" clId="{A1824FC7-00A9-4708-B7FB-71BF84356830}" dt="2026-05-11T11:29:30.511" v="4809"/>
          <ac:spMkLst>
            <pc:docMk/>
            <pc:sldMk cId="1485122071" sldId="382"/>
            <ac:spMk id="7" creationId="{CF785FD4-7DF4-42F8-A117-34CBBCA9D332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29:30.571" v="4833"/>
        <pc:sldMkLst>
          <pc:docMk/>
          <pc:sldMk cId="2673901629" sldId="383"/>
        </pc:sldMkLst>
        <pc:spChg chg="add mod">
          <ac:chgData name="Josué Silva de Morais" userId="f406c2cd-edfc-4057-be10-75858098c663" providerId="ADAL" clId="{A1824FC7-00A9-4708-B7FB-71BF84356830}" dt="2026-05-11T11:29:30.552" v="4813"/>
          <ac:spMkLst>
            <pc:docMk/>
            <pc:sldMk cId="2673901629" sldId="383"/>
            <ac:spMk id="2" creationId="{D469636C-72FE-4185-938B-C670A79EAB04}"/>
          </ac:spMkLst>
        </pc:spChg>
        <pc:spChg chg="add mod">
          <ac:chgData name="Josué Silva de Morais" userId="f406c2cd-edfc-4057-be10-75858098c663" providerId="ADAL" clId="{A1824FC7-00A9-4708-B7FB-71BF84356830}" dt="2026-05-11T11:29:30.553" v="4816"/>
          <ac:spMkLst>
            <pc:docMk/>
            <pc:sldMk cId="2673901629" sldId="383"/>
            <ac:spMk id="3" creationId="{3DCAE23B-858D-4BFC-8ECC-7202D13FF59A}"/>
          </ac:spMkLst>
        </pc:spChg>
        <pc:spChg chg="add mod">
          <ac:chgData name="Josué Silva de Morais" userId="f406c2cd-edfc-4057-be10-75858098c663" providerId="ADAL" clId="{A1824FC7-00A9-4708-B7FB-71BF84356830}" dt="2026-05-11T11:29:30.558" v="4822"/>
          <ac:spMkLst>
            <pc:docMk/>
            <pc:sldMk cId="2673901629" sldId="383"/>
            <ac:spMk id="4" creationId="{7E4A0540-40A9-4D4F-999D-8D0497E888DB}"/>
          </ac:spMkLst>
        </pc:spChg>
        <pc:spChg chg="add mod">
          <ac:chgData name="Josué Silva de Morais" userId="f406c2cd-edfc-4057-be10-75858098c663" providerId="ADAL" clId="{A1824FC7-00A9-4708-B7FB-71BF84356830}" dt="2026-05-11T11:29:30.566" v="4828"/>
          <ac:spMkLst>
            <pc:docMk/>
            <pc:sldMk cId="2673901629" sldId="383"/>
            <ac:spMk id="5" creationId="{26C5BAF3-07C7-44E0-A15D-5F2A4FD8D146}"/>
          </ac:spMkLst>
        </pc:spChg>
        <pc:spChg chg="add mod">
          <ac:chgData name="Josué Silva de Morais" userId="f406c2cd-edfc-4057-be10-75858098c663" providerId="ADAL" clId="{A1824FC7-00A9-4708-B7FB-71BF84356830}" dt="2026-05-11T11:29:30.571" v="4833"/>
          <ac:spMkLst>
            <pc:docMk/>
            <pc:sldMk cId="2673901629" sldId="383"/>
            <ac:spMk id="6" creationId="{51D8F602-4AA3-4D04-BBBA-ED64C622E0DF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0:14.932" v="5023"/>
        <pc:sldMkLst>
          <pc:docMk/>
          <pc:sldMk cId="5620993" sldId="384"/>
        </pc:sldMkLst>
        <pc:spChg chg="add mod">
          <ac:chgData name="Josué Silva de Morais" userId="f406c2cd-edfc-4057-be10-75858098c663" providerId="ADAL" clId="{A1824FC7-00A9-4708-B7FB-71BF84356830}" dt="2026-05-11T11:30:14.721" v="4837"/>
          <ac:spMkLst>
            <pc:docMk/>
            <pc:sldMk cId="5620993" sldId="384"/>
            <ac:spMk id="2" creationId="{D1FFF0A9-1D21-4DCE-945D-D57DCDA78BCA}"/>
          </ac:spMkLst>
        </pc:spChg>
        <pc:spChg chg="add mod">
          <ac:chgData name="Josué Silva de Morais" userId="f406c2cd-edfc-4057-be10-75858098c663" providerId="ADAL" clId="{A1824FC7-00A9-4708-B7FB-71BF84356830}" dt="2026-05-11T11:30:14.730" v="4843"/>
          <ac:spMkLst>
            <pc:docMk/>
            <pc:sldMk cId="5620993" sldId="384"/>
            <ac:spMk id="3" creationId="{D2180D41-7802-4187-A7C3-34E4F07577FE}"/>
          </ac:spMkLst>
        </pc:spChg>
        <pc:spChg chg="add mod">
          <ac:chgData name="Josué Silva de Morais" userId="f406c2cd-edfc-4057-be10-75858098c663" providerId="ADAL" clId="{A1824FC7-00A9-4708-B7FB-71BF84356830}" dt="2026-05-11T11:30:14.736" v="4849"/>
          <ac:spMkLst>
            <pc:docMk/>
            <pc:sldMk cId="5620993" sldId="384"/>
            <ac:spMk id="4" creationId="{C0BD67A2-DBF3-4AA1-AB64-EDE7A9349DF3}"/>
          </ac:spMkLst>
        </pc:spChg>
        <pc:spChg chg="add mod">
          <ac:chgData name="Josué Silva de Morais" userId="f406c2cd-edfc-4057-be10-75858098c663" providerId="ADAL" clId="{A1824FC7-00A9-4708-B7FB-71BF84356830}" dt="2026-05-11T11:30:14.738" v="4852"/>
          <ac:spMkLst>
            <pc:docMk/>
            <pc:sldMk cId="5620993" sldId="384"/>
            <ac:spMk id="5" creationId="{393B6A52-F127-4615-AD2C-61949E783036}"/>
          </ac:spMkLst>
        </pc:spChg>
        <pc:spChg chg="add mod">
          <ac:chgData name="Josué Silva de Morais" userId="f406c2cd-edfc-4057-be10-75858098c663" providerId="ADAL" clId="{A1824FC7-00A9-4708-B7FB-71BF84356830}" dt="2026-05-11T11:30:14.748" v="4857"/>
          <ac:spMkLst>
            <pc:docMk/>
            <pc:sldMk cId="5620993" sldId="384"/>
            <ac:spMk id="6" creationId="{8D6FCC36-F005-478A-874D-5AADF21BBD77}"/>
          </ac:spMkLst>
        </pc:spChg>
        <pc:spChg chg="add mod">
          <ac:chgData name="Josué Silva de Morais" userId="f406c2cd-edfc-4057-be10-75858098c663" providerId="ADAL" clId="{A1824FC7-00A9-4708-B7FB-71BF84356830}" dt="2026-05-11T11:30:14.752" v="4863"/>
          <ac:spMkLst>
            <pc:docMk/>
            <pc:sldMk cId="5620993" sldId="384"/>
            <ac:spMk id="7" creationId="{CBA6486F-0334-4F3D-9A01-965FF3033732}"/>
          </ac:spMkLst>
        </pc:spChg>
        <pc:spChg chg="add mod">
          <ac:chgData name="Josué Silva de Morais" userId="f406c2cd-edfc-4057-be10-75858098c663" providerId="ADAL" clId="{A1824FC7-00A9-4708-B7FB-71BF84356830}" dt="2026-05-11T11:30:14.755" v="4866"/>
          <ac:spMkLst>
            <pc:docMk/>
            <pc:sldMk cId="5620993" sldId="384"/>
            <ac:spMk id="8" creationId="{1510798C-A744-4725-9736-40D34BB15791}"/>
          </ac:spMkLst>
        </pc:spChg>
        <pc:spChg chg="add mod">
          <ac:chgData name="Josué Silva de Morais" userId="f406c2cd-edfc-4057-be10-75858098c663" providerId="ADAL" clId="{A1824FC7-00A9-4708-B7FB-71BF84356830}" dt="2026-05-11T11:30:14.763" v="4869"/>
          <ac:spMkLst>
            <pc:docMk/>
            <pc:sldMk cId="5620993" sldId="384"/>
            <ac:spMk id="9" creationId="{FA0BFCBA-8292-455D-8954-783F4FA24A93}"/>
          </ac:spMkLst>
        </pc:spChg>
        <pc:spChg chg="add mod">
          <ac:chgData name="Josué Silva de Morais" userId="f406c2cd-edfc-4057-be10-75858098c663" providerId="ADAL" clId="{A1824FC7-00A9-4708-B7FB-71BF84356830}" dt="2026-05-11T11:30:14.768" v="4875"/>
          <ac:spMkLst>
            <pc:docMk/>
            <pc:sldMk cId="5620993" sldId="384"/>
            <ac:spMk id="10" creationId="{B127EB84-1F68-41A3-890C-FA3DBD39A1F5}"/>
          </ac:spMkLst>
        </pc:spChg>
        <pc:spChg chg="add mod">
          <ac:chgData name="Josué Silva de Morais" userId="f406c2cd-edfc-4057-be10-75858098c663" providerId="ADAL" clId="{A1824FC7-00A9-4708-B7FB-71BF84356830}" dt="2026-05-11T11:30:14.772" v="4878"/>
          <ac:spMkLst>
            <pc:docMk/>
            <pc:sldMk cId="5620993" sldId="384"/>
            <ac:spMk id="11" creationId="{DDDEC5D1-92F1-473D-AC32-AAC207ADD8E0}"/>
          </ac:spMkLst>
        </pc:spChg>
        <pc:spChg chg="add mod">
          <ac:chgData name="Josué Silva de Morais" userId="f406c2cd-edfc-4057-be10-75858098c663" providerId="ADAL" clId="{A1824FC7-00A9-4708-B7FB-71BF84356830}" dt="2026-05-11T11:30:14.780" v="4881"/>
          <ac:spMkLst>
            <pc:docMk/>
            <pc:sldMk cId="5620993" sldId="384"/>
            <ac:spMk id="12" creationId="{81A0F679-C4C0-48DA-9C7D-866DE4BE8788}"/>
          </ac:spMkLst>
        </pc:spChg>
        <pc:spChg chg="add mod">
          <ac:chgData name="Josué Silva de Morais" userId="f406c2cd-edfc-4057-be10-75858098c663" providerId="ADAL" clId="{A1824FC7-00A9-4708-B7FB-71BF84356830}" dt="2026-05-11T11:30:14.786" v="4887"/>
          <ac:spMkLst>
            <pc:docMk/>
            <pc:sldMk cId="5620993" sldId="384"/>
            <ac:spMk id="13" creationId="{950BA7C8-FD5A-483A-9A33-B19E4F4CFECB}"/>
          </ac:spMkLst>
        </pc:spChg>
        <pc:spChg chg="add mod">
          <ac:chgData name="Josué Silva de Morais" userId="f406c2cd-edfc-4057-be10-75858098c663" providerId="ADAL" clId="{A1824FC7-00A9-4708-B7FB-71BF84356830}" dt="2026-05-11T11:30:14.797" v="4896"/>
          <ac:spMkLst>
            <pc:docMk/>
            <pc:sldMk cId="5620993" sldId="384"/>
            <ac:spMk id="14" creationId="{E5CC1440-D421-4661-B487-803FEE06D3B5}"/>
          </ac:spMkLst>
        </pc:spChg>
        <pc:spChg chg="add mod">
          <ac:chgData name="Josué Silva de Morais" userId="f406c2cd-edfc-4057-be10-75858098c663" providerId="ADAL" clId="{A1824FC7-00A9-4708-B7FB-71BF84356830}" dt="2026-05-11T11:30:14.804" v="4902"/>
          <ac:spMkLst>
            <pc:docMk/>
            <pc:sldMk cId="5620993" sldId="384"/>
            <ac:spMk id="15" creationId="{733A1E3E-BD29-4540-9767-7374CD6E82F4}"/>
          </ac:spMkLst>
        </pc:spChg>
        <pc:spChg chg="add mod">
          <ac:chgData name="Josué Silva de Morais" userId="f406c2cd-edfc-4057-be10-75858098c663" providerId="ADAL" clId="{A1824FC7-00A9-4708-B7FB-71BF84356830}" dt="2026-05-11T11:30:14.806" v="4905"/>
          <ac:spMkLst>
            <pc:docMk/>
            <pc:sldMk cId="5620993" sldId="384"/>
            <ac:spMk id="16" creationId="{368FE577-01D8-4D12-845C-AA60D3356DB2}"/>
          </ac:spMkLst>
        </pc:spChg>
        <pc:spChg chg="add mod">
          <ac:chgData name="Josué Silva de Morais" userId="f406c2cd-edfc-4057-be10-75858098c663" providerId="ADAL" clId="{A1824FC7-00A9-4708-B7FB-71BF84356830}" dt="2026-05-11T11:30:14.812" v="4908"/>
          <ac:spMkLst>
            <pc:docMk/>
            <pc:sldMk cId="5620993" sldId="384"/>
            <ac:spMk id="17" creationId="{2BC625BE-4622-4987-BB83-39486C0918F8}"/>
          </ac:spMkLst>
        </pc:spChg>
        <pc:spChg chg="add mod">
          <ac:chgData name="Josué Silva de Morais" userId="f406c2cd-edfc-4057-be10-75858098c663" providerId="ADAL" clId="{A1824FC7-00A9-4708-B7FB-71BF84356830}" dt="2026-05-11T11:30:14.819" v="4914"/>
          <ac:spMkLst>
            <pc:docMk/>
            <pc:sldMk cId="5620993" sldId="384"/>
            <ac:spMk id="18" creationId="{78ECADFC-0B77-4010-A119-C570A08939C2}"/>
          </ac:spMkLst>
        </pc:spChg>
        <pc:spChg chg="add mod">
          <ac:chgData name="Josué Silva de Morais" userId="f406c2cd-edfc-4057-be10-75858098c663" providerId="ADAL" clId="{A1824FC7-00A9-4708-B7FB-71BF84356830}" dt="2026-05-11T11:30:14.822" v="4917"/>
          <ac:spMkLst>
            <pc:docMk/>
            <pc:sldMk cId="5620993" sldId="384"/>
            <ac:spMk id="19" creationId="{612AE68E-4066-4C20-AFF3-55FB14555106}"/>
          </ac:spMkLst>
        </pc:spChg>
        <pc:spChg chg="add mod">
          <ac:chgData name="Josué Silva de Morais" userId="f406c2cd-edfc-4057-be10-75858098c663" providerId="ADAL" clId="{A1824FC7-00A9-4708-B7FB-71BF84356830}" dt="2026-05-11T11:30:14.827" v="4920"/>
          <ac:spMkLst>
            <pc:docMk/>
            <pc:sldMk cId="5620993" sldId="384"/>
            <ac:spMk id="20" creationId="{E1AD1B7C-218C-46E9-AA6C-5A39D3FC829C}"/>
          </ac:spMkLst>
        </pc:spChg>
        <pc:spChg chg="add mod">
          <ac:chgData name="Josué Silva de Morais" userId="f406c2cd-edfc-4057-be10-75858098c663" providerId="ADAL" clId="{A1824FC7-00A9-4708-B7FB-71BF84356830}" dt="2026-05-11T11:30:14.833" v="4926"/>
          <ac:spMkLst>
            <pc:docMk/>
            <pc:sldMk cId="5620993" sldId="384"/>
            <ac:spMk id="21" creationId="{7D1E546C-7916-4FDC-8610-BD28E37B8056}"/>
          </ac:spMkLst>
        </pc:spChg>
        <pc:spChg chg="add mod">
          <ac:chgData name="Josué Silva de Morais" userId="f406c2cd-edfc-4057-be10-75858098c663" providerId="ADAL" clId="{A1824FC7-00A9-4708-B7FB-71BF84356830}" dt="2026-05-11T11:30:14.843" v="4935"/>
          <ac:spMkLst>
            <pc:docMk/>
            <pc:sldMk cId="5620993" sldId="384"/>
            <ac:spMk id="22" creationId="{E54C56D8-3242-4400-B2F9-3D3A84CBC7A3}"/>
          </ac:spMkLst>
        </pc:spChg>
        <pc:spChg chg="add mod">
          <ac:chgData name="Josué Silva de Morais" userId="f406c2cd-edfc-4057-be10-75858098c663" providerId="ADAL" clId="{A1824FC7-00A9-4708-B7FB-71BF84356830}" dt="2026-05-11T11:30:14.849" v="4941"/>
          <ac:spMkLst>
            <pc:docMk/>
            <pc:sldMk cId="5620993" sldId="384"/>
            <ac:spMk id="23" creationId="{C3D2DC2F-CC37-409A-BAF5-A1A578CECC79}"/>
          </ac:spMkLst>
        </pc:spChg>
        <pc:spChg chg="add mod">
          <ac:chgData name="Josué Silva de Morais" userId="f406c2cd-edfc-4057-be10-75858098c663" providerId="ADAL" clId="{A1824FC7-00A9-4708-B7FB-71BF84356830}" dt="2026-05-11T11:30:14.851" v="4944"/>
          <ac:spMkLst>
            <pc:docMk/>
            <pc:sldMk cId="5620993" sldId="384"/>
            <ac:spMk id="24" creationId="{938B5CD4-24BB-480E-B818-4483E4A827BE}"/>
          </ac:spMkLst>
        </pc:spChg>
        <pc:spChg chg="add mod">
          <ac:chgData name="Josué Silva de Morais" userId="f406c2cd-edfc-4057-be10-75858098c663" providerId="ADAL" clId="{A1824FC7-00A9-4708-B7FB-71BF84356830}" dt="2026-05-11T11:30:14.853" v="4947"/>
          <ac:spMkLst>
            <pc:docMk/>
            <pc:sldMk cId="5620993" sldId="384"/>
            <ac:spMk id="25" creationId="{748B1448-4CDB-450D-8D41-0A167142431A}"/>
          </ac:spMkLst>
        </pc:spChg>
        <pc:spChg chg="add mod">
          <ac:chgData name="Josué Silva de Morais" userId="f406c2cd-edfc-4057-be10-75858098c663" providerId="ADAL" clId="{A1824FC7-00A9-4708-B7FB-71BF84356830}" dt="2026-05-11T11:30:14.860" v="4953"/>
          <ac:spMkLst>
            <pc:docMk/>
            <pc:sldMk cId="5620993" sldId="384"/>
            <ac:spMk id="26" creationId="{874C1A1B-4342-4ED8-81D8-60D500526656}"/>
          </ac:spMkLst>
        </pc:spChg>
        <pc:spChg chg="add mod">
          <ac:chgData name="Josué Silva de Morais" userId="f406c2cd-edfc-4057-be10-75858098c663" providerId="ADAL" clId="{A1824FC7-00A9-4708-B7FB-71BF84356830}" dt="2026-05-11T11:30:14.863" v="4956"/>
          <ac:spMkLst>
            <pc:docMk/>
            <pc:sldMk cId="5620993" sldId="384"/>
            <ac:spMk id="27" creationId="{EA9E31E6-D98F-4F9B-970F-DBD6FA81B2B3}"/>
          </ac:spMkLst>
        </pc:spChg>
        <pc:spChg chg="add mod">
          <ac:chgData name="Josué Silva de Morais" userId="f406c2cd-edfc-4057-be10-75858098c663" providerId="ADAL" clId="{A1824FC7-00A9-4708-B7FB-71BF84356830}" dt="2026-05-11T11:30:14.866" v="4959"/>
          <ac:spMkLst>
            <pc:docMk/>
            <pc:sldMk cId="5620993" sldId="384"/>
            <ac:spMk id="28" creationId="{C02440A6-60AC-4660-83E0-7A2113C925FB}"/>
          </ac:spMkLst>
        </pc:spChg>
        <pc:spChg chg="add mod">
          <ac:chgData name="Josué Silva de Morais" userId="f406c2cd-edfc-4057-be10-75858098c663" providerId="ADAL" clId="{A1824FC7-00A9-4708-B7FB-71BF84356830}" dt="2026-05-11T11:30:14.870" v="4965"/>
          <ac:spMkLst>
            <pc:docMk/>
            <pc:sldMk cId="5620993" sldId="384"/>
            <ac:spMk id="29" creationId="{F3B34BEB-D70D-4DD7-99AE-943BB91338FF}"/>
          </ac:spMkLst>
        </pc:spChg>
        <pc:spChg chg="add mod">
          <ac:chgData name="Josué Silva de Morais" userId="f406c2cd-edfc-4057-be10-75858098c663" providerId="ADAL" clId="{A1824FC7-00A9-4708-B7FB-71BF84356830}" dt="2026-05-11T11:30:14.881" v="4974"/>
          <ac:spMkLst>
            <pc:docMk/>
            <pc:sldMk cId="5620993" sldId="384"/>
            <ac:spMk id="30" creationId="{0EB90F3C-F470-4322-9D78-B46252255607}"/>
          </ac:spMkLst>
        </pc:spChg>
        <pc:spChg chg="add mod">
          <ac:chgData name="Josué Silva de Morais" userId="f406c2cd-edfc-4057-be10-75858098c663" providerId="ADAL" clId="{A1824FC7-00A9-4708-B7FB-71BF84356830}" dt="2026-05-11T11:30:14.885" v="4980"/>
          <ac:spMkLst>
            <pc:docMk/>
            <pc:sldMk cId="5620993" sldId="384"/>
            <ac:spMk id="31" creationId="{DC6503BE-914B-41AB-9B4B-F87EE9D8B34E}"/>
          </ac:spMkLst>
        </pc:spChg>
        <pc:spChg chg="add mod">
          <ac:chgData name="Josué Silva de Morais" userId="f406c2cd-edfc-4057-be10-75858098c663" providerId="ADAL" clId="{A1824FC7-00A9-4708-B7FB-71BF84356830}" dt="2026-05-11T11:30:14.887" v="4983"/>
          <ac:spMkLst>
            <pc:docMk/>
            <pc:sldMk cId="5620993" sldId="384"/>
            <ac:spMk id="32" creationId="{13E30E22-2CA8-488D-9856-508D857618EB}"/>
          </ac:spMkLst>
        </pc:spChg>
        <pc:spChg chg="add mod">
          <ac:chgData name="Josué Silva de Morais" userId="f406c2cd-edfc-4057-be10-75858098c663" providerId="ADAL" clId="{A1824FC7-00A9-4708-B7FB-71BF84356830}" dt="2026-05-11T11:30:14.889" v="4986"/>
          <ac:spMkLst>
            <pc:docMk/>
            <pc:sldMk cId="5620993" sldId="384"/>
            <ac:spMk id="33" creationId="{3F9D85F6-8B8F-46F4-B64D-E7D61C03B040}"/>
          </ac:spMkLst>
        </pc:spChg>
        <pc:spChg chg="add mod">
          <ac:chgData name="Josué Silva de Morais" userId="f406c2cd-edfc-4057-be10-75858098c663" providerId="ADAL" clId="{A1824FC7-00A9-4708-B7FB-71BF84356830}" dt="2026-05-11T11:30:14.898" v="4992"/>
          <ac:spMkLst>
            <pc:docMk/>
            <pc:sldMk cId="5620993" sldId="384"/>
            <ac:spMk id="34" creationId="{5F90C7AF-38D8-4D25-B723-98C7CD27E400}"/>
          </ac:spMkLst>
        </pc:spChg>
        <pc:spChg chg="add mod">
          <ac:chgData name="Josué Silva de Morais" userId="f406c2cd-edfc-4057-be10-75858098c663" providerId="ADAL" clId="{A1824FC7-00A9-4708-B7FB-71BF84356830}" dt="2026-05-11T11:30:14.900" v="4995"/>
          <ac:spMkLst>
            <pc:docMk/>
            <pc:sldMk cId="5620993" sldId="384"/>
            <ac:spMk id="35" creationId="{EF2F1037-DFA4-40BD-AE34-371EE4B66A3C}"/>
          </ac:spMkLst>
        </pc:spChg>
        <pc:spChg chg="add mod">
          <ac:chgData name="Josué Silva de Morais" userId="f406c2cd-edfc-4057-be10-75858098c663" providerId="ADAL" clId="{A1824FC7-00A9-4708-B7FB-71BF84356830}" dt="2026-05-11T11:30:14.902" v="4998"/>
          <ac:spMkLst>
            <pc:docMk/>
            <pc:sldMk cId="5620993" sldId="384"/>
            <ac:spMk id="36" creationId="{1546AC39-1DAB-4AE9-9D71-AADCC0CA1476}"/>
          </ac:spMkLst>
        </pc:spChg>
        <pc:spChg chg="add mod">
          <ac:chgData name="Josué Silva de Morais" userId="f406c2cd-edfc-4057-be10-75858098c663" providerId="ADAL" clId="{A1824FC7-00A9-4708-B7FB-71BF84356830}" dt="2026-05-11T11:30:14.907" v="5004"/>
          <ac:spMkLst>
            <pc:docMk/>
            <pc:sldMk cId="5620993" sldId="384"/>
            <ac:spMk id="37" creationId="{5F75A225-7CE4-4C01-8030-3BD044386273}"/>
          </ac:spMkLst>
        </pc:spChg>
        <pc:spChg chg="add mod">
          <ac:chgData name="Josué Silva de Morais" userId="f406c2cd-edfc-4057-be10-75858098c663" providerId="ADAL" clId="{A1824FC7-00A9-4708-B7FB-71BF84356830}" dt="2026-05-11T11:30:14.920" v="5013"/>
          <ac:spMkLst>
            <pc:docMk/>
            <pc:sldMk cId="5620993" sldId="384"/>
            <ac:spMk id="38" creationId="{585690A4-A389-44EA-8A8E-C76C826E8242}"/>
          </ac:spMkLst>
        </pc:spChg>
        <pc:spChg chg="add mod">
          <ac:chgData name="Josué Silva de Morais" userId="f406c2cd-edfc-4057-be10-75858098c663" providerId="ADAL" clId="{A1824FC7-00A9-4708-B7FB-71BF84356830}" dt="2026-05-11T11:30:14.923" v="5017"/>
          <ac:spMkLst>
            <pc:docMk/>
            <pc:sldMk cId="5620993" sldId="384"/>
            <ac:spMk id="39" creationId="{77CF80D1-E9F0-4321-B395-829BECFF8F7E}"/>
          </ac:spMkLst>
        </pc:spChg>
        <pc:spChg chg="add mod">
          <ac:chgData name="Josué Silva de Morais" userId="f406c2cd-edfc-4057-be10-75858098c663" providerId="ADAL" clId="{A1824FC7-00A9-4708-B7FB-71BF84356830}" dt="2026-05-11T11:30:14.932" v="5023"/>
          <ac:spMkLst>
            <pc:docMk/>
            <pc:sldMk cId="5620993" sldId="384"/>
            <ac:spMk id="40" creationId="{0956C02F-61B0-4D88-96C2-E33730AE3A27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0:15.221" v="5222"/>
        <pc:sldMkLst>
          <pc:docMk/>
          <pc:sldMk cId="1364208315" sldId="385"/>
        </pc:sldMkLst>
        <pc:spChg chg="add mod">
          <ac:chgData name="Josué Silva de Morais" userId="f406c2cd-edfc-4057-be10-75858098c663" providerId="ADAL" clId="{A1824FC7-00A9-4708-B7FB-71BF84356830}" dt="2026-05-11T11:30:15.005" v="5027"/>
          <ac:spMkLst>
            <pc:docMk/>
            <pc:sldMk cId="1364208315" sldId="385"/>
            <ac:spMk id="2" creationId="{1DA78463-0173-4796-97FE-57E38E36FF67}"/>
          </ac:spMkLst>
        </pc:spChg>
        <pc:spChg chg="add mod">
          <ac:chgData name="Josué Silva de Morais" userId="f406c2cd-edfc-4057-be10-75858098c663" providerId="ADAL" clId="{A1824FC7-00A9-4708-B7FB-71BF84356830}" dt="2026-05-11T11:30:15.014" v="5033"/>
          <ac:spMkLst>
            <pc:docMk/>
            <pc:sldMk cId="1364208315" sldId="385"/>
            <ac:spMk id="3" creationId="{2B6DAF1E-FF75-4FCC-8222-413E7BA8D733}"/>
          </ac:spMkLst>
        </pc:spChg>
        <pc:spChg chg="add mod">
          <ac:chgData name="Josué Silva de Morais" userId="f406c2cd-edfc-4057-be10-75858098c663" providerId="ADAL" clId="{A1824FC7-00A9-4708-B7FB-71BF84356830}" dt="2026-05-11T11:30:15.021" v="5039"/>
          <ac:spMkLst>
            <pc:docMk/>
            <pc:sldMk cId="1364208315" sldId="385"/>
            <ac:spMk id="4" creationId="{B968F1D6-A447-433F-BC62-7752A9A1FD94}"/>
          </ac:spMkLst>
        </pc:spChg>
        <pc:spChg chg="add mod">
          <ac:chgData name="Josué Silva de Morais" userId="f406c2cd-edfc-4057-be10-75858098c663" providerId="ADAL" clId="{A1824FC7-00A9-4708-B7FB-71BF84356830}" dt="2026-05-11T11:30:15.026" v="5042"/>
          <ac:spMkLst>
            <pc:docMk/>
            <pc:sldMk cId="1364208315" sldId="385"/>
            <ac:spMk id="5" creationId="{D41E919B-D7B0-46DD-A37F-873CE574A9C7}"/>
          </ac:spMkLst>
        </pc:spChg>
        <pc:spChg chg="add mod">
          <ac:chgData name="Josué Silva de Morais" userId="f406c2cd-edfc-4057-be10-75858098c663" providerId="ADAL" clId="{A1824FC7-00A9-4708-B7FB-71BF84356830}" dt="2026-05-11T11:30:15.030" v="5046"/>
          <ac:spMkLst>
            <pc:docMk/>
            <pc:sldMk cId="1364208315" sldId="385"/>
            <ac:spMk id="6" creationId="{4D450184-D385-460B-88C7-0DDD9DEB52EC}"/>
          </ac:spMkLst>
        </pc:spChg>
        <pc:spChg chg="add mod">
          <ac:chgData name="Josué Silva de Morais" userId="f406c2cd-edfc-4057-be10-75858098c663" providerId="ADAL" clId="{A1824FC7-00A9-4708-B7FB-71BF84356830}" dt="2026-05-11T11:30:15.036" v="5052"/>
          <ac:spMkLst>
            <pc:docMk/>
            <pc:sldMk cId="1364208315" sldId="385"/>
            <ac:spMk id="7" creationId="{8FA69D3A-1813-4272-9D31-AE3886B8D471}"/>
          </ac:spMkLst>
        </pc:spChg>
        <pc:spChg chg="add mod">
          <ac:chgData name="Josué Silva de Morais" userId="f406c2cd-edfc-4057-be10-75858098c663" providerId="ADAL" clId="{A1824FC7-00A9-4708-B7FB-71BF84356830}" dt="2026-05-11T11:30:15.043" v="5057"/>
          <ac:spMkLst>
            <pc:docMk/>
            <pc:sldMk cId="1364208315" sldId="385"/>
            <ac:spMk id="8" creationId="{7604C2CE-0ABD-49EA-A1AB-C2DBF1E45025}"/>
          </ac:spMkLst>
        </pc:spChg>
        <pc:spChg chg="add mod">
          <ac:chgData name="Josué Silva de Morais" userId="f406c2cd-edfc-4057-be10-75858098c663" providerId="ADAL" clId="{A1824FC7-00A9-4708-B7FB-71BF84356830}" dt="2026-05-11T11:30:15.047" v="5061"/>
          <ac:spMkLst>
            <pc:docMk/>
            <pc:sldMk cId="1364208315" sldId="385"/>
            <ac:spMk id="9" creationId="{BE58BCAA-43BF-4C75-86A7-E402388DDD83}"/>
          </ac:spMkLst>
        </pc:spChg>
        <pc:spChg chg="add mod">
          <ac:chgData name="Josué Silva de Morais" userId="f406c2cd-edfc-4057-be10-75858098c663" providerId="ADAL" clId="{A1824FC7-00A9-4708-B7FB-71BF84356830}" dt="2026-05-11T11:30:15.053" v="5067"/>
          <ac:spMkLst>
            <pc:docMk/>
            <pc:sldMk cId="1364208315" sldId="385"/>
            <ac:spMk id="10" creationId="{B43DA2D6-F5EF-46BE-B6C1-486FB8436514}"/>
          </ac:spMkLst>
        </pc:spChg>
        <pc:spChg chg="add mod">
          <ac:chgData name="Josué Silva de Morais" userId="f406c2cd-edfc-4057-be10-75858098c663" providerId="ADAL" clId="{A1824FC7-00A9-4708-B7FB-71BF84356830}" dt="2026-05-11T11:30:15.060" v="5072"/>
          <ac:spMkLst>
            <pc:docMk/>
            <pc:sldMk cId="1364208315" sldId="385"/>
            <ac:spMk id="11" creationId="{A9899EA6-2794-4C94-A2A3-F742CFEDAF24}"/>
          </ac:spMkLst>
        </pc:spChg>
        <pc:spChg chg="add mod">
          <ac:chgData name="Josué Silva de Morais" userId="f406c2cd-edfc-4057-be10-75858098c663" providerId="ADAL" clId="{A1824FC7-00A9-4708-B7FB-71BF84356830}" dt="2026-05-11T11:30:15.065" v="5076"/>
          <ac:spMkLst>
            <pc:docMk/>
            <pc:sldMk cId="1364208315" sldId="385"/>
            <ac:spMk id="12" creationId="{14D7AC60-F8B1-45D3-BFF4-D1E61ABB3665}"/>
          </ac:spMkLst>
        </pc:spChg>
        <pc:spChg chg="add mod">
          <ac:chgData name="Josué Silva de Morais" userId="f406c2cd-edfc-4057-be10-75858098c663" providerId="ADAL" clId="{A1824FC7-00A9-4708-B7FB-71BF84356830}" dt="2026-05-11T11:30:15.071" v="5082"/>
          <ac:spMkLst>
            <pc:docMk/>
            <pc:sldMk cId="1364208315" sldId="385"/>
            <ac:spMk id="13" creationId="{686E501A-FCE1-4ABC-A471-4136B42C1060}"/>
          </ac:spMkLst>
        </pc:spChg>
        <pc:spChg chg="add mod">
          <ac:chgData name="Josué Silva de Morais" userId="f406c2cd-edfc-4057-be10-75858098c663" providerId="ADAL" clId="{A1824FC7-00A9-4708-B7FB-71BF84356830}" dt="2026-05-11T11:30:15.079" v="5087"/>
          <ac:spMkLst>
            <pc:docMk/>
            <pc:sldMk cId="1364208315" sldId="385"/>
            <ac:spMk id="14" creationId="{56BA0718-1053-4C02-8746-9E4DD4A1F50F}"/>
          </ac:spMkLst>
        </pc:spChg>
        <pc:spChg chg="add mod">
          <ac:chgData name="Josué Silva de Morais" userId="f406c2cd-edfc-4057-be10-75858098c663" providerId="ADAL" clId="{A1824FC7-00A9-4708-B7FB-71BF84356830}" dt="2026-05-11T11:30:15.083" v="5091"/>
          <ac:spMkLst>
            <pc:docMk/>
            <pc:sldMk cId="1364208315" sldId="385"/>
            <ac:spMk id="15" creationId="{6CA0D12A-2CBD-4EA3-A5BD-81F495788DE2}"/>
          </ac:spMkLst>
        </pc:spChg>
        <pc:spChg chg="add mod">
          <ac:chgData name="Josué Silva de Morais" userId="f406c2cd-edfc-4057-be10-75858098c663" providerId="ADAL" clId="{A1824FC7-00A9-4708-B7FB-71BF84356830}" dt="2026-05-11T11:30:15.088" v="5097"/>
          <ac:spMkLst>
            <pc:docMk/>
            <pc:sldMk cId="1364208315" sldId="385"/>
            <ac:spMk id="16" creationId="{4F1ECC32-5C20-486F-AE4D-79B58F6D23C4}"/>
          </ac:spMkLst>
        </pc:spChg>
        <pc:spChg chg="add mod">
          <ac:chgData name="Josué Silva de Morais" userId="f406c2cd-edfc-4057-be10-75858098c663" providerId="ADAL" clId="{A1824FC7-00A9-4708-B7FB-71BF84356830}" dt="2026-05-11T11:30:15.096" v="5102"/>
          <ac:spMkLst>
            <pc:docMk/>
            <pc:sldMk cId="1364208315" sldId="385"/>
            <ac:spMk id="17" creationId="{7A720357-0E10-43E7-9E52-522D74D2A194}"/>
          </ac:spMkLst>
        </pc:spChg>
        <pc:spChg chg="add mod">
          <ac:chgData name="Josué Silva de Morais" userId="f406c2cd-edfc-4057-be10-75858098c663" providerId="ADAL" clId="{A1824FC7-00A9-4708-B7FB-71BF84356830}" dt="2026-05-11T11:30:15.099" v="5106"/>
          <ac:spMkLst>
            <pc:docMk/>
            <pc:sldMk cId="1364208315" sldId="385"/>
            <ac:spMk id="18" creationId="{CA749521-E4CD-4CCA-9CD9-9784F55F2C03}"/>
          </ac:spMkLst>
        </pc:spChg>
        <pc:spChg chg="add mod">
          <ac:chgData name="Josué Silva de Morais" userId="f406c2cd-edfc-4057-be10-75858098c663" providerId="ADAL" clId="{A1824FC7-00A9-4708-B7FB-71BF84356830}" dt="2026-05-11T11:30:15.104" v="5112"/>
          <ac:spMkLst>
            <pc:docMk/>
            <pc:sldMk cId="1364208315" sldId="385"/>
            <ac:spMk id="19" creationId="{AFDAF761-D320-4AFE-92AA-EE34F1E002DA}"/>
          </ac:spMkLst>
        </pc:spChg>
        <pc:spChg chg="add mod">
          <ac:chgData name="Josué Silva de Morais" userId="f406c2cd-edfc-4057-be10-75858098c663" providerId="ADAL" clId="{A1824FC7-00A9-4708-B7FB-71BF84356830}" dt="2026-05-11T11:30:15.112" v="5117"/>
          <ac:spMkLst>
            <pc:docMk/>
            <pc:sldMk cId="1364208315" sldId="385"/>
            <ac:spMk id="20" creationId="{540ACF0F-6F85-449A-95A3-D8AA36C38357}"/>
          </ac:spMkLst>
        </pc:spChg>
        <pc:spChg chg="add mod">
          <ac:chgData name="Josué Silva de Morais" userId="f406c2cd-edfc-4057-be10-75858098c663" providerId="ADAL" clId="{A1824FC7-00A9-4708-B7FB-71BF84356830}" dt="2026-05-11T11:30:15.115" v="5121"/>
          <ac:spMkLst>
            <pc:docMk/>
            <pc:sldMk cId="1364208315" sldId="385"/>
            <ac:spMk id="21" creationId="{FE1A96E8-8E50-4527-9AD2-480F47A9848F}"/>
          </ac:spMkLst>
        </pc:spChg>
        <pc:spChg chg="add mod">
          <ac:chgData name="Josué Silva de Morais" userId="f406c2cd-edfc-4057-be10-75858098c663" providerId="ADAL" clId="{A1824FC7-00A9-4708-B7FB-71BF84356830}" dt="2026-05-11T11:30:15.120" v="5127"/>
          <ac:spMkLst>
            <pc:docMk/>
            <pc:sldMk cId="1364208315" sldId="385"/>
            <ac:spMk id="22" creationId="{97DB6974-2793-4ED6-ADF7-696C7595EFE7}"/>
          </ac:spMkLst>
        </pc:spChg>
        <pc:spChg chg="add mod">
          <ac:chgData name="Josué Silva de Morais" userId="f406c2cd-edfc-4057-be10-75858098c663" providerId="ADAL" clId="{A1824FC7-00A9-4708-B7FB-71BF84356830}" dt="2026-05-11T11:30:15.127" v="5132"/>
          <ac:spMkLst>
            <pc:docMk/>
            <pc:sldMk cId="1364208315" sldId="385"/>
            <ac:spMk id="23" creationId="{30A43B64-3EDE-448E-8568-FD7B93224D42}"/>
          </ac:spMkLst>
        </pc:spChg>
        <pc:spChg chg="add mod">
          <ac:chgData name="Josué Silva de Morais" userId="f406c2cd-edfc-4057-be10-75858098c663" providerId="ADAL" clId="{A1824FC7-00A9-4708-B7FB-71BF84356830}" dt="2026-05-11T11:30:15.130" v="5136"/>
          <ac:spMkLst>
            <pc:docMk/>
            <pc:sldMk cId="1364208315" sldId="385"/>
            <ac:spMk id="24" creationId="{D866C85B-0546-47AC-A0DA-0E16B0D91F18}"/>
          </ac:spMkLst>
        </pc:spChg>
        <pc:spChg chg="add mod">
          <ac:chgData name="Josué Silva de Morais" userId="f406c2cd-edfc-4057-be10-75858098c663" providerId="ADAL" clId="{A1824FC7-00A9-4708-B7FB-71BF84356830}" dt="2026-05-11T11:30:15.135" v="5142"/>
          <ac:spMkLst>
            <pc:docMk/>
            <pc:sldMk cId="1364208315" sldId="385"/>
            <ac:spMk id="25" creationId="{8CBB2B9C-253E-4EFF-AF96-40620716F8F1}"/>
          </ac:spMkLst>
        </pc:spChg>
        <pc:spChg chg="add mod">
          <ac:chgData name="Josué Silva de Morais" userId="f406c2cd-edfc-4057-be10-75858098c663" providerId="ADAL" clId="{A1824FC7-00A9-4708-B7FB-71BF84356830}" dt="2026-05-11T11:30:15.140" v="5147"/>
          <ac:spMkLst>
            <pc:docMk/>
            <pc:sldMk cId="1364208315" sldId="385"/>
            <ac:spMk id="26" creationId="{747F57EC-3A06-4E46-872A-70AE6BEBA111}"/>
          </ac:spMkLst>
        </pc:spChg>
        <pc:spChg chg="add mod">
          <ac:chgData name="Josué Silva de Morais" userId="f406c2cd-edfc-4057-be10-75858098c663" providerId="ADAL" clId="{A1824FC7-00A9-4708-B7FB-71BF84356830}" dt="2026-05-11T11:30:15.145" v="5151"/>
          <ac:spMkLst>
            <pc:docMk/>
            <pc:sldMk cId="1364208315" sldId="385"/>
            <ac:spMk id="27" creationId="{F7D72046-0DEA-4402-8FC7-5886FDD80980}"/>
          </ac:spMkLst>
        </pc:spChg>
        <pc:spChg chg="add mod">
          <ac:chgData name="Josué Silva de Morais" userId="f406c2cd-edfc-4057-be10-75858098c663" providerId="ADAL" clId="{A1824FC7-00A9-4708-B7FB-71BF84356830}" dt="2026-05-11T11:30:15.150" v="5157"/>
          <ac:spMkLst>
            <pc:docMk/>
            <pc:sldMk cId="1364208315" sldId="385"/>
            <ac:spMk id="28" creationId="{8BBAAC9F-2C84-49D3-B562-0E00E5364A03}"/>
          </ac:spMkLst>
        </pc:spChg>
        <pc:spChg chg="add mod">
          <ac:chgData name="Josué Silva de Morais" userId="f406c2cd-edfc-4057-be10-75858098c663" providerId="ADAL" clId="{A1824FC7-00A9-4708-B7FB-71BF84356830}" dt="2026-05-11T11:30:15.154" v="5162"/>
          <ac:spMkLst>
            <pc:docMk/>
            <pc:sldMk cId="1364208315" sldId="385"/>
            <ac:spMk id="29" creationId="{65514E9F-EA99-4C0C-B42A-4847C0A022C6}"/>
          </ac:spMkLst>
        </pc:spChg>
        <pc:spChg chg="add mod">
          <ac:chgData name="Josué Silva de Morais" userId="f406c2cd-edfc-4057-be10-75858098c663" providerId="ADAL" clId="{A1824FC7-00A9-4708-B7FB-71BF84356830}" dt="2026-05-11T11:30:15.156" v="5166"/>
          <ac:spMkLst>
            <pc:docMk/>
            <pc:sldMk cId="1364208315" sldId="385"/>
            <ac:spMk id="30" creationId="{EBFF35EA-679A-455B-876A-1AFF8FFDA703}"/>
          </ac:spMkLst>
        </pc:spChg>
        <pc:spChg chg="add mod">
          <ac:chgData name="Josué Silva de Morais" userId="f406c2cd-edfc-4057-be10-75858098c663" providerId="ADAL" clId="{A1824FC7-00A9-4708-B7FB-71BF84356830}" dt="2026-05-11T11:30:15.164" v="5172"/>
          <ac:spMkLst>
            <pc:docMk/>
            <pc:sldMk cId="1364208315" sldId="385"/>
            <ac:spMk id="31" creationId="{8B02A97A-A4F6-4DDD-AECB-5B93F33456A2}"/>
          </ac:spMkLst>
        </pc:spChg>
        <pc:spChg chg="add mod">
          <ac:chgData name="Josué Silva de Morais" userId="f406c2cd-edfc-4057-be10-75858098c663" providerId="ADAL" clId="{A1824FC7-00A9-4708-B7FB-71BF84356830}" dt="2026-05-11T11:30:15.168" v="5177"/>
          <ac:spMkLst>
            <pc:docMk/>
            <pc:sldMk cId="1364208315" sldId="385"/>
            <ac:spMk id="32" creationId="{CE61C519-9C80-421E-8ED6-75CAD665800B}"/>
          </ac:spMkLst>
        </pc:spChg>
        <pc:spChg chg="add mod">
          <ac:chgData name="Josué Silva de Morais" userId="f406c2cd-edfc-4057-be10-75858098c663" providerId="ADAL" clId="{A1824FC7-00A9-4708-B7FB-71BF84356830}" dt="2026-05-11T11:30:15.170" v="5181"/>
          <ac:spMkLst>
            <pc:docMk/>
            <pc:sldMk cId="1364208315" sldId="385"/>
            <ac:spMk id="33" creationId="{5F11533D-F854-4A60-8894-292713338345}"/>
          </ac:spMkLst>
        </pc:spChg>
        <pc:spChg chg="add mod">
          <ac:chgData name="Josué Silva de Morais" userId="f406c2cd-edfc-4057-be10-75858098c663" providerId="ADAL" clId="{A1824FC7-00A9-4708-B7FB-71BF84356830}" dt="2026-05-11T11:30:15.179" v="5187"/>
          <ac:spMkLst>
            <pc:docMk/>
            <pc:sldMk cId="1364208315" sldId="385"/>
            <ac:spMk id="34" creationId="{0E064618-E670-49AF-96D7-425E4A7B8C83}"/>
          </ac:spMkLst>
        </pc:spChg>
        <pc:spChg chg="add mod">
          <ac:chgData name="Josué Silva de Morais" userId="f406c2cd-edfc-4057-be10-75858098c663" providerId="ADAL" clId="{A1824FC7-00A9-4708-B7FB-71BF84356830}" dt="2026-05-11T11:30:15.183" v="5192"/>
          <ac:spMkLst>
            <pc:docMk/>
            <pc:sldMk cId="1364208315" sldId="385"/>
            <ac:spMk id="35" creationId="{8EAA7771-20B3-4145-A089-5DAD2DBBF544}"/>
          </ac:spMkLst>
        </pc:spChg>
        <pc:spChg chg="add mod">
          <ac:chgData name="Josué Silva de Morais" userId="f406c2cd-edfc-4057-be10-75858098c663" providerId="ADAL" clId="{A1824FC7-00A9-4708-B7FB-71BF84356830}" dt="2026-05-11T11:30:15.186" v="5196"/>
          <ac:spMkLst>
            <pc:docMk/>
            <pc:sldMk cId="1364208315" sldId="385"/>
            <ac:spMk id="36" creationId="{C18C0770-2F42-4585-A6E9-4A549C8D29E9}"/>
          </ac:spMkLst>
        </pc:spChg>
        <pc:spChg chg="add mod">
          <ac:chgData name="Josué Silva de Morais" userId="f406c2cd-edfc-4057-be10-75858098c663" providerId="ADAL" clId="{A1824FC7-00A9-4708-B7FB-71BF84356830}" dt="2026-05-11T11:30:15.196" v="5202"/>
          <ac:spMkLst>
            <pc:docMk/>
            <pc:sldMk cId="1364208315" sldId="385"/>
            <ac:spMk id="37" creationId="{18F13B76-A181-402E-A7E7-4C2A5A4C8370}"/>
          </ac:spMkLst>
        </pc:spChg>
        <pc:spChg chg="add mod">
          <ac:chgData name="Josué Silva de Morais" userId="f406c2cd-edfc-4057-be10-75858098c663" providerId="ADAL" clId="{A1824FC7-00A9-4708-B7FB-71BF84356830}" dt="2026-05-11T11:30:15.203" v="5207"/>
          <ac:spMkLst>
            <pc:docMk/>
            <pc:sldMk cId="1364208315" sldId="385"/>
            <ac:spMk id="38" creationId="{58C7C7B1-42E4-4D8D-99E9-8EF6F8785540}"/>
          </ac:spMkLst>
        </pc:spChg>
        <pc:spChg chg="add mod">
          <ac:chgData name="Josué Silva de Morais" userId="f406c2cd-edfc-4057-be10-75858098c663" providerId="ADAL" clId="{A1824FC7-00A9-4708-B7FB-71BF84356830}" dt="2026-05-11T11:30:15.212" v="5211"/>
          <ac:spMkLst>
            <pc:docMk/>
            <pc:sldMk cId="1364208315" sldId="385"/>
            <ac:spMk id="39" creationId="{BB832F67-BCA3-4467-A108-18BBD7AC58BA}"/>
          </ac:spMkLst>
        </pc:spChg>
        <pc:spChg chg="add mod">
          <ac:chgData name="Josué Silva de Morais" userId="f406c2cd-edfc-4057-be10-75858098c663" providerId="ADAL" clId="{A1824FC7-00A9-4708-B7FB-71BF84356830}" dt="2026-05-11T11:30:15.217" v="5217"/>
          <ac:spMkLst>
            <pc:docMk/>
            <pc:sldMk cId="1364208315" sldId="385"/>
            <ac:spMk id="40" creationId="{0D72F3CE-455C-4629-BFA5-2F3ABFCCF430}"/>
          </ac:spMkLst>
        </pc:spChg>
        <pc:spChg chg="add mod">
          <ac:chgData name="Josué Silva de Morais" userId="f406c2cd-edfc-4057-be10-75858098c663" providerId="ADAL" clId="{A1824FC7-00A9-4708-B7FB-71BF84356830}" dt="2026-05-11T11:30:15.221" v="5222"/>
          <ac:spMkLst>
            <pc:docMk/>
            <pc:sldMk cId="1364208315" sldId="385"/>
            <ac:spMk id="41" creationId="{3D8E2757-3BA0-43E8-B25F-479BF3AEC931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0:15.443" v="5390"/>
        <pc:sldMkLst>
          <pc:docMk/>
          <pc:sldMk cId="155266061" sldId="386"/>
        </pc:sldMkLst>
        <pc:spChg chg="add mod">
          <ac:chgData name="Josué Silva de Morais" userId="f406c2cd-edfc-4057-be10-75858098c663" providerId="ADAL" clId="{A1824FC7-00A9-4708-B7FB-71BF84356830}" dt="2026-05-11T11:30:15.272" v="5226"/>
          <ac:spMkLst>
            <pc:docMk/>
            <pc:sldMk cId="155266061" sldId="386"/>
            <ac:spMk id="2" creationId="{8BE8E2B2-F2D0-4E29-A056-6A11991EEEC4}"/>
          </ac:spMkLst>
        </pc:spChg>
        <pc:spChg chg="add mod">
          <ac:chgData name="Josué Silva de Morais" userId="f406c2cd-edfc-4057-be10-75858098c663" providerId="ADAL" clId="{A1824FC7-00A9-4708-B7FB-71BF84356830}" dt="2026-05-11T11:30:15.279" v="5232"/>
          <ac:spMkLst>
            <pc:docMk/>
            <pc:sldMk cId="155266061" sldId="386"/>
            <ac:spMk id="3" creationId="{C709B642-2A38-4949-B2A7-7C2399786DDE}"/>
          </ac:spMkLst>
        </pc:spChg>
        <pc:spChg chg="add mod">
          <ac:chgData name="Josué Silva de Morais" userId="f406c2cd-edfc-4057-be10-75858098c663" providerId="ADAL" clId="{A1824FC7-00A9-4708-B7FB-71BF84356830}" dt="2026-05-11T11:30:15.285" v="5238"/>
          <ac:spMkLst>
            <pc:docMk/>
            <pc:sldMk cId="155266061" sldId="386"/>
            <ac:spMk id="4" creationId="{2EAE47D0-4D2E-4268-BF51-B9CE0FFC4D24}"/>
          </ac:spMkLst>
        </pc:spChg>
        <pc:spChg chg="add mod">
          <ac:chgData name="Josué Silva de Morais" userId="f406c2cd-edfc-4057-be10-75858098c663" providerId="ADAL" clId="{A1824FC7-00A9-4708-B7FB-71BF84356830}" dt="2026-05-11T11:30:15.287" v="5241"/>
          <ac:spMkLst>
            <pc:docMk/>
            <pc:sldMk cId="155266061" sldId="386"/>
            <ac:spMk id="5" creationId="{A574C454-F618-4DD4-800E-3B6261A37EED}"/>
          </ac:spMkLst>
        </pc:spChg>
        <pc:spChg chg="add mod">
          <ac:chgData name="Josué Silva de Morais" userId="f406c2cd-edfc-4057-be10-75858098c663" providerId="ADAL" clId="{A1824FC7-00A9-4708-B7FB-71BF84356830}" dt="2026-05-11T11:30:15.296" v="5246"/>
          <ac:spMkLst>
            <pc:docMk/>
            <pc:sldMk cId="155266061" sldId="386"/>
            <ac:spMk id="6" creationId="{12C0E9CA-3E9C-442C-B0E2-DD04393AED36}"/>
          </ac:spMkLst>
        </pc:spChg>
        <pc:spChg chg="add mod">
          <ac:chgData name="Josué Silva de Morais" userId="f406c2cd-edfc-4057-be10-75858098c663" providerId="ADAL" clId="{A1824FC7-00A9-4708-B7FB-71BF84356830}" dt="2026-05-11T11:30:15.299" v="5250"/>
          <ac:spMkLst>
            <pc:docMk/>
            <pc:sldMk cId="155266061" sldId="386"/>
            <ac:spMk id="7" creationId="{3E81289E-7066-422E-AF4D-D9CA0B9BD0B1}"/>
          </ac:spMkLst>
        </pc:spChg>
        <pc:spChg chg="add mod">
          <ac:chgData name="Josué Silva de Morais" userId="f406c2cd-edfc-4057-be10-75858098c663" providerId="ADAL" clId="{A1824FC7-00A9-4708-B7FB-71BF84356830}" dt="2026-05-11T11:30:15.305" v="5259"/>
          <ac:spMkLst>
            <pc:docMk/>
            <pc:sldMk cId="155266061" sldId="386"/>
            <ac:spMk id="8" creationId="{1D1708AD-A60C-47DD-9404-E9002246FF7B}"/>
          </ac:spMkLst>
        </pc:spChg>
        <pc:spChg chg="add mod">
          <ac:chgData name="Josué Silva de Morais" userId="f406c2cd-edfc-4057-be10-75858098c663" providerId="ADAL" clId="{A1824FC7-00A9-4708-B7FB-71BF84356830}" dt="2026-05-11T11:30:15.315" v="5265"/>
          <ac:spMkLst>
            <pc:docMk/>
            <pc:sldMk cId="155266061" sldId="386"/>
            <ac:spMk id="9" creationId="{A0D63D6C-9B3C-49EC-BAC1-D445F16E36E2}"/>
          </ac:spMkLst>
        </pc:spChg>
        <pc:spChg chg="add mod">
          <ac:chgData name="Josué Silva de Morais" userId="f406c2cd-edfc-4057-be10-75858098c663" providerId="ADAL" clId="{A1824FC7-00A9-4708-B7FB-71BF84356830}" dt="2026-05-11T11:30:15.320" v="5270"/>
          <ac:spMkLst>
            <pc:docMk/>
            <pc:sldMk cId="155266061" sldId="386"/>
            <ac:spMk id="10" creationId="{BF145767-DA85-4448-9A19-6221DD1AFC33}"/>
          </ac:spMkLst>
        </pc:spChg>
        <pc:spChg chg="add mod">
          <ac:chgData name="Josué Silva de Morais" userId="f406c2cd-edfc-4057-be10-75858098c663" providerId="ADAL" clId="{A1824FC7-00A9-4708-B7FB-71BF84356830}" dt="2026-05-11T11:30:15.323" v="5274"/>
          <ac:spMkLst>
            <pc:docMk/>
            <pc:sldMk cId="155266061" sldId="386"/>
            <ac:spMk id="11" creationId="{747E7A89-05F8-41B9-A5A3-46AEC4B6600C}"/>
          </ac:spMkLst>
        </pc:spChg>
        <pc:spChg chg="add mod">
          <ac:chgData name="Josué Silva de Morais" userId="f406c2cd-edfc-4057-be10-75858098c663" providerId="ADAL" clId="{A1824FC7-00A9-4708-B7FB-71BF84356830}" dt="2026-05-11T11:30:15.333" v="5283"/>
          <ac:spMkLst>
            <pc:docMk/>
            <pc:sldMk cId="155266061" sldId="386"/>
            <ac:spMk id="12" creationId="{66165488-D3DA-496E-8637-9B32838C8A99}"/>
          </ac:spMkLst>
        </pc:spChg>
        <pc:spChg chg="add mod">
          <ac:chgData name="Josué Silva de Morais" userId="f406c2cd-edfc-4057-be10-75858098c663" providerId="ADAL" clId="{A1824FC7-00A9-4708-B7FB-71BF84356830}" dt="2026-05-11T11:30:15.338" v="5289"/>
          <ac:spMkLst>
            <pc:docMk/>
            <pc:sldMk cId="155266061" sldId="386"/>
            <ac:spMk id="13" creationId="{74A700C5-2B88-4C70-AE88-022B4A643927}"/>
          </ac:spMkLst>
        </pc:spChg>
        <pc:spChg chg="add mod">
          <ac:chgData name="Josué Silva de Morais" userId="f406c2cd-edfc-4057-be10-75858098c663" providerId="ADAL" clId="{A1824FC7-00A9-4708-B7FB-71BF84356830}" dt="2026-05-11T11:30:15.346" v="5294"/>
          <ac:spMkLst>
            <pc:docMk/>
            <pc:sldMk cId="155266061" sldId="386"/>
            <ac:spMk id="14" creationId="{FEEE263D-4300-453F-B86F-CB7784C7383B}"/>
          </ac:spMkLst>
        </pc:spChg>
        <pc:spChg chg="add mod">
          <ac:chgData name="Josué Silva de Morais" userId="f406c2cd-edfc-4057-be10-75858098c663" providerId="ADAL" clId="{A1824FC7-00A9-4708-B7FB-71BF84356830}" dt="2026-05-11T11:30:15.349" v="5298"/>
          <ac:spMkLst>
            <pc:docMk/>
            <pc:sldMk cId="155266061" sldId="386"/>
            <ac:spMk id="15" creationId="{17ACA5CF-6F48-4FF9-BDD7-FF5ACBBF660F}"/>
          </ac:spMkLst>
        </pc:spChg>
        <pc:spChg chg="add mod">
          <ac:chgData name="Josué Silva de Morais" userId="f406c2cd-edfc-4057-be10-75858098c663" providerId="ADAL" clId="{A1824FC7-00A9-4708-B7FB-71BF84356830}" dt="2026-05-11T11:30:15.355" v="5307"/>
          <ac:spMkLst>
            <pc:docMk/>
            <pc:sldMk cId="155266061" sldId="386"/>
            <ac:spMk id="16" creationId="{63274704-1843-4B7B-A85B-C69FA15F685B}"/>
          </ac:spMkLst>
        </pc:spChg>
        <pc:spChg chg="add mod">
          <ac:chgData name="Josué Silva de Morais" userId="f406c2cd-edfc-4057-be10-75858098c663" providerId="ADAL" clId="{A1824FC7-00A9-4708-B7FB-71BF84356830}" dt="2026-05-11T11:30:15.363" v="5313"/>
          <ac:spMkLst>
            <pc:docMk/>
            <pc:sldMk cId="155266061" sldId="386"/>
            <ac:spMk id="17" creationId="{89C6DBFA-FE71-44F6-BE25-2B232CE713BA}"/>
          </ac:spMkLst>
        </pc:spChg>
        <pc:spChg chg="add mod">
          <ac:chgData name="Josué Silva de Morais" userId="f406c2cd-edfc-4057-be10-75858098c663" providerId="ADAL" clId="{A1824FC7-00A9-4708-B7FB-71BF84356830}" dt="2026-05-11T11:30:15.369" v="5318"/>
          <ac:spMkLst>
            <pc:docMk/>
            <pc:sldMk cId="155266061" sldId="386"/>
            <ac:spMk id="18" creationId="{A268973B-E03D-453C-A196-AB51BAED86FE}"/>
          </ac:spMkLst>
        </pc:spChg>
        <pc:spChg chg="add mod">
          <ac:chgData name="Josué Silva de Morais" userId="f406c2cd-edfc-4057-be10-75858098c663" providerId="ADAL" clId="{A1824FC7-00A9-4708-B7FB-71BF84356830}" dt="2026-05-11T11:30:15.372" v="5322"/>
          <ac:spMkLst>
            <pc:docMk/>
            <pc:sldMk cId="155266061" sldId="386"/>
            <ac:spMk id="19" creationId="{4C87BA5B-4181-4DEF-86B0-FB97915593EA}"/>
          </ac:spMkLst>
        </pc:spChg>
        <pc:spChg chg="add mod">
          <ac:chgData name="Josué Silva de Morais" userId="f406c2cd-edfc-4057-be10-75858098c663" providerId="ADAL" clId="{A1824FC7-00A9-4708-B7FB-71BF84356830}" dt="2026-05-11T11:30:15.382" v="5331"/>
          <ac:spMkLst>
            <pc:docMk/>
            <pc:sldMk cId="155266061" sldId="386"/>
            <ac:spMk id="20" creationId="{0A0F2876-F3B0-471B-BA28-ABFFF0957778}"/>
          </ac:spMkLst>
        </pc:spChg>
        <pc:spChg chg="add mod">
          <ac:chgData name="Josué Silva de Morais" userId="f406c2cd-edfc-4057-be10-75858098c663" providerId="ADAL" clId="{A1824FC7-00A9-4708-B7FB-71BF84356830}" dt="2026-05-11T11:30:15.386" v="5337"/>
          <ac:spMkLst>
            <pc:docMk/>
            <pc:sldMk cId="155266061" sldId="386"/>
            <ac:spMk id="21" creationId="{FA4A3AF5-AA83-4200-99EA-29C647AA4E44}"/>
          </ac:spMkLst>
        </pc:spChg>
        <pc:spChg chg="add mod">
          <ac:chgData name="Josué Silva de Morais" userId="f406c2cd-edfc-4057-be10-75858098c663" providerId="ADAL" clId="{A1824FC7-00A9-4708-B7FB-71BF84356830}" dt="2026-05-11T11:30:15.393" v="5342"/>
          <ac:spMkLst>
            <pc:docMk/>
            <pc:sldMk cId="155266061" sldId="386"/>
            <ac:spMk id="22" creationId="{12C8A752-8CD1-489E-BECD-A19BAC8EC90D}"/>
          </ac:spMkLst>
        </pc:spChg>
        <pc:spChg chg="add mod">
          <ac:chgData name="Josué Silva de Morais" userId="f406c2cd-edfc-4057-be10-75858098c663" providerId="ADAL" clId="{A1824FC7-00A9-4708-B7FB-71BF84356830}" dt="2026-05-11T11:30:15.397" v="5346"/>
          <ac:spMkLst>
            <pc:docMk/>
            <pc:sldMk cId="155266061" sldId="386"/>
            <ac:spMk id="23" creationId="{358CA795-5F0D-453E-A05B-5E1ACE8DC468}"/>
          </ac:spMkLst>
        </pc:spChg>
        <pc:spChg chg="add mod">
          <ac:chgData name="Josué Silva de Morais" userId="f406c2cd-edfc-4057-be10-75858098c663" providerId="ADAL" clId="{A1824FC7-00A9-4708-B7FB-71BF84356830}" dt="2026-05-11T11:30:15.403" v="5355"/>
          <ac:spMkLst>
            <pc:docMk/>
            <pc:sldMk cId="155266061" sldId="386"/>
            <ac:spMk id="24" creationId="{F9A82DF4-F668-4746-B93A-5AFCDA1F68C4}"/>
          </ac:spMkLst>
        </pc:spChg>
        <pc:spChg chg="add mod">
          <ac:chgData name="Josué Silva de Morais" userId="f406c2cd-edfc-4057-be10-75858098c663" providerId="ADAL" clId="{A1824FC7-00A9-4708-B7FB-71BF84356830}" dt="2026-05-11T11:30:15.412" v="5361"/>
          <ac:spMkLst>
            <pc:docMk/>
            <pc:sldMk cId="155266061" sldId="386"/>
            <ac:spMk id="25" creationId="{ECE4BD00-3563-4D51-8507-93CEF5792648}"/>
          </ac:spMkLst>
        </pc:spChg>
        <pc:spChg chg="add mod">
          <ac:chgData name="Josué Silva de Morais" userId="f406c2cd-edfc-4057-be10-75858098c663" providerId="ADAL" clId="{A1824FC7-00A9-4708-B7FB-71BF84356830}" dt="2026-05-11T11:30:15.416" v="5366"/>
          <ac:spMkLst>
            <pc:docMk/>
            <pc:sldMk cId="155266061" sldId="386"/>
            <ac:spMk id="26" creationId="{C5130F01-FD1D-41BA-8BF5-EE03A9975971}"/>
          </ac:spMkLst>
        </pc:spChg>
        <pc:spChg chg="add mod">
          <ac:chgData name="Josué Silva de Morais" userId="f406c2cd-edfc-4057-be10-75858098c663" providerId="ADAL" clId="{A1824FC7-00A9-4708-B7FB-71BF84356830}" dt="2026-05-11T11:30:15.420" v="5370"/>
          <ac:spMkLst>
            <pc:docMk/>
            <pc:sldMk cId="155266061" sldId="386"/>
            <ac:spMk id="27" creationId="{50E49A72-B365-491E-B389-4C768F3CAA7C}"/>
          </ac:spMkLst>
        </pc:spChg>
        <pc:spChg chg="add mod">
          <ac:chgData name="Josué Silva de Morais" userId="f406c2cd-edfc-4057-be10-75858098c663" providerId="ADAL" clId="{A1824FC7-00A9-4708-B7FB-71BF84356830}" dt="2026-05-11T11:30:15.430" v="5379"/>
          <ac:spMkLst>
            <pc:docMk/>
            <pc:sldMk cId="155266061" sldId="386"/>
            <ac:spMk id="28" creationId="{24C6094B-9087-40B2-AE03-DC7184E3F0E0}"/>
          </ac:spMkLst>
        </pc:spChg>
        <pc:spChg chg="add mod">
          <ac:chgData name="Josué Silva de Morais" userId="f406c2cd-edfc-4057-be10-75858098c663" providerId="ADAL" clId="{A1824FC7-00A9-4708-B7FB-71BF84356830}" dt="2026-05-11T11:30:15.435" v="5385"/>
          <ac:spMkLst>
            <pc:docMk/>
            <pc:sldMk cId="155266061" sldId="386"/>
            <ac:spMk id="29" creationId="{A5301E26-1A34-4A02-BDE6-DD1625E5D4B5}"/>
          </ac:spMkLst>
        </pc:spChg>
        <pc:spChg chg="add mod">
          <ac:chgData name="Josué Silva de Morais" userId="f406c2cd-edfc-4057-be10-75858098c663" providerId="ADAL" clId="{A1824FC7-00A9-4708-B7FB-71BF84356830}" dt="2026-05-11T11:30:15.443" v="5390"/>
          <ac:spMkLst>
            <pc:docMk/>
            <pc:sldMk cId="155266061" sldId="386"/>
            <ac:spMk id="30" creationId="{69585CF0-FD11-48EA-BAB8-CB32CEF75FB9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6.463" v="5414"/>
        <pc:sldMkLst>
          <pc:docMk/>
          <pc:sldMk cId="944236489" sldId="387"/>
        </pc:sldMkLst>
        <pc:spChg chg="add mod">
          <ac:chgData name="Josué Silva de Morais" userId="f406c2cd-edfc-4057-be10-75858098c663" providerId="ADAL" clId="{A1824FC7-00A9-4708-B7FB-71BF84356830}" dt="2026-05-11T11:31:06.432" v="5394"/>
          <ac:spMkLst>
            <pc:docMk/>
            <pc:sldMk cId="944236489" sldId="387"/>
            <ac:spMk id="2" creationId="{0AA88816-9E11-4BA2-B03B-39E2E3470D69}"/>
          </ac:spMkLst>
        </pc:spChg>
        <pc:spChg chg="add mod">
          <ac:chgData name="Josué Silva de Morais" userId="f406c2cd-edfc-4057-be10-75858098c663" providerId="ADAL" clId="{A1824FC7-00A9-4708-B7FB-71BF84356830}" dt="2026-05-11T11:31:06.438" v="5397"/>
          <ac:spMkLst>
            <pc:docMk/>
            <pc:sldMk cId="944236489" sldId="387"/>
            <ac:spMk id="3" creationId="{BDD76711-78E9-4B89-AAB6-EF98736DE0E4}"/>
          </ac:spMkLst>
        </pc:spChg>
        <pc:spChg chg="add mod">
          <ac:chgData name="Josué Silva de Morais" userId="f406c2cd-edfc-4057-be10-75858098c663" providerId="ADAL" clId="{A1824FC7-00A9-4708-B7FB-71BF84356830}" dt="2026-05-11T11:31:06.448" v="5403"/>
          <ac:spMkLst>
            <pc:docMk/>
            <pc:sldMk cId="944236489" sldId="387"/>
            <ac:spMk id="4" creationId="{AE1CF80C-BED1-48CF-990C-4B34B46C44EF}"/>
          </ac:spMkLst>
        </pc:spChg>
        <pc:spChg chg="add mod">
          <ac:chgData name="Josué Silva de Morais" userId="f406c2cd-edfc-4057-be10-75858098c663" providerId="ADAL" clId="{A1824FC7-00A9-4708-B7FB-71BF84356830}" dt="2026-05-11T11:31:06.458" v="5409"/>
          <ac:spMkLst>
            <pc:docMk/>
            <pc:sldMk cId="944236489" sldId="387"/>
            <ac:spMk id="5" creationId="{D395CEB5-3D5B-4012-8202-1BA83A83473B}"/>
          </ac:spMkLst>
        </pc:spChg>
        <pc:spChg chg="add mod">
          <ac:chgData name="Josué Silva de Morais" userId="f406c2cd-edfc-4057-be10-75858098c663" providerId="ADAL" clId="{A1824FC7-00A9-4708-B7FB-71BF84356830}" dt="2026-05-11T11:31:06.463" v="5414"/>
          <ac:spMkLst>
            <pc:docMk/>
            <pc:sldMk cId="944236489" sldId="387"/>
            <ac:spMk id="6" creationId="{8A241A32-CF18-4414-9143-2ED7B6336E6C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6.672" v="5550"/>
        <pc:sldMkLst>
          <pc:docMk/>
          <pc:sldMk cId="1641502733" sldId="388"/>
        </pc:sldMkLst>
        <pc:spChg chg="add mod">
          <ac:chgData name="Josué Silva de Morais" userId="f406c2cd-edfc-4057-be10-75858098c663" providerId="ADAL" clId="{A1824FC7-00A9-4708-B7FB-71BF84356830}" dt="2026-05-11T11:31:06.497" v="5418"/>
          <ac:spMkLst>
            <pc:docMk/>
            <pc:sldMk cId="1641502733" sldId="388"/>
            <ac:spMk id="2" creationId="{9FA7F88A-941B-428E-871F-D6634F70BEB6}"/>
          </ac:spMkLst>
        </pc:spChg>
        <pc:spChg chg="add mod">
          <ac:chgData name="Josué Silva de Morais" userId="f406c2cd-edfc-4057-be10-75858098c663" providerId="ADAL" clId="{A1824FC7-00A9-4708-B7FB-71BF84356830}" dt="2026-05-11T11:31:06.506" v="5424"/>
          <ac:spMkLst>
            <pc:docMk/>
            <pc:sldMk cId="1641502733" sldId="388"/>
            <ac:spMk id="3" creationId="{0A708605-F555-4576-A72F-63DFB76C5AFB}"/>
          </ac:spMkLst>
        </pc:spChg>
        <pc:spChg chg="add mod">
          <ac:chgData name="Josué Silva de Morais" userId="f406c2cd-edfc-4057-be10-75858098c663" providerId="ADAL" clId="{A1824FC7-00A9-4708-B7FB-71BF84356830}" dt="2026-05-11T11:31:06.512" v="5430"/>
          <ac:spMkLst>
            <pc:docMk/>
            <pc:sldMk cId="1641502733" sldId="388"/>
            <ac:spMk id="4" creationId="{5939E2E7-BEBB-4F84-9FF4-2F1DA0DC2432}"/>
          </ac:spMkLst>
        </pc:spChg>
        <pc:spChg chg="add mod">
          <ac:chgData name="Josué Silva de Morais" userId="f406c2cd-edfc-4057-be10-75858098c663" providerId="ADAL" clId="{A1824FC7-00A9-4708-B7FB-71BF84356830}" dt="2026-05-11T11:31:06.514" v="5433"/>
          <ac:spMkLst>
            <pc:docMk/>
            <pc:sldMk cId="1641502733" sldId="388"/>
            <ac:spMk id="5" creationId="{7FDADC7F-E99E-49BF-BFBB-175BC858AFE0}"/>
          </ac:spMkLst>
        </pc:spChg>
        <pc:spChg chg="add mod">
          <ac:chgData name="Josué Silva de Morais" userId="f406c2cd-edfc-4057-be10-75858098c663" providerId="ADAL" clId="{A1824FC7-00A9-4708-B7FB-71BF84356830}" dt="2026-05-11T11:31:06.521" v="5437"/>
          <ac:spMkLst>
            <pc:docMk/>
            <pc:sldMk cId="1641502733" sldId="388"/>
            <ac:spMk id="6" creationId="{5284488C-13F0-4F6D-9757-13AB365D2A4B}"/>
          </ac:spMkLst>
        </pc:spChg>
        <pc:spChg chg="add mod">
          <ac:chgData name="Josué Silva de Morais" userId="f406c2cd-edfc-4057-be10-75858098c663" providerId="ADAL" clId="{A1824FC7-00A9-4708-B7FB-71BF84356830}" dt="2026-05-11T11:31:06.528" v="5443"/>
          <ac:spMkLst>
            <pc:docMk/>
            <pc:sldMk cId="1641502733" sldId="388"/>
            <ac:spMk id="7" creationId="{7B181E01-6A85-43EC-A764-9A1CB31303BF}"/>
          </ac:spMkLst>
        </pc:spChg>
        <pc:spChg chg="add mod">
          <ac:chgData name="Josué Silva de Morais" userId="f406c2cd-edfc-4057-be10-75858098c663" providerId="ADAL" clId="{A1824FC7-00A9-4708-B7FB-71BF84356830}" dt="2026-05-11T11:31:06.536" v="5449"/>
          <ac:spMkLst>
            <pc:docMk/>
            <pc:sldMk cId="1641502733" sldId="388"/>
            <ac:spMk id="8" creationId="{D7A2EC25-9429-47EC-8D37-E4DAB2F6711D}"/>
          </ac:spMkLst>
        </pc:spChg>
        <pc:spChg chg="add mod">
          <ac:chgData name="Josué Silva de Morais" userId="f406c2cd-edfc-4057-be10-75858098c663" providerId="ADAL" clId="{A1824FC7-00A9-4708-B7FB-71BF84356830}" dt="2026-05-11T11:31:06.540" v="5452"/>
          <ac:spMkLst>
            <pc:docMk/>
            <pc:sldMk cId="1641502733" sldId="388"/>
            <ac:spMk id="9" creationId="{FDCB0FA1-4839-446D-8DAC-668B779FC09E}"/>
          </ac:spMkLst>
        </pc:spChg>
        <pc:spChg chg="add mod">
          <ac:chgData name="Josué Silva de Morais" userId="f406c2cd-edfc-4057-be10-75858098c663" providerId="ADAL" clId="{A1824FC7-00A9-4708-B7FB-71BF84356830}" dt="2026-05-11T11:31:06.546" v="5458"/>
          <ac:spMkLst>
            <pc:docMk/>
            <pc:sldMk cId="1641502733" sldId="388"/>
            <ac:spMk id="10" creationId="{9CE5F217-A263-4706-84E8-69BABC008560}"/>
          </ac:spMkLst>
        </pc:spChg>
        <pc:spChg chg="add mod">
          <ac:chgData name="Josué Silva de Morais" userId="f406c2cd-edfc-4057-be10-75858098c663" providerId="ADAL" clId="{A1824FC7-00A9-4708-B7FB-71BF84356830}" dt="2026-05-11T11:31:06.549" v="5461"/>
          <ac:spMkLst>
            <pc:docMk/>
            <pc:sldMk cId="1641502733" sldId="388"/>
            <ac:spMk id="11" creationId="{7A669B8A-70D1-4DF7-807A-CEA3A988019F}"/>
          </ac:spMkLst>
        </pc:spChg>
        <pc:spChg chg="add mod">
          <ac:chgData name="Josué Silva de Morais" userId="f406c2cd-edfc-4057-be10-75858098c663" providerId="ADAL" clId="{A1824FC7-00A9-4708-B7FB-71BF84356830}" dt="2026-05-11T11:31:06.559" v="5467"/>
          <ac:spMkLst>
            <pc:docMk/>
            <pc:sldMk cId="1641502733" sldId="388"/>
            <ac:spMk id="12" creationId="{A48D7F17-E772-4F03-A382-3E41D51FDF8A}"/>
          </ac:spMkLst>
        </pc:spChg>
        <pc:spChg chg="add mod">
          <ac:chgData name="Josué Silva de Morais" userId="f406c2cd-edfc-4057-be10-75858098c663" providerId="ADAL" clId="{A1824FC7-00A9-4708-B7FB-71BF84356830}" dt="2026-05-11T11:31:06.564" v="5472"/>
          <ac:spMkLst>
            <pc:docMk/>
            <pc:sldMk cId="1641502733" sldId="388"/>
            <ac:spMk id="13" creationId="{5C7BFC01-FEEA-44E3-9158-70BF2D835AD0}"/>
          </ac:spMkLst>
        </pc:spChg>
        <pc:spChg chg="add mod">
          <ac:chgData name="Josué Silva de Morais" userId="f406c2cd-edfc-4057-be10-75858098c663" providerId="ADAL" clId="{A1824FC7-00A9-4708-B7FB-71BF84356830}" dt="2026-05-11T11:31:06.571" v="5476"/>
          <ac:spMkLst>
            <pc:docMk/>
            <pc:sldMk cId="1641502733" sldId="388"/>
            <ac:spMk id="14" creationId="{F84BF60B-011C-4C19-BA46-E9387D69CA37}"/>
          </ac:spMkLst>
        </pc:spChg>
        <pc:spChg chg="add mod">
          <ac:chgData name="Josué Silva de Morais" userId="f406c2cd-edfc-4057-be10-75858098c663" providerId="ADAL" clId="{A1824FC7-00A9-4708-B7FB-71BF84356830}" dt="2026-05-11T11:31:06.578" v="5482"/>
          <ac:spMkLst>
            <pc:docMk/>
            <pc:sldMk cId="1641502733" sldId="388"/>
            <ac:spMk id="15" creationId="{BD150BE4-2976-44C1-9183-C6EC37CF0C64}"/>
          </ac:spMkLst>
        </pc:spChg>
        <pc:spChg chg="add mod">
          <ac:chgData name="Josué Silva de Morais" userId="f406c2cd-edfc-4057-be10-75858098c663" providerId="ADAL" clId="{A1824FC7-00A9-4708-B7FB-71BF84356830}" dt="2026-05-11T11:31:06.588" v="5488"/>
          <ac:spMkLst>
            <pc:docMk/>
            <pc:sldMk cId="1641502733" sldId="388"/>
            <ac:spMk id="16" creationId="{EA77F03F-499A-41E3-8EA4-C438B8C471CC}"/>
          </ac:spMkLst>
        </pc:spChg>
        <pc:spChg chg="add mod">
          <ac:chgData name="Josué Silva de Morais" userId="f406c2cd-edfc-4057-be10-75858098c663" providerId="ADAL" clId="{A1824FC7-00A9-4708-B7FB-71BF84356830}" dt="2026-05-11T11:31:06.590" v="5491"/>
          <ac:spMkLst>
            <pc:docMk/>
            <pc:sldMk cId="1641502733" sldId="388"/>
            <ac:spMk id="17" creationId="{779D8B37-C4EE-4CBD-8F4F-AF16632ABBF4}"/>
          </ac:spMkLst>
        </pc:spChg>
        <pc:spChg chg="add mod">
          <ac:chgData name="Josué Silva de Morais" userId="f406c2cd-edfc-4057-be10-75858098c663" providerId="ADAL" clId="{A1824FC7-00A9-4708-B7FB-71BF84356830}" dt="2026-05-11T11:31:06.598" v="5497"/>
          <ac:spMkLst>
            <pc:docMk/>
            <pc:sldMk cId="1641502733" sldId="388"/>
            <ac:spMk id="18" creationId="{E5E1C9DD-3EB5-45A9-9CA0-381B29CC01CD}"/>
          </ac:spMkLst>
        </pc:spChg>
        <pc:spChg chg="add mod">
          <ac:chgData name="Josué Silva de Morais" userId="f406c2cd-edfc-4057-be10-75858098c663" providerId="ADAL" clId="{A1824FC7-00A9-4708-B7FB-71BF84356830}" dt="2026-05-11T11:31:06.602" v="5500"/>
          <ac:spMkLst>
            <pc:docMk/>
            <pc:sldMk cId="1641502733" sldId="388"/>
            <ac:spMk id="19" creationId="{B3622CAA-99A7-473B-9A9F-3868DDD42DF7}"/>
          </ac:spMkLst>
        </pc:spChg>
        <pc:spChg chg="add mod">
          <ac:chgData name="Josué Silva de Morais" userId="f406c2cd-edfc-4057-be10-75858098c663" providerId="ADAL" clId="{A1824FC7-00A9-4708-B7FB-71BF84356830}" dt="2026-05-11T11:31:06.611" v="5506"/>
          <ac:spMkLst>
            <pc:docMk/>
            <pc:sldMk cId="1641502733" sldId="388"/>
            <ac:spMk id="20" creationId="{E1E1F548-9875-4188-8D40-338943BB4B9F}"/>
          </ac:spMkLst>
        </pc:spChg>
        <pc:spChg chg="add mod">
          <ac:chgData name="Josué Silva de Morais" userId="f406c2cd-edfc-4057-be10-75858098c663" providerId="ADAL" clId="{A1824FC7-00A9-4708-B7FB-71BF84356830}" dt="2026-05-11T11:31:06.617" v="5511"/>
          <ac:spMkLst>
            <pc:docMk/>
            <pc:sldMk cId="1641502733" sldId="388"/>
            <ac:spMk id="21" creationId="{6314B656-29C5-45A8-BF3A-6EE23809995E}"/>
          </ac:spMkLst>
        </pc:spChg>
        <pc:spChg chg="add mod">
          <ac:chgData name="Josué Silva de Morais" userId="f406c2cd-edfc-4057-be10-75858098c663" providerId="ADAL" clId="{A1824FC7-00A9-4708-B7FB-71BF84356830}" dt="2026-05-11T11:31:06.623" v="5515"/>
          <ac:spMkLst>
            <pc:docMk/>
            <pc:sldMk cId="1641502733" sldId="388"/>
            <ac:spMk id="22" creationId="{8DC47D27-2358-45A0-88C6-90240F244E1B}"/>
          </ac:spMkLst>
        </pc:spChg>
        <pc:spChg chg="add mod">
          <ac:chgData name="Josué Silva de Morais" userId="f406c2cd-edfc-4057-be10-75858098c663" providerId="ADAL" clId="{A1824FC7-00A9-4708-B7FB-71BF84356830}" dt="2026-05-11T11:31:06.629" v="5521"/>
          <ac:spMkLst>
            <pc:docMk/>
            <pc:sldMk cId="1641502733" sldId="388"/>
            <ac:spMk id="23" creationId="{506762FB-6FBD-497D-8E5D-7990FA5B89C0}"/>
          </ac:spMkLst>
        </pc:spChg>
        <pc:spChg chg="add mod">
          <ac:chgData name="Josué Silva de Morais" userId="f406c2cd-edfc-4057-be10-75858098c663" providerId="ADAL" clId="{A1824FC7-00A9-4708-B7FB-71BF84356830}" dt="2026-05-11T11:31:06.638" v="5527"/>
          <ac:spMkLst>
            <pc:docMk/>
            <pc:sldMk cId="1641502733" sldId="388"/>
            <ac:spMk id="24" creationId="{5472CFA7-8C54-4BA5-9720-C856420A9E8D}"/>
          </ac:spMkLst>
        </pc:spChg>
        <pc:spChg chg="add mod">
          <ac:chgData name="Josué Silva de Morais" userId="f406c2cd-edfc-4057-be10-75858098c663" providerId="ADAL" clId="{A1824FC7-00A9-4708-B7FB-71BF84356830}" dt="2026-05-11T11:31:06.641" v="5530"/>
          <ac:spMkLst>
            <pc:docMk/>
            <pc:sldMk cId="1641502733" sldId="388"/>
            <ac:spMk id="25" creationId="{360E6E40-AA7B-4A63-87D7-1E60BD0869E2}"/>
          </ac:spMkLst>
        </pc:spChg>
        <pc:spChg chg="add mod">
          <ac:chgData name="Josué Silva de Morais" userId="f406c2cd-edfc-4057-be10-75858098c663" providerId="ADAL" clId="{A1824FC7-00A9-4708-B7FB-71BF84356830}" dt="2026-05-11T11:31:06.650" v="5536"/>
          <ac:spMkLst>
            <pc:docMk/>
            <pc:sldMk cId="1641502733" sldId="388"/>
            <ac:spMk id="26" creationId="{1F3364D6-6996-4A10-AB71-24508B1AF32C}"/>
          </ac:spMkLst>
        </pc:spChg>
        <pc:spChg chg="add mod">
          <ac:chgData name="Josué Silva de Morais" userId="f406c2cd-edfc-4057-be10-75858098c663" providerId="ADAL" clId="{A1824FC7-00A9-4708-B7FB-71BF84356830}" dt="2026-05-11T11:31:06.655" v="5539"/>
          <ac:spMkLst>
            <pc:docMk/>
            <pc:sldMk cId="1641502733" sldId="388"/>
            <ac:spMk id="27" creationId="{B07539EE-0C7D-45CB-B8E9-CB67E4DFE6E9}"/>
          </ac:spMkLst>
        </pc:spChg>
        <pc:spChg chg="add mod">
          <ac:chgData name="Josué Silva de Morais" userId="f406c2cd-edfc-4057-be10-75858098c663" providerId="ADAL" clId="{A1824FC7-00A9-4708-B7FB-71BF84356830}" dt="2026-05-11T11:31:06.662" v="5545"/>
          <ac:spMkLst>
            <pc:docMk/>
            <pc:sldMk cId="1641502733" sldId="388"/>
            <ac:spMk id="28" creationId="{329BE340-14BE-4575-81B5-0671EAB12DC7}"/>
          </ac:spMkLst>
        </pc:spChg>
        <pc:spChg chg="add mod">
          <ac:chgData name="Josué Silva de Morais" userId="f406c2cd-edfc-4057-be10-75858098c663" providerId="ADAL" clId="{A1824FC7-00A9-4708-B7FB-71BF84356830}" dt="2026-05-11T11:31:06.672" v="5550"/>
          <ac:spMkLst>
            <pc:docMk/>
            <pc:sldMk cId="1641502733" sldId="388"/>
            <ac:spMk id="29" creationId="{AD53C995-09A1-4CBD-929E-4F7D38F6AC6A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6.881" v="5686"/>
        <pc:sldMkLst>
          <pc:docMk/>
          <pc:sldMk cId="3113341990" sldId="389"/>
        </pc:sldMkLst>
        <pc:spChg chg="add mod">
          <ac:chgData name="Josué Silva de Morais" userId="f406c2cd-edfc-4057-be10-75858098c663" providerId="ADAL" clId="{A1824FC7-00A9-4708-B7FB-71BF84356830}" dt="2026-05-11T11:31:06.726" v="5554"/>
          <ac:spMkLst>
            <pc:docMk/>
            <pc:sldMk cId="3113341990" sldId="389"/>
            <ac:spMk id="2" creationId="{CC60B763-5A77-4F20-9F7B-2BCBCB065447}"/>
          </ac:spMkLst>
        </pc:spChg>
        <pc:spChg chg="add mod">
          <ac:chgData name="Josué Silva de Morais" userId="f406c2cd-edfc-4057-be10-75858098c663" providerId="ADAL" clId="{A1824FC7-00A9-4708-B7FB-71BF84356830}" dt="2026-05-11T11:31:06.732" v="5560"/>
          <ac:spMkLst>
            <pc:docMk/>
            <pc:sldMk cId="3113341990" sldId="389"/>
            <ac:spMk id="3" creationId="{64646181-31E8-4237-9923-D894A07CCF6F}"/>
          </ac:spMkLst>
        </pc:spChg>
        <pc:spChg chg="add mod">
          <ac:chgData name="Josué Silva de Morais" userId="f406c2cd-edfc-4057-be10-75858098c663" providerId="ADAL" clId="{A1824FC7-00A9-4708-B7FB-71BF84356830}" dt="2026-05-11T11:31:06.741" v="5566"/>
          <ac:spMkLst>
            <pc:docMk/>
            <pc:sldMk cId="3113341990" sldId="389"/>
            <ac:spMk id="4" creationId="{9279F995-6046-4B4F-8E70-96EAEF7F8609}"/>
          </ac:spMkLst>
        </pc:spChg>
        <pc:spChg chg="add mod">
          <ac:chgData name="Josué Silva de Morais" userId="f406c2cd-edfc-4057-be10-75858098c663" providerId="ADAL" clId="{A1824FC7-00A9-4708-B7FB-71BF84356830}" dt="2026-05-11T11:31:06.744" v="5569"/>
          <ac:spMkLst>
            <pc:docMk/>
            <pc:sldMk cId="3113341990" sldId="389"/>
            <ac:spMk id="5" creationId="{750BE84B-8B9A-4291-860D-E5BBC7F34717}"/>
          </ac:spMkLst>
        </pc:spChg>
        <pc:spChg chg="add mod">
          <ac:chgData name="Josué Silva de Morais" userId="f406c2cd-edfc-4057-be10-75858098c663" providerId="ADAL" clId="{A1824FC7-00A9-4708-B7FB-71BF84356830}" dt="2026-05-11T11:31:06.747" v="5573"/>
          <ac:spMkLst>
            <pc:docMk/>
            <pc:sldMk cId="3113341990" sldId="389"/>
            <ac:spMk id="6" creationId="{AB50530A-CC06-43E1-A5ED-2809A6672212}"/>
          </ac:spMkLst>
        </pc:spChg>
        <pc:spChg chg="add mod">
          <ac:chgData name="Josué Silva de Morais" userId="f406c2cd-edfc-4057-be10-75858098c663" providerId="ADAL" clId="{A1824FC7-00A9-4708-B7FB-71BF84356830}" dt="2026-05-11T11:31:06.756" v="5579"/>
          <ac:spMkLst>
            <pc:docMk/>
            <pc:sldMk cId="3113341990" sldId="389"/>
            <ac:spMk id="7" creationId="{77BD74C7-513A-4336-89DC-5679ED7F6C02}"/>
          </ac:spMkLst>
        </pc:spChg>
        <pc:spChg chg="add mod">
          <ac:chgData name="Josué Silva de Morais" userId="f406c2cd-edfc-4057-be10-75858098c663" providerId="ADAL" clId="{A1824FC7-00A9-4708-B7FB-71BF84356830}" dt="2026-05-11T11:31:06.761" v="5585"/>
          <ac:spMkLst>
            <pc:docMk/>
            <pc:sldMk cId="3113341990" sldId="389"/>
            <ac:spMk id="8" creationId="{6A7182F9-9452-41F6-BA07-14B451E30029}"/>
          </ac:spMkLst>
        </pc:spChg>
        <pc:spChg chg="add mod">
          <ac:chgData name="Josué Silva de Morais" userId="f406c2cd-edfc-4057-be10-75858098c663" providerId="ADAL" clId="{A1824FC7-00A9-4708-B7FB-71BF84356830}" dt="2026-05-11T11:31:06.763" v="5588"/>
          <ac:spMkLst>
            <pc:docMk/>
            <pc:sldMk cId="3113341990" sldId="389"/>
            <ac:spMk id="9" creationId="{F492384E-228A-4738-9438-55478DA5D861}"/>
          </ac:spMkLst>
        </pc:spChg>
        <pc:spChg chg="add mod">
          <ac:chgData name="Josué Silva de Morais" userId="f406c2cd-edfc-4057-be10-75858098c663" providerId="ADAL" clId="{A1824FC7-00A9-4708-B7FB-71BF84356830}" dt="2026-05-11T11:31:06.774" v="5594"/>
          <ac:spMkLst>
            <pc:docMk/>
            <pc:sldMk cId="3113341990" sldId="389"/>
            <ac:spMk id="10" creationId="{D03D00E8-5DE9-42EC-A684-46A46A79512D}"/>
          </ac:spMkLst>
        </pc:spChg>
        <pc:spChg chg="add mod">
          <ac:chgData name="Josué Silva de Morais" userId="f406c2cd-edfc-4057-be10-75858098c663" providerId="ADAL" clId="{A1824FC7-00A9-4708-B7FB-71BF84356830}" dt="2026-05-11T11:31:06.776" v="5597"/>
          <ac:spMkLst>
            <pc:docMk/>
            <pc:sldMk cId="3113341990" sldId="389"/>
            <ac:spMk id="11" creationId="{96F6D4C8-BF17-4664-B679-58E40BDD6B52}"/>
          </ac:spMkLst>
        </pc:spChg>
        <pc:spChg chg="add mod">
          <ac:chgData name="Josué Silva de Morais" userId="f406c2cd-edfc-4057-be10-75858098c663" providerId="ADAL" clId="{A1824FC7-00A9-4708-B7FB-71BF84356830}" dt="2026-05-11T11:31:06.782" v="5603"/>
          <ac:spMkLst>
            <pc:docMk/>
            <pc:sldMk cId="3113341990" sldId="389"/>
            <ac:spMk id="12" creationId="{84BF8406-8CC4-417B-82FF-EFA117F3C522}"/>
          </ac:spMkLst>
        </pc:spChg>
        <pc:spChg chg="add mod">
          <ac:chgData name="Josué Silva de Morais" userId="f406c2cd-edfc-4057-be10-75858098c663" providerId="ADAL" clId="{A1824FC7-00A9-4708-B7FB-71BF84356830}" dt="2026-05-11T11:31:06.791" v="5608"/>
          <ac:spMkLst>
            <pc:docMk/>
            <pc:sldMk cId="3113341990" sldId="389"/>
            <ac:spMk id="13" creationId="{FBB5934B-D5F0-467B-8F08-F1746B30ABEB}"/>
          </ac:spMkLst>
        </pc:spChg>
        <pc:spChg chg="add mod">
          <ac:chgData name="Josué Silva de Morais" userId="f406c2cd-edfc-4057-be10-75858098c663" providerId="ADAL" clId="{A1824FC7-00A9-4708-B7FB-71BF84356830}" dt="2026-05-11T11:31:06.794" v="5612"/>
          <ac:spMkLst>
            <pc:docMk/>
            <pc:sldMk cId="3113341990" sldId="389"/>
            <ac:spMk id="14" creationId="{4270C15A-2D39-4685-9F4B-E91C7A870A1F}"/>
          </ac:spMkLst>
        </pc:spChg>
        <pc:spChg chg="add mod">
          <ac:chgData name="Josué Silva de Morais" userId="f406c2cd-edfc-4057-be10-75858098c663" providerId="ADAL" clId="{A1824FC7-00A9-4708-B7FB-71BF84356830}" dt="2026-05-11T11:31:06.802" v="5618"/>
          <ac:spMkLst>
            <pc:docMk/>
            <pc:sldMk cId="3113341990" sldId="389"/>
            <ac:spMk id="15" creationId="{3D072E72-1744-4F6F-A369-988AD30264B2}"/>
          </ac:spMkLst>
        </pc:spChg>
        <pc:spChg chg="add mod">
          <ac:chgData name="Josué Silva de Morais" userId="f406c2cd-edfc-4057-be10-75858098c663" providerId="ADAL" clId="{A1824FC7-00A9-4708-B7FB-71BF84356830}" dt="2026-05-11T11:31:06.809" v="5624"/>
          <ac:spMkLst>
            <pc:docMk/>
            <pc:sldMk cId="3113341990" sldId="389"/>
            <ac:spMk id="16" creationId="{BB4A1706-24E9-43B8-AF43-9EB0ECF63420}"/>
          </ac:spMkLst>
        </pc:spChg>
        <pc:spChg chg="add mod">
          <ac:chgData name="Josué Silva de Morais" userId="f406c2cd-edfc-4057-be10-75858098c663" providerId="ADAL" clId="{A1824FC7-00A9-4708-B7FB-71BF84356830}" dt="2026-05-11T11:31:06.812" v="5627"/>
          <ac:spMkLst>
            <pc:docMk/>
            <pc:sldMk cId="3113341990" sldId="389"/>
            <ac:spMk id="17" creationId="{E0CEA355-DE13-434D-B13B-231C083DF32A}"/>
          </ac:spMkLst>
        </pc:spChg>
        <pc:spChg chg="add mod">
          <ac:chgData name="Josué Silva de Morais" userId="f406c2cd-edfc-4057-be10-75858098c663" providerId="ADAL" clId="{A1824FC7-00A9-4708-B7FB-71BF84356830}" dt="2026-05-11T11:31:06.819" v="5633"/>
          <ac:spMkLst>
            <pc:docMk/>
            <pc:sldMk cId="3113341990" sldId="389"/>
            <ac:spMk id="18" creationId="{69856D3A-1A30-4C80-96C9-A55885D451EF}"/>
          </ac:spMkLst>
        </pc:spChg>
        <pc:spChg chg="add mod">
          <ac:chgData name="Josué Silva de Morais" userId="f406c2cd-edfc-4057-be10-75858098c663" providerId="ADAL" clId="{A1824FC7-00A9-4708-B7FB-71BF84356830}" dt="2026-05-11T11:31:06.821" v="5636"/>
          <ac:spMkLst>
            <pc:docMk/>
            <pc:sldMk cId="3113341990" sldId="389"/>
            <ac:spMk id="19" creationId="{A016B895-F400-4CB5-899C-8377491F9DD9}"/>
          </ac:spMkLst>
        </pc:spChg>
        <pc:spChg chg="add mod">
          <ac:chgData name="Josué Silva de Morais" userId="f406c2cd-edfc-4057-be10-75858098c663" providerId="ADAL" clId="{A1824FC7-00A9-4708-B7FB-71BF84356830}" dt="2026-05-11T11:31:06.827" v="5642"/>
          <ac:spMkLst>
            <pc:docMk/>
            <pc:sldMk cId="3113341990" sldId="389"/>
            <ac:spMk id="20" creationId="{09E9472B-4E36-4CB7-B0BD-B5615A582D04}"/>
          </ac:spMkLst>
        </pc:spChg>
        <pc:spChg chg="add mod">
          <ac:chgData name="Josué Silva de Morais" userId="f406c2cd-edfc-4057-be10-75858098c663" providerId="ADAL" clId="{A1824FC7-00A9-4708-B7FB-71BF84356830}" dt="2026-05-11T11:31:06.832" v="5647"/>
          <ac:spMkLst>
            <pc:docMk/>
            <pc:sldMk cId="3113341990" sldId="389"/>
            <ac:spMk id="21" creationId="{704029FC-7744-4464-AB11-081D6474F628}"/>
          </ac:spMkLst>
        </pc:spChg>
        <pc:spChg chg="add mod">
          <ac:chgData name="Josué Silva de Morais" userId="f406c2cd-edfc-4057-be10-75858098c663" providerId="ADAL" clId="{A1824FC7-00A9-4708-B7FB-71BF84356830}" dt="2026-05-11T11:31:06.838" v="5651"/>
          <ac:spMkLst>
            <pc:docMk/>
            <pc:sldMk cId="3113341990" sldId="389"/>
            <ac:spMk id="22" creationId="{C026C51A-1DBF-4691-82C5-F9F77C8AC435}"/>
          </ac:spMkLst>
        </pc:spChg>
        <pc:spChg chg="add mod">
          <ac:chgData name="Josué Silva de Morais" userId="f406c2cd-edfc-4057-be10-75858098c663" providerId="ADAL" clId="{A1824FC7-00A9-4708-B7FB-71BF84356830}" dt="2026-05-11T11:31:06.844" v="5657"/>
          <ac:spMkLst>
            <pc:docMk/>
            <pc:sldMk cId="3113341990" sldId="389"/>
            <ac:spMk id="23" creationId="{C84A94E7-9E30-4BEE-81D3-8F32749831A3}"/>
          </ac:spMkLst>
        </pc:spChg>
        <pc:spChg chg="add mod">
          <ac:chgData name="Josué Silva de Morais" userId="f406c2cd-edfc-4057-be10-75858098c663" providerId="ADAL" clId="{A1824FC7-00A9-4708-B7FB-71BF84356830}" dt="2026-05-11T11:31:06.852" v="5663"/>
          <ac:spMkLst>
            <pc:docMk/>
            <pc:sldMk cId="3113341990" sldId="389"/>
            <ac:spMk id="24" creationId="{C714529D-2E63-4C5E-8DD6-0781BF918F8D}"/>
          </ac:spMkLst>
        </pc:spChg>
        <pc:spChg chg="add mod">
          <ac:chgData name="Josué Silva de Morais" userId="f406c2cd-edfc-4057-be10-75858098c663" providerId="ADAL" clId="{A1824FC7-00A9-4708-B7FB-71BF84356830}" dt="2026-05-11T11:31:06.856" v="5666"/>
          <ac:spMkLst>
            <pc:docMk/>
            <pc:sldMk cId="3113341990" sldId="389"/>
            <ac:spMk id="25" creationId="{568C1F34-6DF1-445D-A393-770A554FEF82}"/>
          </ac:spMkLst>
        </pc:spChg>
        <pc:spChg chg="add mod">
          <ac:chgData name="Josué Silva de Morais" userId="f406c2cd-edfc-4057-be10-75858098c663" providerId="ADAL" clId="{A1824FC7-00A9-4708-B7FB-71BF84356830}" dt="2026-05-11T11:31:06.863" v="5672"/>
          <ac:spMkLst>
            <pc:docMk/>
            <pc:sldMk cId="3113341990" sldId="389"/>
            <ac:spMk id="26" creationId="{C918C52D-751E-4C94-AD3C-635C62C05781}"/>
          </ac:spMkLst>
        </pc:spChg>
        <pc:spChg chg="add mod">
          <ac:chgData name="Josué Silva de Morais" userId="f406c2cd-edfc-4057-be10-75858098c663" providerId="ADAL" clId="{A1824FC7-00A9-4708-B7FB-71BF84356830}" dt="2026-05-11T11:31:06.865" v="5675"/>
          <ac:spMkLst>
            <pc:docMk/>
            <pc:sldMk cId="3113341990" sldId="389"/>
            <ac:spMk id="27" creationId="{D62845FB-62A1-4310-B80E-A2EDE0875A7B}"/>
          </ac:spMkLst>
        </pc:spChg>
        <pc:spChg chg="add mod">
          <ac:chgData name="Josué Silva de Morais" userId="f406c2cd-edfc-4057-be10-75858098c663" providerId="ADAL" clId="{A1824FC7-00A9-4708-B7FB-71BF84356830}" dt="2026-05-11T11:31:06.876" v="5681"/>
          <ac:spMkLst>
            <pc:docMk/>
            <pc:sldMk cId="3113341990" sldId="389"/>
            <ac:spMk id="28" creationId="{BF9C98EE-17F9-448A-A8F4-36CB271C954F}"/>
          </ac:spMkLst>
        </pc:spChg>
        <pc:spChg chg="add mod">
          <ac:chgData name="Josué Silva de Morais" userId="f406c2cd-edfc-4057-be10-75858098c663" providerId="ADAL" clId="{A1824FC7-00A9-4708-B7FB-71BF84356830}" dt="2026-05-11T11:31:06.881" v="5686"/>
          <ac:spMkLst>
            <pc:docMk/>
            <pc:sldMk cId="3113341990" sldId="389"/>
            <ac:spMk id="29" creationId="{9A5E7E5F-A2C3-4D0E-9D74-904227685E57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07.106" v="5848"/>
        <pc:sldMkLst>
          <pc:docMk/>
          <pc:sldMk cId="3915302541" sldId="390"/>
        </pc:sldMkLst>
        <pc:spChg chg="add mod">
          <ac:chgData name="Josué Silva de Morais" userId="f406c2cd-edfc-4057-be10-75858098c663" providerId="ADAL" clId="{A1824FC7-00A9-4708-B7FB-71BF84356830}" dt="2026-05-11T11:31:06.921" v="5690"/>
          <ac:spMkLst>
            <pc:docMk/>
            <pc:sldMk cId="3915302541" sldId="390"/>
            <ac:spMk id="2" creationId="{67930290-575D-4D26-B5EB-9ED533B64DBC}"/>
          </ac:spMkLst>
        </pc:spChg>
        <pc:spChg chg="add mod">
          <ac:chgData name="Josué Silva de Morais" userId="f406c2cd-edfc-4057-be10-75858098c663" providerId="ADAL" clId="{A1824FC7-00A9-4708-B7FB-71BF84356830}" dt="2026-05-11T11:31:06.927" v="5696"/>
          <ac:spMkLst>
            <pc:docMk/>
            <pc:sldMk cId="3915302541" sldId="390"/>
            <ac:spMk id="3" creationId="{9ADB9F21-2EBC-4632-AD62-7A750B04D5F5}"/>
          </ac:spMkLst>
        </pc:spChg>
        <pc:spChg chg="add mod">
          <ac:chgData name="Josué Silva de Morais" userId="f406c2cd-edfc-4057-be10-75858098c663" providerId="ADAL" clId="{A1824FC7-00A9-4708-B7FB-71BF84356830}" dt="2026-05-11T11:31:06.933" v="5702"/>
          <ac:spMkLst>
            <pc:docMk/>
            <pc:sldMk cId="3915302541" sldId="390"/>
            <ac:spMk id="4" creationId="{32A43849-CD1B-41D0-9AFE-1DBB0FDEB034}"/>
          </ac:spMkLst>
        </pc:spChg>
        <pc:spChg chg="add mod">
          <ac:chgData name="Josué Silva de Morais" userId="f406c2cd-edfc-4057-be10-75858098c663" providerId="ADAL" clId="{A1824FC7-00A9-4708-B7FB-71BF84356830}" dt="2026-05-11T11:31:06.937" v="5705"/>
          <ac:spMkLst>
            <pc:docMk/>
            <pc:sldMk cId="3915302541" sldId="390"/>
            <ac:spMk id="5" creationId="{EDF6DA93-7CC0-45DE-ADE7-39E82BC0239D}"/>
          </ac:spMkLst>
        </pc:spChg>
        <pc:spChg chg="add mod">
          <ac:chgData name="Josué Silva de Morais" userId="f406c2cd-edfc-4057-be10-75858098c663" providerId="ADAL" clId="{A1824FC7-00A9-4708-B7FB-71BF84356830}" dt="2026-05-11T11:31:06.943" v="5710"/>
          <ac:spMkLst>
            <pc:docMk/>
            <pc:sldMk cId="3915302541" sldId="390"/>
            <ac:spMk id="6" creationId="{4F7D2DFA-2631-4654-A978-DDF81D111607}"/>
          </ac:spMkLst>
        </pc:spChg>
        <pc:spChg chg="add mod">
          <ac:chgData name="Josué Silva de Morais" userId="f406c2cd-edfc-4057-be10-75858098c663" providerId="ADAL" clId="{A1824FC7-00A9-4708-B7FB-71BF84356830}" dt="2026-05-11T11:31:06.947" v="5714"/>
          <ac:spMkLst>
            <pc:docMk/>
            <pc:sldMk cId="3915302541" sldId="390"/>
            <ac:spMk id="7" creationId="{4776E011-8EF5-4AFC-BB4E-1D7FCB59DB11}"/>
          </ac:spMkLst>
        </pc:spChg>
        <pc:spChg chg="add mod">
          <ac:chgData name="Josué Silva de Morais" userId="f406c2cd-edfc-4057-be10-75858098c663" providerId="ADAL" clId="{A1824FC7-00A9-4708-B7FB-71BF84356830}" dt="2026-05-11T11:31:06.949" v="5717"/>
          <ac:spMkLst>
            <pc:docMk/>
            <pc:sldMk cId="3915302541" sldId="390"/>
            <ac:spMk id="8" creationId="{2A1C21BA-5388-4FFB-82D2-6A377DD42628}"/>
          </ac:spMkLst>
        </pc:spChg>
        <pc:spChg chg="add mod">
          <ac:chgData name="Josué Silva de Morais" userId="f406c2cd-edfc-4057-be10-75858098c663" providerId="ADAL" clId="{A1824FC7-00A9-4708-B7FB-71BF84356830}" dt="2026-05-11T11:31:06.956" v="5721"/>
          <ac:spMkLst>
            <pc:docMk/>
            <pc:sldMk cId="3915302541" sldId="390"/>
            <ac:spMk id="9" creationId="{0E51B3E5-83CF-4F5C-AF6C-A19476498EDB}"/>
          </ac:spMkLst>
        </pc:spChg>
        <pc:spChg chg="add mod">
          <ac:chgData name="Josué Silva de Morais" userId="f406c2cd-edfc-4057-be10-75858098c663" providerId="ADAL" clId="{A1824FC7-00A9-4708-B7FB-71BF84356830}" dt="2026-05-11T11:31:06.962" v="5728"/>
          <ac:spMkLst>
            <pc:docMk/>
            <pc:sldMk cId="3915302541" sldId="390"/>
            <ac:spMk id="10" creationId="{0539C53F-D30B-4195-A44C-BBA5CB0F7BB4}"/>
          </ac:spMkLst>
        </pc:spChg>
        <pc:spChg chg="add mod">
          <ac:chgData name="Josué Silva de Morais" userId="f406c2cd-edfc-4057-be10-75858098c663" providerId="ADAL" clId="{A1824FC7-00A9-4708-B7FB-71BF84356830}" dt="2026-05-11T11:31:06.971" v="5733"/>
          <ac:spMkLst>
            <pc:docMk/>
            <pc:sldMk cId="3915302541" sldId="390"/>
            <ac:spMk id="11" creationId="{947ED886-D466-4A4C-B73C-0668A88CAA76}"/>
          </ac:spMkLst>
        </pc:spChg>
        <pc:spChg chg="add mod">
          <ac:chgData name="Josué Silva de Morais" userId="f406c2cd-edfc-4057-be10-75858098c663" providerId="ADAL" clId="{A1824FC7-00A9-4708-B7FB-71BF84356830}" dt="2026-05-11T11:31:06.974" v="5737"/>
          <ac:spMkLst>
            <pc:docMk/>
            <pc:sldMk cId="3915302541" sldId="390"/>
            <ac:spMk id="12" creationId="{14F4C587-A94D-4A61-B8D6-A1318F6DB522}"/>
          </ac:spMkLst>
        </pc:spChg>
        <pc:spChg chg="add mod">
          <ac:chgData name="Josué Silva de Morais" userId="f406c2cd-edfc-4057-be10-75858098c663" providerId="ADAL" clId="{A1824FC7-00A9-4708-B7FB-71BF84356830}" dt="2026-05-11T11:31:06.977" v="5740"/>
          <ac:spMkLst>
            <pc:docMk/>
            <pc:sldMk cId="3915302541" sldId="390"/>
            <ac:spMk id="13" creationId="{85DCD81C-63DB-40D1-B5BF-CD9C2042D4D4}"/>
          </ac:spMkLst>
        </pc:spChg>
        <pc:spChg chg="add mod">
          <ac:chgData name="Josué Silva de Morais" userId="f406c2cd-edfc-4057-be10-75858098c663" providerId="ADAL" clId="{A1824FC7-00A9-4708-B7FB-71BF84356830}" dt="2026-05-11T11:31:06.981" v="5744"/>
          <ac:spMkLst>
            <pc:docMk/>
            <pc:sldMk cId="3915302541" sldId="390"/>
            <ac:spMk id="14" creationId="{E2232523-DD46-49CA-B395-50870F271F57}"/>
          </ac:spMkLst>
        </pc:spChg>
        <pc:spChg chg="add mod">
          <ac:chgData name="Josué Silva de Morais" userId="f406c2cd-edfc-4057-be10-75858098c663" providerId="ADAL" clId="{A1824FC7-00A9-4708-B7FB-71BF84356830}" dt="2026-05-11T11:31:06.991" v="5751"/>
          <ac:spMkLst>
            <pc:docMk/>
            <pc:sldMk cId="3915302541" sldId="390"/>
            <ac:spMk id="15" creationId="{E9EF68B5-FC07-4E94-9F08-6A8B53ADB209}"/>
          </ac:spMkLst>
        </pc:spChg>
        <pc:spChg chg="add mod">
          <ac:chgData name="Josué Silva de Morais" userId="f406c2cd-edfc-4057-be10-75858098c663" providerId="ADAL" clId="{A1824FC7-00A9-4708-B7FB-71BF84356830}" dt="2026-05-11T11:31:06.996" v="5756"/>
          <ac:spMkLst>
            <pc:docMk/>
            <pc:sldMk cId="3915302541" sldId="390"/>
            <ac:spMk id="16" creationId="{E17FB837-7B2B-4DC3-96C2-B4D8C6C9D8F0}"/>
          </ac:spMkLst>
        </pc:spChg>
        <pc:spChg chg="add mod">
          <ac:chgData name="Josué Silva de Morais" userId="f406c2cd-edfc-4057-be10-75858098c663" providerId="ADAL" clId="{A1824FC7-00A9-4708-B7FB-71BF84356830}" dt="2026-05-11T11:31:06.999" v="5760"/>
          <ac:spMkLst>
            <pc:docMk/>
            <pc:sldMk cId="3915302541" sldId="390"/>
            <ac:spMk id="17" creationId="{63DC8751-CB0A-4B69-847B-4BFB3095F6EC}"/>
          </ac:spMkLst>
        </pc:spChg>
        <pc:spChg chg="add mod">
          <ac:chgData name="Josué Silva de Morais" userId="f406c2cd-edfc-4057-be10-75858098c663" providerId="ADAL" clId="{A1824FC7-00A9-4708-B7FB-71BF84356830}" dt="2026-05-11T11:31:07.004" v="5763"/>
          <ac:spMkLst>
            <pc:docMk/>
            <pc:sldMk cId="3915302541" sldId="390"/>
            <ac:spMk id="18" creationId="{2376A0FD-B925-4AF9-9106-8D7D652B7A17}"/>
          </ac:spMkLst>
        </pc:spChg>
        <pc:spChg chg="add mod">
          <ac:chgData name="Josué Silva de Morais" userId="f406c2cd-edfc-4057-be10-75858098c663" providerId="ADAL" clId="{A1824FC7-00A9-4708-B7FB-71BF84356830}" dt="2026-05-11T11:31:07.008" v="5767"/>
          <ac:spMkLst>
            <pc:docMk/>
            <pc:sldMk cId="3915302541" sldId="390"/>
            <ac:spMk id="19" creationId="{5C7AE16A-7023-4722-AAC5-504DBB71A500}"/>
          </ac:spMkLst>
        </pc:spChg>
        <pc:spChg chg="add mod">
          <ac:chgData name="Josué Silva de Morais" userId="f406c2cd-edfc-4057-be10-75858098c663" providerId="ADAL" clId="{A1824FC7-00A9-4708-B7FB-71BF84356830}" dt="2026-05-11T11:31:07.015" v="5774"/>
          <ac:spMkLst>
            <pc:docMk/>
            <pc:sldMk cId="3915302541" sldId="390"/>
            <ac:spMk id="20" creationId="{6033D8B1-9F06-4CC5-BC83-8C8B3DEFCB4A}"/>
          </ac:spMkLst>
        </pc:spChg>
        <pc:spChg chg="add mod">
          <ac:chgData name="Josué Silva de Morais" userId="f406c2cd-edfc-4057-be10-75858098c663" providerId="ADAL" clId="{A1824FC7-00A9-4708-B7FB-71BF84356830}" dt="2026-05-11T11:31:07.023" v="5779"/>
          <ac:spMkLst>
            <pc:docMk/>
            <pc:sldMk cId="3915302541" sldId="390"/>
            <ac:spMk id="21" creationId="{235D1E41-2A57-4A83-A455-0CE709D5DC69}"/>
          </ac:spMkLst>
        </pc:spChg>
        <pc:spChg chg="add mod">
          <ac:chgData name="Josué Silva de Morais" userId="f406c2cd-edfc-4057-be10-75858098c663" providerId="ADAL" clId="{A1824FC7-00A9-4708-B7FB-71BF84356830}" dt="2026-05-11T11:31:07.026" v="5783"/>
          <ac:spMkLst>
            <pc:docMk/>
            <pc:sldMk cId="3915302541" sldId="390"/>
            <ac:spMk id="22" creationId="{68A95EFE-3D34-486B-8F0F-853D0599A36E}"/>
          </ac:spMkLst>
        </pc:spChg>
        <pc:spChg chg="add mod">
          <ac:chgData name="Josué Silva de Morais" userId="f406c2cd-edfc-4057-be10-75858098c663" providerId="ADAL" clId="{A1824FC7-00A9-4708-B7FB-71BF84356830}" dt="2026-05-11T11:31:07.029" v="5786"/>
          <ac:spMkLst>
            <pc:docMk/>
            <pc:sldMk cId="3915302541" sldId="390"/>
            <ac:spMk id="23" creationId="{784EDCB7-C914-4ED9-A2DD-15CFDF87CAF6}"/>
          </ac:spMkLst>
        </pc:spChg>
        <pc:spChg chg="add mod">
          <ac:chgData name="Josué Silva de Morais" userId="f406c2cd-edfc-4057-be10-75858098c663" providerId="ADAL" clId="{A1824FC7-00A9-4708-B7FB-71BF84356830}" dt="2026-05-11T11:31:07.032" v="5790"/>
          <ac:spMkLst>
            <pc:docMk/>
            <pc:sldMk cId="3915302541" sldId="390"/>
            <ac:spMk id="24" creationId="{57141F8B-9DFD-4A57-9CC7-34BA5EDB75D3}"/>
          </ac:spMkLst>
        </pc:spChg>
        <pc:spChg chg="add mod">
          <ac:chgData name="Josué Silva de Morais" userId="f406c2cd-edfc-4057-be10-75858098c663" providerId="ADAL" clId="{A1824FC7-00A9-4708-B7FB-71BF84356830}" dt="2026-05-11T11:31:07.041" v="5797"/>
          <ac:spMkLst>
            <pc:docMk/>
            <pc:sldMk cId="3915302541" sldId="390"/>
            <ac:spMk id="25" creationId="{3A639CB2-CFA6-4414-9837-75CF2D1B9871}"/>
          </ac:spMkLst>
        </pc:spChg>
        <pc:spChg chg="add mod">
          <ac:chgData name="Josué Silva de Morais" userId="f406c2cd-edfc-4057-be10-75858098c663" providerId="ADAL" clId="{A1824FC7-00A9-4708-B7FB-71BF84356830}" dt="2026-05-11T11:31:07.047" v="5802"/>
          <ac:spMkLst>
            <pc:docMk/>
            <pc:sldMk cId="3915302541" sldId="390"/>
            <ac:spMk id="26" creationId="{E258AD38-D636-4456-BE07-5F2ACE7E24C8}"/>
          </ac:spMkLst>
        </pc:spChg>
        <pc:spChg chg="add mod">
          <ac:chgData name="Josué Silva de Morais" userId="f406c2cd-edfc-4057-be10-75858098c663" providerId="ADAL" clId="{A1824FC7-00A9-4708-B7FB-71BF84356830}" dt="2026-05-11T11:31:07.054" v="5806"/>
          <ac:spMkLst>
            <pc:docMk/>
            <pc:sldMk cId="3915302541" sldId="390"/>
            <ac:spMk id="27" creationId="{ACD8C334-FF03-4F4B-94EE-F1F704F98501}"/>
          </ac:spMkLst>
        </pc:spChg>
        <pc:spChg chg="add mod">
          <ac:chgData name="Josué Silva de Morais" userId="f406c2cd-edfc-4057-be10-75858098c663" providerId="ADAL" clId="{A1824FC7-00A9-4708-B7FB-71BF84356830}" dt="2026-05-11T11:31:07.056" v="5809"/>
          <ac:spMkLst>
            <pc:docMk/>
            <pc:sldMk cId="3915302541" sldId="390"/>
            <ac:spMk id="28" creationId="{D423CF87-7373-465C-9272-200A0F0B4B95}"/>
          </ac:spMkLst>
        </pc:spChg>
        <pc:spChg chg="add mod">
          <ac:chgData name="Josué Silva de Morais" userId="f406c2cd-edfc-4057-be10-75858098c663" providerId="ADAL" clId="{A1824FC7-00A9-4708-B7FB-71BF84356830}" dt="2026-05-11T11:31:07.060" v="5813"/>
          <ac:spMkLst>
            <pc:docMk/>
            <pc:sldMk cId="3915302541" sldId="390"/>
            <ac:spMk id="29" creationId="{B5018705-C95F-445C-BA4E-6D7A1C6F3765}"/>
          </ac:spMkLst>
        </pc:spChg>
        <pc:spChg chg="add mod">
          <ac:chgData name="Josué Silva de Morais" userId="f406c2cd-edfc-4057-be10-75858098c663" providerId="ADAL" clId="{A1824FC7-00A9-4708-B7FB-71BF84356830}" dt="2026-05-11T11:31:07.070" v="5820"/>
          <ac:spMkLst>
            <pc:docMk/>
            <pc:sldMk cId="3915302541" sldId="390"/>
            <ac:spMk id="30" creationId="{4098A37D-8B86-4356-A493-B042F2A3736D}"/>
          </ac:spMkLst>
        </pc:spChg>
        <pc:spChg chg="add mod">
          <ac:chgData name="Josué Silva de Morais" userId="f406c2cd-edfc-4057-be10-75858098c663" providerId="ADAL" clId="{A1824FC7-00A9-4708-B7FB-71BF84356830}" dt="2026-05-11T11:31:07.076" v="5825"/>
          <ac:spMkLst>
            <pc:docMk/>
            <pc:sldMk cId="3915302541" sldId="390"/>
            <ac:spMk id="31" creationId="{302B5F4E-0136-4F04-A3C5-3E0F72F08FDC}"/>
          </ac:spMkLst>
        </pc:spChg>
        <pc:spChg chg="add mod">
          <ac:chgData name="Josué Silva de Morais" userId="f406c2cd-edfc-4057-be10-75858098c663" providerId="ADAL" clId="{A1824FC7-00A9-4708-B7FB-71BF84356830}" dt="2026-05-11T11:31:07.079" v="5829"/>
          <ac:spMkLst>
            <pc:docMk/>
            <pc:sldMk cId="3915302541" sldId="390"/>
            <ac:spMk id="32" creationId="{18B57145-AE42-4347-8C83-E32B396D7716}"/>
          </ac:spMkLst>
        </pc:spChg>
        <pc:spChg chg="add mod">
          <ac:chgData name="Josué Silva de Morais" userId="f406c2cd-edfc-4057-be10-75858098c663" providerId="ADAL" clId="{A1824FC7-00A9-4708-B7FB-71BF84356830}" dt="2026-05-11T11:31:07.082" v="5832"/>
          <ac:spMkLst>
            <pc:docMk/>
            <pc:sldMk cId="3915302541" sldId="390"/>
            <ac:spMk id="33" creationId="{4CA88330-96B2-4747-89D6-E611D962C2DA}"/>
          </ac:spMkLst>
        </pc:spChg>
        <pc:spChg chg="add mod">
          <ac:chgData name="Josué Silva de Morais" userId="f406c2cd-edfc-4057-be10-75858098c663" providerId="ADAL" clId="{A1824FC7-00A9-4708-B7FB-71BF84356830}" dt="2026-05-11T11:31:07.089" v="5836"/>
          <ac:spMkLst>
            <pc:docMk/>
            <pc:sldMk cId="3915302541" sldId="390"/>
            <ac:spMk id="34" creationId="{EB8ABB18-0396-4086-9C01-9E41BFC53303}"/>
          </ac:spMkLst>
        </pc:spChg>
        <pc:spChg chg="add mod">
          <ac:chgData name="Josué Silva de Morais" userId="f406c2cd-edfc-4057-be10-75858098c663" providerId="ADAL" clId="{A1824FC7-00A9-4708-B7FB-71BF84356830}" dt="2026-05-11T11:31:07.098" v="5843"/>
          <ac:spMkLst>
            <pc:docMk/>
            <pc:sldMk cId="3915302541" sldId="390"/>
            <ac:spMk id="35" creationId="{00917CA6-B275-4E32-83CB-3AE7C471821E}"/>
          </ac:spMkLst>
        </pc:spChg>
        <pc:spChg chg="add mod">
          <ac:chgData name="Josué Silva de Morais" userId="f406c2cd-edfc-4057-be10-75858098c663" providerId="ADAL" clId="{A1824FC7-00A9-4708-B7FB-71BF84356830}" dt="2026-05-11T11:31:07.106" v="5848"/>
          <ac:spMkLst>
            <pc:docMk/>
            <pc:sldMk cId="3915302541" sldId="390"/>
            <ac:spMk id="36" creationId="{9B094504-9A96-4B18-9ADA-0B19AC8E016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58.872" v="5872"/>
        <pc:sldMkLst>
          <pc:docMk/>
          <pc:sldMk cId="1334524061" sldId="391"/>
        </pc:sldMkLst>
        <pc:spChg chg="add mod">
          <ac:chgData name="Josué Silva de Morais" userId="f406c2cd-edfc-4057-be10-75858098c663" providerId="ADAL" clId="{A1824FC7-00A9-4708-B7FB-71BF84356830}" dt="2026-05-11T11:31:58.848" v="5852"/>
          <ac:spMkLst>
            <pc:docMk/>
            <pc:sldMk cId="1334524061" sldId="391"/>
            <ac:spMk id="2" creationId="{7F5A94B9-ADB6-483C-840A-616DFC36ABF3}"/>
          </ac:spMkLst>
        </pc:spChg>
        <pc:spChg chg="add mod">
          <ac:chgData name="Josué Silva de Morais" userId="f406c2cd-edfc-4057-be10-75858098c663" providerId="ADAL" clId="{A1824FC7-00A9-4708-B7FB-71BF84356830}" dt="2026-05-11T11:31:58.852" v="5855"/>
          <ac:spMkLst>
            <pc:docMk/>
            <pc:sldMk cId="1334524061" sldId="391"/>
            <ac:spMk id="3" creationId="{63F05B6F-D803-40DC-8ACA-28A3D9B89D52}"/>
          </ac:spMkLst>
        </pc:spChg>
        <pc:spChg chg="add mod">
          <ac:chgData name="Josué Silva de Morais" userId="f406c2cd-edfc-4057-be10-75858098c663" providerId="ADAL" clId="{A1824FC7-00A9-4708-B7FB-71BF84356830}" dt="2026-05-11T11:31:58.857" v="5861"/>
          <ac:spMkLst>
            <pc:docMk/>
            <pc:sldMk cId="1334524061" sldId="391"/>
            <ac:spMk id="4" creationId="{B1C5A3F5-B2F8-40C9-B13D-01290C2342AC}"/>
          </ac:spMkLst>
        </pc:spChg>
        <pc:spChg chg="add mod">
          <ac:chgData name="Josué Silva de Morais" userId="f406c2cd-edfc-4057-be10-75858098c663" providerId="ADAL" clId="{A1824FC7-00A9-4708-B7FB-71BF84356830}" dt="2026-05-11T11:31:58.867" v="5867"/>
          <ac:spMkLst>
            <pc:docMk/>
            <pc:sldMk cId="1334524061" sldId="391"/>
            <ac:spMk id="5" creationId="{663F3CD3-C3E3-4D02-A005-DAD16027C031}"/>
          </ac:spMkLst>
        </pc:spChg>
        <pc:spChg chg="add mod">
          <ac:chgData name="Josué Silva de Morais" userId="f406c2cd-edfc-4057-be10-75858098c663" providerId="ADAL" clId="{A1824FC7-00A9-4708-B7FB-71BF84356830}" dt="2026-05-11T11:31:58.872" v="5872"/>
          <ac:spMkLst>
            <pc:docMk/>
            <pc:sldMk cId="1334524061" sldId="391"/>
            <ac:spMk id="6" creationId="{ACCCE04E-28BF-4BDC-A80D-A677B36E713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59.199" v="6026"/>
        <pc:sldMkLst>
          <pc:docMk/>
          <pc:sldMk cId="3045731605" sldId="392"/>
        </pc:sldMkLst>
        <pc:spChg chg="add mod">
          <ac:chgData name="Josué Silva de Morais" userId="f406c2cd-edfc-4057-be10-75858098c663" providerId="ADAL" clId="{A1824FC7-00A9-4708-B7FB-71BF84356830}" dt="2026-05-11T11:31:58.904" v="5876"/>
          <ac:spMkLst>
            <pc:docMk/>
            <pc:sldMk cId="3045731605" sldId="392"/>
            <ac:spMk id="2" creationId="{262CCCD2-4870-4E27-BE7E-EE268837C6A8}"/>
          </ac:spMkLst>
        </pc:spChg>
        <pc:spChg chg="add mod">
          <ac:chgData name="Josué Silva de Morais" userId="f406c2cd-edfc-4057-be10-75858098c663" providerId="ADAL" clId="{A1824FC7-00A9-4708-B7FB-71BF84356830}" dt="2026-05-11T11:31:58.914" v="5882"/>
          <ac:spMkLst>
            <pc:docMk/>
            <pc:sldMk cId="3045731605" sldId="392"/>
            <ac:spMk id="3" creationId="{71204986-94C0-461B-8AB8-6E0F245145AC}"/>
          </ac:spMkLst>
        </pc:spChg>
        <pc:spChg chg="add mod">
          <ac:chgData name="Josué Silva de Morais" userId="f406c2cd-edfc-4057-be10-75858098c663" providerId="ADAL" clId="{A1824FC7-00A9-4708-B7FB-71BF84356830}" dt="2026-05-11T11:31:58.921" v="5888"/>
          <ac:spMkLst>
            <pc:docMk/>
            <pc:sldMk cId="3045731605" sldId="392"/>
            <ac:spMk id="4" creationId="{3C3E3BDC-FA70-47F4-83FB-584DB94B3E2E}"/>
          </ac:spMkLst>
        </pc:spChg>
        <pc:spChg chg="add mod">
          <ac:chgData name="Josué Silva de Morais" userId="f406c2cd-edfc-4057-be10-75858098c663" providerId="ADAL" clId="{A1824FC7-00A9-4708-B7FB-71BF84356830}" dt="2026-05-11T11:31:58.925" v="5891"/>
          <ac:spMkLst>
            <pc:docMk/>
            <pc:sldMk cId="3045731605" sldId="392"/>
            <ac:spMk id="5" creationId="{F90BA529-986B-41A1-A48D-9CF8A5F2F0EA}"/>
          </ac:spMkLst>
        </pc:spChg>
        <pc:spChg chg="add mod">
          <ac:chgData name="Josué Silva de Morais" userId="f406c2cd-edfc-4057-be10-75858098c663" providerId="ADAL" clId="{A1824FC7-00A9-4708-B7FB-71BF84356830}" dt="2026-05-11T11:31:58.930" v="5895"/>
          <ac:spMkLst>
            <pc:docMk/>
            <pc:sldMk cId="3045731605" sldId="392"/>
            <ac:spMk id="6" creationId="{FD825338-AED1-40EC-BA05-ED4491961052}"/>
          </ac:spMkLst>
        </pc:spChg>
        <pc:spChg chg="add mod">
          <ac:chgData name="Josué Silva de Morais" userId="f406c2cd-edfc-4057-be10-75858098c663" providerId="ADAL" clId="{A1824FC7-00A9-4708-B7FB-71BF84356830}" dt="2026-05-11T11:31:58.939" v="5901"/>
          <ac:spMkLst>
            <pc:docMk/>
            <pc:sldMk cId="3045731605" sldId="392"/>
            <ac:spMk id="7" creationId="{7A6BC06E-93A6-4A8F-9DE2-07C5165AFB99}"/>
          </ac:spMkLst>
        </pc:spChg>
        <pc:spChg chg="add mod">
          <ac:chgData name="Josué Silva de Morais" userId="f406c2cd-edfc-4057-be10-75858098c663" providerId="ADAL" clId="{A1824FC7-00A9-4708-B7FB-71BF84356830}" dt="2026-05-11T11:31:58.948" v="5906"/>
          <ac:spMkLst>
            <pc:docMk/>
            <pc:sldMk cId="3045731605" sldId="392"/>
            <ac:spMk id="8" creationId="{683F729C-9A2A-406D-821E-159FECE91C70}"/>
          </ac:spMkLst>
        </pc:spChg>
        <pc:spChg chg="add mod">
          <ac:chgData name="Josué Silva de Morais" userId="f406c2cd-edfc-4057-be10-75858098c663" providerId="ADAL" clId="{A1824FC7-00A9-4708-B7FB-71BF84356830}" dt="2026-05-11T11:31:58.958" v="5912"/>
          <ac:spMkLst>
            <pc:docMk/>
            <pc:sldMk cId="3045731605" sldId="392"/>
            <ac:spMk id="9" creationId="{5DA9206B-B35B-4A16-B1E1-7DDFA89DC121}"/>
          </ac:spMkLst>
        </pc:spChg>
        <pc:spChg chg="add mod">
          <ac:chgData name="Josué Silva de Morais" userId="f406c2cd-edfc-4057-be10-75858098c663" providerId="ADAL" clId="{A1824FC7-00A9-4708-B7FB-71BF84356830}" dt="2026-05-11T11:31:58.967" v="5917"/>
          <ac:spMkLst>
            <pc:docMk/>
            <pc:sldMk cId="3045731605" sldId="392"/>
            <ac:spMk id="10" creationId="{C9103C74-269B-4B5A-9FD8-FD4A0DEF85F0}"/>
          </ac:spMkLst>
        </pc:spChg>
        <pc:spChg chg="add mod">
          <ac:chgData name="Josué Silva de Morais" userId="f406c2cd-edfc-4057-be10-75858098c663" providerId="ADAL" clId="{A1824FC7-00A9-4708-B7FB-71BF84356830}" dt="2026-05-11T11:31:58.978" v="5922"/>
          <ac:spMkLst>
            <pc:docMk/>
            <pc:sldMk cId="3045731605" sldId="392"/>
            <ac:spMk id="11" creationId="{8055CEF9-9D0C-4656-8E38-95FA26D0BD17}"/>
          </ac:spMkLst>
        </pc:spChg>
        <pc:spChg chg="add mod">
          <ac:chgData name="Josué Silva de Morais" userId="f406c2cd-edfc-4057-be10-75858098c663" providerId="ADAL" clId="{A1824FC7-00A9-4708-B7FB-71BF84356830}" dt="2026-05-11T11:31:58.987" v="5927"/>
          <ac:spMkLst>
            <pc:docMk/>
            <pc:sldMk cId="3045731605" sldId="392"/>
            <ac:spMk id="12" creationId="{156720A0-34FD-47E2-B4F8-BDCB28D5221C}"/>
          </ac:spMkLst>
        </pc:spChg>
        <pc:spChg chg="add mod">
          <ac:chgData name="Josué Silva de Morais" userId="f406c2cd-edfc-4057-be10-75858098c663" providerId="ADAL" clId="{A1824FC7-00A9-4708-B7FB-71BF84356830}" dt="2026-05-11T11:31:58.997" v="5932"/>
          <ac:spMkLst>
            <pc:docMk/>
            <pc:sldMk cId="3045731605" sldId="392"/>
            <ac:spMk id="13" creationId="{3C7B1743-8145-4311-AC52-07DDD22A3DED}"/>
          </ac:spMkLst>
        </pc:spChg>
        <pc:spChg chg="add mod">
          <ac:chgData name="Josué Silva de Morais" userId="f406c2cd-edfc-4057-be10-75858098c663" providerId="ADAL" clId="{A1824FC7-00A9-4708-B7FB-71BF84356830}" dt="2026-05-11T11:31:59.003" v="5936"/>
          <ac:spMkLst>
            <pc:docMk/>
            <pc:sldMk cId="3045731605" sldId="392"/>
            <ac:spMk id="14" creationId="{60F448AD-CD51-4DE0-BF37-14F4F2F808C4}"/>
          </ac:spMkLst>
        </pc:spChg>
        <pc:spChg chg="add mod">
          <ac:chgData name="Josué Silva de Morais" userId="f406c2cd-edfc-4057-be10-75858098c663" providerId="ADAL" clId="{A1824FC7-00A9-4708-B7FB-71BF84356830}" dt="2026-05-11T11:31:59.016" v="5942"/>
          <ac:spMkLst>
            <pc:docMk/>
            <pc:sldMk cId="3045731605" sldId="392"/>
            <ac:spMk id="15" creationId="{652062EC-B61C-4EE0-B122-BDA93940DC7B}"/>
          </ac:spMkLst>
        </pc:spChg>
        <pc:spChg chg="add mod">
          <ac:chgData name="Josué Silva de Morais" userId="f406c2cd-edfc-4057-be10-75858098c663" providerId="ADAL" clId="{A1824FC7-00A9-4708-B7FB-71BF84356830}" dt="2026-05-11T11:31:59.020" v="5945"/>
          <ac:spMkLst>
            <pc:docMk/>
            <pc:sldMk cId="3045731605" sldId="392"/>
            <ac:spMk id="16" creationId="{2F380AE8-B69A-485C-B0A6-479453DACEB5}"/>
          </ac:spMkLst>
        </pc:spChg>
        <pc:spChg chg="add mod">
          <ac:chgData name="Josué Silva de Morais" userId="f406c2cd-edfc-4057-be10-75858098c663" providerId="ADAL" clId="{A1824FC7-00A9-4708-B7FB-71BF84356830}" dt="2026-05-11T11:31:59.034" v="5951"/>
          <ac:spMkLst>
            <pc:docMk/>
            <pc:sldMk cId="3045731605" sldId="392"/>
            <ac:spMk id="17" creationId="{BB5C069C-3202-47F5-BAA3-AB24306D51D4}"/>
          </ac:spMkLst>
        </pc:spChg>
        <pc:spChg chg="add mod">
          <ac:chgData name="Josué Silva de Morais" userId="f406c2cd-edfc-4057-be10-75858098c663" providerId="ADAL" clId="{A1824FC7-00A9-4708-B7FB-71BF84356830}" dt="2026-05-11T11:31:59.073" v="5956"/>
          <ac:spMkLst>
            <pc:docMk/>
            <pc:sldMk cId="3045731605" sldId="392"/>
            <ac:spMk id="18" creationId="{5E8CEA08-8A93-4B37-BFEA-D7945F9ACBA9}"/>
          </ac:spMkLst>
        </pc:spChg>
        <pc:spChg chg="add mod">
          <ac:chgData name="Josué Silva de Morais" userId="f406c2cd-edfc-4057-be10-75858098c663" providerId="ADAL" clId="{A1824FC7-00A9-4708-B7FB-71BF84356830}" dt="2026-05-11T11:31:59.080" v="5959"/>
          <ac:spMkLst>
            <pc:docMk/>
            <pc:sldMk cId="3045731605" sldId="392"/>
            <ac:spMk id="19" creationId="{F80408E0-F826-467E-9909-52D8FB7C780B}"/>
          </ac:spMkLst>
        </pc:spChg>
        <pc:spChg chg="add mod">
          <ac:chgData name="Josué Silva de Morais" userId="f406c2cd-edfc-4057-be10-75858098c663" providerId="ADAL" clId="{A1824FC7-00A9-4708-B7FB-71BF84356830}" dt="2026-05-11T11:31:59.090" v="5965"/>
          <ac:spMkLst>
            <pc:docMk/>
            <pc:sldMk cId="3045731605" sldId="392"/>
            <ac:spMk id="20" creationId="{37B0E12E-D208-4062-A93D-42DFCB35323E}"/>
          </ac:spMkLst>
        </pc:spChg>
        <pc:spChg chg="add mod">
          <ac:chgData name="Josué Silva de Morais" userId="f406c2cd-edfc-4057-be10-75858098c663" providerId="ADAL" clId="{A1824FC7-00A9-4708-B7FB-71BF84356830}" dt="2026-05-11T11:31:59.101" v="5970"/>
          <ac:spMkLst>
            <pc:docMk/>
            <pc:sldMk cId="3045731605" sldId="392"/>
            <ac:spMk id="21" creationId="{1AD2901E-BF9A-46DB-A9DB-EA71E591C24A}"/>
          </ac:spMkLst>
        </pc:spChg>
        <pc:spChg chg="add mod">
          <ac:chgData name="Josué Silva de Morais" userId="f406c2cd-edfc-4057-be10-75858098c663" providerId="ADAL" clId="{A1824FC7-00A9-4708-B7FB-71BF84356830}" dt="2026-05-11T11:31:59.105" v="5973"/>
          <ac:spMkLst>
            <pc:docMk/>
            <pc:sldMk cId="3045731605" sldId="392"/>
            <ac:spMk id="22" creationId="{4DB59DDD-140A-4E03-9950-7A0D0AF8FBEC}"/>
          </ac:spMkLst>
        </pc:spChg>
        <pc:spChg chg="add mod">
          <ac:chgData name="Josué Silva de Morais" userId="f406c2cd-edfc-4057-be10-75858098c663" providerId="ADAL" clId="{A1824FC7-00A9-4708-B7FB-71BF84356830}" dt="2026-05-11T11:31:59.116" v="5979"/>
          <ac:spMkLst>
            <pc:docMk/>
            <pc:sldMk cId="3045731605" sldId="392"/>
            <ac:spMk id="23" creationId="{FCC225D3-1976-4C22-9F7A-24F7E7696D8E}"/>
          </ac:spMkLst>
        </pc:spChg>
        <pc:spChg chg="add mod">
          <ac:chgData name="Josué Silva de Morais" userId="f406c2cd-edfc-4057-be10-75858098c663" providerId="ADAL" clId="{A1824FC7-00A9-4708-B7FB-71BF84356830}" dt="2026-05-11T11:31:59.125" v="5984"/>
          <ac:spMkLst>
            <pc:docMk/>
            <pc:sldMk cId="3045731605" sldId="392"/>
            <ac:spMk id="24" creationId="{49AE857B-CF81-4D15-94C3-C70BFB9D1C40}"/>
          </ac:spMkLst>
        </pc:spChg>
        <pc:spChg chg="add mod">
          <ac:chgData name="Josué Silva de Morais" userId="f406c2cd-edfc-4057-be10-75858098c663" providerId="ADAL" clId="{A1824FC7-00A9-4708-B7FB-71BF84356830}" dt="2026-05-11T11:31:59.131" v="5987"/>
          <ac:spMkLst>
            <pc:docMk/>
            <pc:sldMk cId="3045731605" sldId="392"/>
            <ac:spMk id="25" creationId="{99F9F1CC-58A5-4DB6-A12F-4722A0ABF850}"/>
          </ac:spMkLst>
        </pc:spChg>
        <pc:spChg chg="add mod">
          <ac:chgData name="Josué Silva de Morais" userId="f406c2cd-edfc-4057-be10-75858098c663" providerId="ADAL" clId="{A1824FC7-00A9-4708-B7FB-71BF84356830}" dt="2026-05-11T11:31:59.143" v="5993"/>
          <ac:spMkLst>
            <pc:docMk/>
            <pc:sldMk cId="3045731605" sldId="392"/>
            <ac:spMk id="26" creationId="{83EF721F-A445-49BE-970D-C3835FC1C39B}"/>
          </ac:spMkLst>
        </pc:spChg>
        <pc:spChg chg="add mod">
          <ac:chgData name="Josué Silva de Morais" userId="f406c2cd-edfc-4057-be10-75858098c663" providerId="ADAL" clId="{A1824FC7-00A9-4708-B7FB-71BF84356830}" dt="2026-05-11T11:31:59.154" v="5998"/>
          <ac:spMkLst>
            <pc:docMk/>
            <pc:sldMk cId="3045731605" sldId="392"/>
            <ac:spMk id="27" creationId="{DFC68BC3-1719-4064-B77E-F26620391B2E}"/>
          </ac:spMkLst>
        </pc:spChg>
        <pc:spChg chg="add mod">
          <ac:chgData name="Josué Silva de Morais" userId="f406c2cd-edfc-4057-be10-75858098c663" providerId="ADAL" clId="{A1824FC7-00A9-4708-B7FB-71BF84356830}" dt="2026-05-11T11:31:59.159" v="6001"/>
          <ac:spMkLst>
            <pc:docMk/>
            <pc:sldMk cId="3045731605" sldId="392"/>
            <ac:spMk id="28" creationId="{52FD352F-C765-45FB-925F-42520822581A}"/>
          </ac:spMkLst>
        </pc:spChg>
        <pc:spChg chg="add mod">
          <ac:chgData name="Josué Silva de Morais" userId="f406c2cd-edfc-4057-be10-75858098c663" providerId="ADAL" clId="{A1824FC7-00A9-4708-B7FB-71BF84356830}" dt="2026-05-11T11:31:59.168" v="6007"/>
          <ac:spMkLst>
            <pc:docMk/>
            <pc:sldMk cId="3045731605" sldId="392"/>
            <ac:spMk id="29" creationId="{DD4E7030-746C-4150-ADB7-78971F9B87C0}"/>
          </ac:spMkLst>
        </pc:spChg>
        <pc:spChg chg="add mod">
          <ac:chgData name="Josué Silva de Morais" userId="f406c2cd-edfc-4057-be10-75858098c663" providerId="ADAL" clId="{A1824FC7-00A9-4708-B7FB-71BF84356830}" dt="2026-05-11T11:31:59.178" v="6012"/>
          <ac:spMkLst>
            <pc:docMk/>
            <pc:sldMk cId="3045731605" sldId="392"/>
            <ac:spMk id="30" creationId="{2E129F67-78A1-40AB-B26C-AE664353D407}"/>
          </ac:spMkLst>
        </pc:spChg>
        <pc:spChg chg="add mod">
          <ac:chgData name="Josué Silva de Morais" userId="f406c2cd-edfc-4057-be10-75858098c663" providerId="ADAL" clId="{A1824FC7-00A9-4708-B7FB-71BF84356830}" dt="2026-05-11T11:31:59.182" v="6015"/>
          <ac:spMkLst>
            <pc:docMk/>
            <pc:sldMk cId="3045731605" sldId="392"/>
            <ac:spMk id="31" creationId="{50E146D7-9107-40BF-9E08-DFBC19745AFF}"/>
          </ac:spMkLst>
        </pc:spChg>
        <pc:spChg chg="add mod">
          <ac:chgData name="Josué Silva de Morais" userId="f406c2cd-edfc-4057-be10-75858098c663" providerId="ADAL" clId="{A1824FC7-00A9-4708-B7FB-71BF84356830}" dt="2026-05-11T11:31:59.190" v="6021"/>
          <ac:spMkLst>
            <pc:docMk/>
            <pc:sldMk cId="3045731605" sldId="392"/>
            <ac:spMk id="32" creationId="{D09AF17F-57CF-44B9-9C01-3DFD0984D4D1}"/>
          </ac:spMkLst>
        </pc:spChg>
        <pc:spChg chg="add mod">
          <ac:chgData name="Josué Silva de Morais" userId="f406c2cd-edfc-4057-be10-75858098c663" providerId="ADAL" clId="{A1824FC7-00A9-4708-B7FB-71BF84356830}" dt="2026-05-11T11:31:59.199" v="6026"/>
          <ac:spMkLst>
            <pc:docMk/>
            <pc:sldMk cId="3045731605" sldId="392"/>
            <ac:spMk id="33" creationId="{BA981274-EBF8-44BE-B82F-39AEC7E7BFF0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1:59.452" v="6215"/>
        <pc:sldMkLst>
          <pc:docMk/>
          <pc:sldMk cId="1196349506" sldId="393"/>
        </pc:sldMkLst>
        <pc:spChg chg="add mod">
          <ac:chgData name="Josué Silva de Morais" userId="f406c2cd-edfc-4057-be10-75858098c663" providerId="ADAL" clId="{A1824FC7-00A9-4708-B7FB-71BF84356830}" dt="2026-05-11T11:31:59.263" v="6030"/>
          <ac:spMkLst>
            <pc:docMk/>
            <pc:sldMk cId="1196349506" sldId="393"/>
            <ac:spMk id="2" creationId="{9E7F4F35-200D-486F-9C0E-197F4DD33BE2}"/>
          </ac:spMkLst>
        </pc:spChg>
        <pc:spChg chg="add mod">
          <ac:chgData name="Josué Silva de Morais" userId="f406c2cd-edfc-4057-be10-75858098c663" providerId="ADAL" clId="{A1824FC7-00A9-4708-B7FB-71BF84356830}" dt="2026-05-11T11:31:59.271" v="6036"/>
          <ac:spMkLst>
            <pc:docMk/>
            <pc:sldMk cId="1196349506" sldId="393"/>
            <ac:spMk id="3" creationId="{3E755685-6A32-4A45-B0D6-A221E85FCC71}"/>
          </ac:spMkLst>
        </pc:spChg>
        <pc:spChg chg="add mod">
          <ac:chgData name="Josué Silva de Morais" userId="f406c2cd-edfc-4057-be10-75858098c663" providerId="ADAL" clId="{A1824FC7-00A9-4708-B7FB-71BF84356830}" dt="2026-05-11T11:31:59.276" v="6042"/>
          <ac:spMkLst>
            <pc:docMk/>
            <pc:sldMk cId="1196349506" sldId="393"/>
            <ac:spMk id="4" creationId="{30D1EBF1-6494-465F-896A-9E8AC8360DD6}"/>
          </ac:spMkLst>
        </pc:spChg>
        <pc:spChg chg="add mod">
          <ac:chgData name="Josué Silva de Morais" userId="f406c2cd-edfc-4057-be10-75858098c663" providerId="ADAL" clId="{A1824FC7-00A9-4708-B7FB-71BF84356830}" dt="2026-05-11T11:31:59.282" v="6045"/>
          <ac:spMkLst>
            <pc:docMk/>
            <pc:sldMk cId="1196349506" sldId="393"/>
            <ac:spMk id="5" creationId="{A6197088-7E51-47EE-A2CA-6FCC6EE38901}"/>
          </ac:spMkLst>
        </pc:spChg>
        <pc:spChg chg="add mod">
          <ac:chgData name="Josué Silva de Morais" userId="f406c2cd-edfc-4057-be10-75858098c663" providerId="ADAL" clId="{A1824FC7-00A9-4708-B7FB-71BF84356830}" dt="2026-05-11T11:31:59.287" v="6050"/>
          <ac:spMkLst>
            <pc:docMk/>
            <pc:sldMk cId="1196349506" sldId="393"/>
            <ac:spMk id="6" creationId="{8F57BDE4-0D8E-4359-B956-445182F98380}"/>
          </ac:spMkLst>
        </pc:spChg>
        <pc:spChg chg="add mod">
          <ac:chgData name="Josué Silva de Morais" userId="f406c2cd-edfc-4057-be10-75858098c663" providerId="ADAL" clId="{A1824FC7-00A9-4708-B7FB-71BF84356830}" dt="2026-05-11T11:31:59.290" v="6054"/>
          <ac:spMkLst>
            <pc:docMk/>
            <pc:sldMk cId="1196349506" sldId="393"/>
            <ac:spMk id="7" creationId="{3843A958-67C5-4935-8C9E-ECC0A1301B99}"/>
          </ac:spMkLst>
        </pc:spChg>
        <pc:spChg chg="add mod">
          <ac:chgData name="Josué Silva de Morais" userId="f406c2cd-edfc-4057-be10-75858098c663" providerId="ADAL" clId="{A1824FC7-00A9-4708-B7FB-71BF84356830}" dt="2026-05-11T11:31:59.299" v="6063"/>
          <ac:spMkLst>
            <pc:docMk/>
            <pc:sldMk cId="1196349506" sldId="393"/>
            <ac:spMk id="8" creationId="{47E9B99B-270E-4874-8630-9C18EE6D2AC8}"/>
          </ac:spMkLst>
        </pc:spChg>
        <pc:spChg chg="add mod">
          <ac:chgData name="Josué Silva de Morais" userId="f406c2cd-edfc-4057-be10-75858098c663" providerId="ADAL" clId="{A1824FC7-00A9-4708-B7FB-71BF84356830}" dt="2026-05-11T11:31:59.306" v="6069"/>
          <ac:spMkLst>
            <pc:docMk/>
            <pc:sldMk cId="1196349506" sldId="393"/>
            <ac:spMk id="9" creationId="{068FF1D2-94C7-486B-8AB7-55E3C2DAB423}"/>
          </ac:spMkLst>
        </pc:spChg>
        <pc:spChg chg="add mod">
          <ac:chgData name="Josué Silva de Morais" userId="f406c2cd-edfc-4057-be10-75858098c663" providerId="ADAL" clId="{A1824FC7-00A9-4708-B7FB-71BF84356830}" dt="2026-05-11T11:31:59.313" v="6074"/>
          <ac:spMkLst>
            <pc:docMk/>
            <pc:sldMk cId="1196349506" sldId="393"/>
            <ac:spMk id="10" creationId="{93B1D676-211C-40E9-8723-890370070904}"/>
          </ac:spMkLst>
        </pc:spChg>
        <pc:spChg chg="add mod">
          <ac:chgData name="Josué Silva de Morais" userId="f406c2cd-edfc-4057-be10-75858098c663" providerId="ADAL" clId="{A1824FC7-00A9-4708-B7FB-71BF84356830}" dt="2026-05-11T11:31:59.320" v="6083"/>
          <ac:spMkLst>
            <pc:docMk/>
            <pc:sldMk cId="1196349506" sldId="393"/>
            <ac:spMk id="11" creationId="{622339FA-9E74-4613-86BF-782C483029E6}"/>
          </ac:spMkLst>
        </pc:spChg>
        <pc:spChg chg="add mod">
          <ac:chgData name="Josué Silva de Morais" userId="f406c2cd-edfc-4057-be10-75858098c663" providerId="ADAL" clId="{A1824FC7-00A9-4708-B7FB-71BF84356830}" dt="2026-05-11T11:31:59.323" v="6087"/>
          <ac:spMkLst>
            <pc:docMk/>
            <pc:sldMk cId="1196349506" sldId="393"/>
            <ac:spMk id="12" creationId="{DD00C45C-7F8F-4BC5-9468-87B379EA60C5}"/>
          </ac:spMkLst>
        </pc:spChg>
        <pc:spChg chg="add mod">
          <ac:chgData name="Josué Silva de Morais" userId="f406c2cd-edfc-4057-be10-75858098c663" providerId="ADAL" clId="{A1824FC7-00A9-4708-B7FB-71BF84356830}" dt="2026-05-11T11:31:59.332" v="6096"/>
          <ac:spMkLst>
            <pc:docMk/>
            <pc:sldMk cId="1196349506" sldId="393"/>
            <ac:spMk id="13" creationId="{267E7D3F-2516-467F-AE66-F4F807F57499}"/>
          </ac:spMkLst>
        </pc:spChg>
        <pc:spChg chg="add mod">
          <ac:chgData name="Josué Silva de Morais" userId="f406c2cd-edfc-4057-be10-75858098c663" providerId="ADAL" clId="{A1824FC7-00A9-4708-B7FB-71BF84356830}" dt="2026-05-11T11:31:59.337" v="6102"/>
          <ac:spMkLst>
            <pc:docMk/>
            <pc:sldMk cId="1196349506" sldId="393"/>
            <ac:spMk id="14" creationId="{43D23C5F-7379-49F4-96DF-DD510C90AFEE}"/>
          </ac:spMkLst>
        </pc:spChg>
        <pc:spChg chg="add mod">
          <ac:chgData name="Josué Silva de Morais" userId="f406c2cd-edfc-4057-be10-75858098c663" providerId="ADAL" clId="{A1824FC7-00A9-4708-B7FB-71BF84356830}" dt="2026-05-11T11:31:59.345" v="6107"/>
          <ac:spMkLst>
            <pc:docMk/>
            <pc:sldMk cId="1196349506" sldId="393"/>
            <ac:spMk id="15" creationId="{A6193F00-05AB-4144-8C1C-FA6D9D6B7A2E}"/>
          </ac:spMkLst>
        </pc:spChg>
        <pc:spChg chg="add mod">
          <ac:chgData name="Josué Silva de Morais" userId="f406c2cd-edfc-4057-be10-75858098c663" providerId="ADAL" clId="{A1824FC7-00A9-4708-B7FB-71BF84356830}" dt="2026-05-11T11:31:59.352" v="6116"/>
          <ac:spMkLst>
            <pc:docMk/>
            <pc:sldMk cId="1196349506" sldId="393"/>
            <ac:spMk id="16" creationId="{BA1EAF79-F49A-4BC0-8A80-B959C0765554}"/>
          </ac:spMkLst>
        </pc:spChg>
        <pc:spChg chg="add mod">
          <ac:chgData name="Josué Silva de Morais" userId="f406c2cd-edfc-4057-be10-75858098c663" providerId="ADAL" clId="{A1824FC7-00A9-4708-B7FB-71BF84356830}" dt="2026-05-11T11:31:59.356" v="6120"/>
          <ac:spMkLst>
            <pc:docMk/>
            <pc:sldMk cId="1196349506" sldId="393"/>
            <ac:spMk id="17" creationId="{441A26B4-E175-4CF0-9540-2154C9C173B4}"/>
          </ac:spMkLst>
        </pc:spChg>
        <pc:spChg chg="add mod">
          <ac:chgData name="Josué Silva de Morais" userId="f406c2cd-edfc-4057-be10-75858098c663" providerId="ADAL" clId="{A1824FC7-00A9-4708-B7FB-71BF84356830}" dt="2026-05-11T11:31:59.365" v="6129"/>
          <ac:spMkLst>
            <pc:docMk/>
            <pc:sldMk cId="1196349506" sldId="393"/>
            <ac:spMk id="18" creationId="{D4EF01D9-FF48-46CF-80A1-459F78C20AFC}"/>
          </ac:spMkLst>
        </pc:spChg>
        <pc:spChg chg="add mod">
          <ac:chgData name="Josué Silva de Morais" userId="f406c2cd-edfc-4057-be10-75858098c663" providerId="ADAL" clId="{A1824FC7-00A9-4708-B7FB-71BF84356830}" dt="2026-05-11T11:31:59.370" v="6135"/>
          <ac:spMkLst>
            <pc:docMk/>
            <pc:sldMk cId="1196349506" sldId="393"/>
            <ac:spMk id="19" creationId="{B7888542-51FC-45EC-A114-C24667CC0F1F}"/>
          </ac:spMkLst>
        </pc:spChg>
        <pc:spChg chg="add mod">
          <ac:chgData name="Josué Silva de Morais" userId="f406c2cd-edfc-4057-be10-75858098c663" providerId="ADAL" clId="{A1824FC7-00A9-4708-B7FB-71BF84356830}" dt="2026-05-11T11:31:59.375" v="6140"/>
          <ac:spMkLst>
            <pc:docMk/>
            <pc:sldMk cId="1196349506" sldId="393"/>
            <ac:spMk id="20" creationId="{15932A55-1CA4-41C5-B100-5E6D4ADA386B}"/>
          </ac:spMkLst>
        </pc:spChg>
        <pc:spChg chg="add mod">
          <ac:chgData name="Josué Silva de Morais" userId="f406c2cd-edfc-4057-be10-75858098c663" providerId="ADAL" clId="{A1824FC7-00A9-4708-B7FB-71BF84356830}" dt="2026-05-11T11:31:59.385" v="6149"/>
          <ac:spMkLst>
            <pc:docMk/>
            <pc:sldMk cId="1196349506" sldId="393"/>
            <ac:spMk id="21" creationId="{7FCD9F33-C40E-4680-AF12-67D1019E80F4}"/>
          </ac:spMkLst>
        </pc:spChg>
        <pc:spChg chg="add mod">
          <ac:chgData name="Josué Silva de Morais" userId="f406c2cd-edfc-4057-be10-75858098c663" providerId="ADAL" clId="{A1824FC7-00A9-4708-B7FB-71BF84356830}" dt="2026-05-11T11:31:59.388" v="6153"/>
          <ac:spMkLst>
            <pc:docMk/>
            <pc:sldMk cId="1196349506" sldId="393"/>
            <ac:spMk id="22" creationId="{A09B8E3F-358F-49F7-919B-6376722157D6}"/>
          </ac:spMkLst>
        </pc:spChg>
        <pc:spChg chg="add mod">
          <ac:chgData name="Josué Silva de Morais" userId="f406c2cd-edfc-4057-be10-75858098c663" providerId="ADAL" clId="{A1824FC7-00A9-4708-B7FB-71BF84356830}" dt="2026-05-11T11:31:59.399" v="6162"/>
          <ac:spMkLst>
            <pc:docMk/>
            <pc:sldMk cId="1196349506" sldId="393"/>
            <ac:spMk id="23" creationId="{C29C79AC-1913-4D8E-90E7-80331B0576AF}"/>
          </ac:spMkLst>
        </pc:spChg>
        <pc:spChg chg="add mod">
          <ac:chgData name="Josué Silva de Morais" userId="f406c2cd-edfc-4057-be10-75858098c663" providerId="ADAL" clId="{A1824FC7-00A9-4708-B7FB-71BF84356830}" dt="2026-05-11T11:31:59.404" v="6168"/>
          <ac:spMkLst>
            <pc:docMk/>
            <pc:sldMk cId="1196349506" sldId="393"/>
            <ac:spMk id="24" creationId="{7482DC80-6FF7-4C06-BBB9-DC6641493E13}"/>
          </ac:spMkLst>
        </pc:spChg>
        <pc:spChg chg="add mod">
          <ac:chgData name="Josué Silva de Morais" userId="f406c2cd-edfc-4057-be10-75858098c663" providerId="ADAL" clId="{A1824FC7-00A9-4708-B7FB-71BF84356830}" dt="2026-05-11T11:31:59.412" v="6173"/>
          <ac:spMkLst>
            <pc:docMk/>
            <pc:sldMk cId="1196349506" sldId="393"/>
            <ac:spMk id="25" creationId="{17D5579D-E11E-4E59-ADCA-B72237299B5F}"/>
          </ac:spMkLst>
        </pc:spChg>
        <pc:spChg chg="add mod">
          <ac:chgData name="Josué Silva de Morais" userId="f406c2cd-edfc-4057-be10-75858098c663" providerId="ADAL" clId="{A1824FC7-00A9-4708-B7FB-71BF84356830}" dt="2026-05-11T11:31:59.420" v="6182"/>
          <ac:spMkLst>
            <pc:docMk/>
            <pc:sldMk cId="1196349506" sldId="393"/>
            <ac:spMk id="26" creationId="{A7F4CFAF-E5F9-46AB-B8EF-73D2AC92F389}"/>
          </ac:spMkLst>
        </pc:spChg>
        <pc:spChg chg="add mod">
          <ac:chgData name="Josué Silva de Morais" userId="f406c2cd-edfc-4057-be10-75858098c663" providerId="ADAL" clId="{A1824FC7-00A9-4708-B7FB-71BF84356830}" dt="2026-05-11T11:31:59.423" v="6186"/>
          <ac:spMkLst>
            <pc:docMk/>
            <pc:sldMk cId="1196349506" sldId="393"/>
            <ac:spMk id="27" creationId="{8AB405CB-BB49-4248-BE95-5A7F5CA05AFA}"/>
          </ac:spMkLst>
        </pc:spChg>
        <pc:spChg chg="add mod">
          <ac:chgData name="Josué Silva de Morais" userId="f406c2cd-edfc-4057-be10-75858098c663" providerId="ADAL" clId="{A1824FC7-00A9-4708-B7FB-71BF84356830}" dt="2026-05-11T11:31:59.431" v="6195"/>
          <ac:spMkLst>
            <pc:docMk/>
            <pc:sldMk cId="1196349506" sldId="393"/>
            <ac:spMk id="28" creationId="{C64C86E2-7F9E-4287-B852-CEBD660FB7A4}"/>
          </ac:spMkLst>
        </pc:spChg>
        <pc:spChg chg="add mod">
          <ac:chgData name="Josué Silva de Morais" userId="f406c2cd-edfc-4057-be10-75858098c663" providerId="ADAL" clId="{A1824FC7-00A9-4708-B7FB-71BF84356830}" dt="2026-05-11T11:31:59.437" v="6201"/>
          <ac:spMkLst>
            <pc:docMk/>
            <pc:sldMk cId="1196349506" sldId="393"/>
            <ac:spMk id="29" creationId="{572F1A97-7C91-4377-85E3-99A1598837AC}"/>
          </ac:spMkLst>
        </pc:spChg>
        <pc:spChg chg="add mod">
          <ac:chgData name="Josué Silva de Morais" userId="f406c2cd-edfc-4057-be10-75858098c663" providerId="ADAL" clId="{A1824FC7-00A9-4708-B7FB-71BF84356830}" dt="2026-05-11T11:31:59.444" v="6206"/>
          <ac:spMkLst>
            <pc:docMk/>
            <pc:sldMk cId="1196349506" sldId="393"/>
            <ac:spMk id="30" creationId="{700EFE55-F3FF-4E08-BE55-92312F743A8E}"/>
          </ac:spMkLst>
        </pc:spChg>
        <pc:spChg chg="add mod">
          <ac:chgData name="Josué Silva de Morais" userId="f406c2cd-edfc-4057-be10-75858098c663" providerId="ADAL" clId="{A1824FC7-00A9-4708-B7FB-71BF84356830}" dt="2026-05-11T11:31:59.452" v="6215"/>
          <ac:spMkLst>
            <pc:docMk/>
            <pc:sldMk cId="1196349506" sldId="393"/>
            <ac:spMk id="31" creationId="{5F5689EC-2EE9-4C80-A4D8-CB9692E56396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2:35.404" v="6239"/>
        <pc:sldMkLst>
          <pc:docMk/>
          <pc:sldMk cId="2010690119" sldId="394"/>
        </pc:sldMkLst>
        <pc:spChg chg="add mod">
          <ac:chgData name="Josué Silva de Morais" userId="f406c2cd-edfc-4057-be10-75858098c663" providerId="ADAL" clId="{A1824FC7-00A9-4708-B7FB-71BF84356830}" dt="2026-05-11T11:32:35.383" v="6219"/>
          <ac:spMkLst>
            <pc:docMk/>
            <pc:sldMk cId="2010690119" sldId="394"/>
            <ac:spMk id="2" creationId="{E7D5B6EF-5769-4C8E-A1E0-9D816A25AA07}"/>
          </ac:spMkLst>
        </pc:spChg>
        <pc:spChg chg="add mod">
          <ac:chgData name="Josué Silva de Morais" userId="f406c2cd-edfc-4057-be10-75858098c663" providerId="ADAL" clId="{A1824FC7-00A9-4708-B7FB-71BF84356830}" dt="2026-05-11T11:32:35.385" v="6222"/>
          <ac:spMkLst>
            <pc:docMk/>
            <pc:sldMk cId="2010690119" sldId="394"/>
            <ac:spMk id="3" creationId="{0329BBAC-4071-4524-AAD8-6CCBDFFBF208}"/>
          </ac:spMkLst>
        </pc:spChg>
        <pc:spChg chg="add mod">
          <ac:chgData name="Josué Silva de Morais" userId="f406c2cd-edfc-4057-be10-75858098c663" providerId="ADAL" clId="{A1824FC7-00A9-4708-B7FB-71BF84356830}" dt="2026-05-11T11:32:35.394" v="6228"/>
          <ac:spMkLst>
            <pc:docMk/>
            <pc:sldMk cId="2010690119" sldId="394"/>
            <ac:spMk id="4" creationId="{C1D745E7-EB16-40B1-ACA1-3048BFD8E5A5}"/>
          </ac:spMkLst>
        </pc:spChg>
        <pc:spChg chg="add mod">
          <ac:chgData name="Josué Silva de Morais" userId="f406c2cd-edfc-4057-be10-75858098c663" providerId="ADAL" clId="{A1824FC7-00A9-4708-B7FB-71BF84356830}" dt="2026-05-11T11:32:35.400" v="6234"/>
          <ac:spMkLst>
            <pc:docMk/>
            <pc:sldMk cId="2010690119" sldId="394"/>
            <ac:spMk id="5" creationId="{832EAEBF-43E2-434B-87E9-C0D27D44B92C}"/>
          </ac:spMkLst>
        </pc:spChg>
        <pc:spChg chg="add mod">
          <ac:chgData name="Josué Silva de Morais" userId="f406c2cd-edfc-4057-be10-75858098c663" providerId="ADAL" clId="{A1824FC7-00A9-4708-B7FB-71BF84356830}" dt="2026-05-11T11:32:35.404" v="6239"/>
          <ac:spMkLst>
            <pc:docMk/>
            <pc:sldMk cId="2010690119" sldId="394"/>
            <ac:spMk id="6" creationId="{F0DF7459-4081-4A1B-A9F0-AD9FD5D8662D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2:35.571" v="6363"/>
        <pc:sldMkLst>
          <pc:docMk/>
          <pc:sldMk cId="4237283908" sldId="395"/>
        </pc:sldMkLst>
        <pc:spChg chg="add mod">
          <ac:chgData name="Josué Silva de Morais" userId="f406c2cd-edfc-4057-be10-75858098c663" providerId="ADAL" clId="{A1824FC7-00A9-4708-B7FB-71BF84356830}" dt="2026-05-11T11:32:35.436" v="6243"/>
          <ac:spMkLst>
            <pc:docMk/>
            <pc:sldMk cId="4237283908" sldId="395"/>
            <ac:spMk id="2" creationId="{C2DA6A67-5FA0-49BB-907B-3A6588D9AD3D}"/>
          </ac:spMkLst>
        </pc:spChg>
        <pc:spChg chg="add mod">
          <ac:chgData name="Josué Silva de Morais" userId="f406c2cd-edfc-4057-be10-75858098c663" providerId="ADAL" clId="{A1824FC7-00A9-4708-B7FB-71BF84356830}" dt="2026-05-11T11:32:35.445" v="6249"/>
          <ac:spMkLst>
            <pc:docMk/>
            <pc:sldMk cId="4237283908" sldId="395"/>
            <ac:spMk id="3" creationId="{9BB3301A-400D-4973-B775-A37EC4AF3DA7}"/>
          </ac:spMkLst>
        </pc:spChg>
        <pc:spChg chg="add mod">
          <ac:chgData name="Josué Silva de Morais" userId="f406c2cd-edfc-4057-be10-75858098c663" providerId="ADAL" clId="{A1824FC7-00A9-4708-B7FB-71BF84356830}" dt="2026-05-11T11:32:35.450" v="6255"/>
          <ac:spMkLst>
            <pc:docMk/>
            <pc:sldMk cId="4237283908" sldId="395"/>
            <ac:spMk id="4" creationId="{B0ABBEE2-8B0F-4873-B240-A89F845C5931}"/>
          </ac:spMkLst>
        </pc:spChg>
        <pc:spChg chg="add mod">
          <ac:chgData name="Josué Silva de Morais" userId="f406c2cd-edfc-4057-be10-75858098c663" providerId="ADAL" clId="{A1824FC7-00A9-4708-B7FB-71BF84356830}" dt="2026-05-11T11:32:35.452" v="6258"/>
          <ac:spMkLst>
            <pc:docMk/>
            <pc:sldMk cId="4237283908" sldId="395"/>
            <ac:spMk id="5" creationId="{2771288B-3614-4BCE-A41D-81C5A06D6CFA}"/>
          </ac:spMkLst>
        </pc:spChg>
        <pc:spChg chg="add mod">
          <ac:chgData name="Josué Silva de Morais" userId="f406c2cd-edfc-4057-be10-75858098c663" providerId="ADAL" clId="{A1824FC7-00A9-4708-B7FB-71BF84356830}" dt="2026-05-11T11:32:35.455" v="6262"/>
          <ac:spMkLst>
            <pc:docMk/>
            <pc:sldMk cId="4237283908" sldId="395"/>
            <ac:spMk id="6" creationId="{3A5A6B0B-0675-4447-A266-7965CEE976FC}"/>
          </ac:spMkLst>
        </pc:spChg>
        <pc:spChg chg="add mod">
          <ac:chgData name="Josué Silva de Morais" userId="f406c2cd-edfc-4057-be10-75858098c663" providerId="ADAL" clId="{A1824FC7-00A9-4708-B7FB-71BF84356830}" dt="2026-05-11T11:32:35.463" v="6268"/>
          <ac:spMkLst>
            <pc:docMk/>
            <pc:sldMk cId="4237283908" sldId="395"/>
            <ac:spMk id="7" creationId="{0875D335-AE5A-4B11-94A7-75503B48F6E8}"/>
          </ac:spMkLst>
        </pc:spChg>
        <pc:spChg chg="add mod">
          <ac:chgData name="Josué Silva de Morais" userId="f406c2cd-edfc-4057-be10-75858098c663" providerId="ADAL" clId="{A1824FC7-00A9-4708-B7FB-71BF84356830}" dt="2026-05-11T11:32:35.469" v="6274"/>
          <ac:spMkLst>
            <pc:docMk/>
            <pc:sldMk cId="4237283908" sldId="395"/>
            <ac:spMk id="8" creationId="{A8228254-25FE-4EF7-A57F-293F0D8B2259}"/>
          </ac:spMkLst>
        </pc:spChg>
        <pc:spChg chg="add mod">
          <ac:chgData name="Josué Silva de Morais" userId="f406c2cd-edfc-4057-be10-75858098c663" providerId="ADAL" clId="{A1824FC7-00A9-4708-B7FB-71BF84356830}" dt="2026-05-11T11:32:35.479" v="6279"/>
          <ac:spMkLst>
            <pc:docMk/>
            <pc:sldMk cId="4237283908" sldId="395"/>
            <ac:spMk id="9" creationId="{6EFE23AB-0D1C-4604-A4C1-79D10C928DBC}"/>
          </ac:spMkLst>
        </pc:spChg>
        <pc:spChg chg="add mod">
          <ac:chgData name="Josué Silva de Morais" userId="f406c2cd-edfc-4057-be10-75858098c663" providerId="ADAL" clId="{A1824FC7-00A9-4708-B7FB-71BF84356830}" dt="2026-05-11T11:32:35.482" v="6283"/>
          <ac:spMkLst>
            <pc:docMk/>
            <pc:sldMk cId="4237283908" sldId="395"/>
            <ac:spMk id="10" creationId="{9BF3826C-8143-4F1C-BC12-681FF5448095}"/>
          </ac:spMkLst>
        </pc:spChg>
        <pc:spChg chg="add mod">
          <ac:chgData name="Josué Silva de Morais" userId="f406c2cd-edfc-4057-be10-75858098c663" providerId="ADAL" clId="{A1824FC7-00A9-4708-B7FB-71BF84356830}" dt="2026-05-11T11:32:35.487" v="6289"/>
          <ac:spMkLst>
            <pc:docMk/>
            <pc:sldMk cId="4237283908" sldId="395"/>
            <ac:spMk id="11" creationId="{A9B774A0-29FF-4D29-9A82-A284E4F05511}"/>
          </ac:spMkLst>
        </pc:spChg>
        <pc:spChg chg="add mod">
          <ac:chgData name="Josué Silva de Morais" userId="f406c2cd-edfc-4057-be10-75858098c663" providerId="ADAL" clId="{A1824FC7-00A9-4708-B7FB-71BF84356830}" dt="2026-05-11T11:32:35.495" v="6295"/>
          <ac:spMkLst>
            <pc:docMk/>
            <pc:sldMk cId="4237283908" sldId="395"/>
            <ac:spMk id="12" creationId="{E509DD39-204D-4AEE-93B1-DD07E3D80AFD}"/>
          </ac:spMkLst>
        </pc:spChg>
        <pc:spChg chg="add mod">
          <ac:chgData name="Josué Silva de Morais" userId="f406c2cd-edfc-4057-be10-75858098c663" providerId="ADAL" clId="{A1824FC7-00A9-4708-B7FB-71BF84356830}" dt="2026-05-11T11:32:35.501" v="6300"/>
          <ac:spMkLst>
            <pc:docMk/>
            <pc:sldMk cId="4237283908" sldId="395"/>
            <ac:spMk id="13" creationId="{89276343-F02F-411D-8A81-3729B699B150}"/>
          </ac:spMkLst>
        </pc:spChg>
        <pc:spChg chg="add mod">
          <ac:chgData name="Josué Silva de Morais" userId="f406c2cd-edfc-4057-be10-75858098c663" providerId="ADAL" clId="{A1824FC7-00A9-4708-B7FB-71BF84356830}" dt="2026-05-11T11:32:35.503" v="6304"/>
          <ac:spMkLst>
            <pc:docMk/>
            <pc:sldMk cId="4237283908" sldId="395"/>
            <ac:spMk id="14" creationId="{CA623654-61CB-4581-A2BF-C551BFF6C017}"/>
          </ac:spMkLst>
        </pc:spChg>
        <pc:spChg chg="add mod">
          <ac:chgData name="Josué Silva de Morais" userId="f406c2cd-edfc-4057-be10-75858098c663" providerId="ADAL" clId="{A1824FC7-00A9-4708-B7FB-71BF84356830}" dt="2026-05-11T11:32:35.511" v="6310"/>
          <ac:spMkLst>
            <pc:docMk/>
            <pc:sldMk cId="4237283908" sldId="395"/>
            <ac:spMk id="15" creationId="{757E9B83-EE40-440B-9096-F12E3ACAA03C}"/>
          </ac:spMkLst>
        </pc:spChg>
        <pc:spChg chg="add mod">
          <ac:chgData name="Josué Silva de Morais" userId="f406c2cd-edfc-4057-be10-75858098c663" providerId="ADAL" clId="{A1824FC7-00A9-4708-B7FB-71BF84356830}" dt="2026-05-11T11:32:35.516" v="6316"/>
          <ac:spMkLst>
            <pc:docMk/>
            <pc:sldMk cId="4237283908" sldId="395"/>
            <ac:spMk id="16" creationId="{9823D289-51EE-48D4-86B1-604A3EF27ADC}"/>
          </ac:spMkLst>
        </pc:spChg>
        <pc:spChg chg="add mod">
          <ac:chgData name="Josué Silva de Morais" userId="f406c2cd-edfc-4057-be10-75858098c663" providerId="ADAL" clId="{A1824FC7-00A9-4708-B7FB-71BF84356830}" dt="2026-05-11T11:32:35.521" v="6321"/>
          <ac:spMkLst>
            <pc:docMk/>
            <pc:sldMk cId="4237283908" sldId="395"/>
            <ac:spMk id="17" creationId="{67EA48A9-E23E-4A24-996A-F235CD6C67EE}"/>
          </ac:spMkLst>
        </pc:spChg>
        <pc:spChg chg="add mod">
          <ac:chgData name="Josué Silva de Morais" userId="f406c2cd-edfc-4057-be10-75858098c663" providerId="ADAL" clId="{A1824FC7-00A9-4708-B7FB-71BF84356830}" dt="2026-05-11T11:32:35.527" v="6325"/>
          <ac:spMkLst>
            <pc:docMk/>
            <pc:sldMk cId="4237283908" sldId="395"/>
            <ac:spMk id="18" creationId="{D888A984-6E08-4C2E-911C-0D616F855BAF}"/>
          </ac:spMkLst>
        </pc:spChg>
        <pc:spChg chg="add mod">
          <ac:chgData name="Josué Silva de Morais" userId="f406c2cd-edfc-4057-be10-75858098c663" providerId="ADAL" clId="{A1824FC7-00A9-4708-B7FB-71BF84356830}" dt="2026-05-11T11:32:35.534" v="6331"/>
          <ac:spMkLst>
            <pc:docMk/>
            <pc:sldMk cId="4237283908" sldId="395"/>
            <ac:spMk id="19" creationId="{D7062029-B929-4F6D-9B78-F30C9241FBE3}"/>
          </ac:spMkLst>
        </pc:spChg>
        <pc:spChg chg="add mod">
          <ac:chgData name="Josué Silva de Morais" userId="f406c2cd-edfc-4057-be10-75858098c663" providerId="ADAL" clId="{A1824FC7-00A9-4708-B7FB-71BF84356830}" dt="2026-05-11T11:32:35.541" v="6337"/>
          <ac:spMkLst>
            <pc:docMk/>
            <pc:sldMk cId="4237283908" sldId="395"/>
            <ac:spMk id="20" creationId="{6D9C80EA-C858-4395-92F4-63C214C9D8D5}"/>
          </ac:spMkLst>
        </pc:spChg>
        <pc:spChg chg="add mod">
          <ac:chgData name="Josué Silva de Morais" userId="f406c2cd-edfc-4057-be10-75858098c663" providerId="ADAL" clId="{A1824FC7-00A9-4708-B7FB-71BF84356830}" dt="2026-05-11T11:32:35.548" v="6342"/>
          <ac:spMkLst>
            <pc:docMk/>
            <pc:sldMk cId="4237283908" sldId="395"/>
            <ac:spMk id="21" creationId="{B77A20A4-AC7C-4367-A011-9C2ED14A972E}"/>
          </ac:spMkLst>
        </pc:spChg>
        <pc:spChg chg="add mod">
          <ac:chgData name="Josué Silva de Morais" userId="f406c2cd-edfc-4057-be10-75858098c663" providerId="ADAL" clId="{A1824FC7-00A9-4708-B7FB-71BF84356830}" dt="2026-05-11T11:32:35.552" v="6346"/>
          <ac:spMkLst>
            <pc:docMk/>
            <pc:sldMk cId="4237283908" sldId="395"/>
            <ac:spMk id="22" creationId="{5A9F6E08-7DE2-4079-86A7-45F08E3B87EC}"/>
          </ac:spMkLst>
        </pc:spChg>
        <pc:spChg chg="add mod">
          <ac:chgData name="Josué Silva de Morais" userId="f406c2cd-edfc-4057-be10-75858098c663" providerId="ADAL" clId="{A1824FC7-00A9-4708-B7FB-71BF84356830}" dt="2026-05-11T11:32:35.560" v="6352"/>
          <ac:spMkLst>
            <pc:docMk/>
            <pc:sldMk cId="4237283908" sldId="395"/>
            <ac:spMk id="23" creationId="{22BA8063-1D7C-46AE-B6CC-90F70EDCA835}"/>
          </ac:spMkLst>
        </pc:spChg>
        <pc:spChg chg="add mod">
          <ac:chgData name="Josué Silva de Morais" userId="f406c2cd-edfc-4057-be10-75858098c663" providerId="ADAL" clId="{A1824FC7-00A9-4708-B7FB-71BF84356830}" dt="2026-05-11T11:32:35.566" v="6358"/>
          <ac:spMkLst>
            <pc:docMk/>
            <pc:sldMk cId="4237283908" sldId="395"/>
            <ac:spMk id="24" creationId="{474AF31B-0ECE-48D9-BF8D-75594A7860B2}"/>
          </ac:spMkLst>
        </pc:spChg>
        <pc:spChg chg="add mod">
          <ac:chgData name="Josué Silva de Morais" userId="f406c2cd-edfc-4057-be10-75858098c663" providerId="ADAL" clId="{A1824FC7-00A9-4708-B7FB-71BF84356830}" dt="2026-05-11T11:32:35.571" v="6363"/>
          <ac:spMkLst>
            <pc:docMk/>
            <pc:sldMk cId="4237283908" sldId="395"/>
            <ac:spMk id="25" creationId="{E49736DE-3013-49B4-8F4D-DC666CF4AF3E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2:35.768" v="6519"/>
        <pc:sldMkLst>
          <pc:docMk/>
          <pc:sldMk cId="3495537789" sldId="396"/>
        </pc:sldMkLst>
        <pc:spChg chg="add mod">
          <ac:chgData name="Josué Silva de Morais" userId="f406c2cd-edfc-4057-be10-75858098c663" providerId="ADAL" clId="{A1824FC7-00A9-4708-B7FB-71BF84356830}" dt="2026-05-11T11:32:35.608" v="6367"/>
          <ac:spMkLst>
            <pc:docMk/>
            <pc:sldMk cId="3495537789" sldId="396"/>
            <ac:spMk id="2" creationId="{AF2F20C5-F115-494C-8D5D-3F0B2EFADE9B}"/>
          </ac:spMkLst>
        </pc:spChg>
        <pc:spChg chg="add mod">
          <ac:chgData name="Josué Silva de Morais" userId="f406c2cd-edfc-4057-be10-75858098c663" providerId="ADAL" clId="{A1824FC7-00A9-4708-B7FB-71BF84356830}" dt="2026-05-11T11:32:35.615" v="6373"/>
          <ac:spMkLst>
            <pc:docMk/>
            <pc:sldMk cId="3495537789" sldId="396"/>
            <ac:spMk id="3" creationId="{9B9F8B9E-9DC2-4364-AF26-C407EED1282E}"/>
          </ac:spMkLst>
        </pc:spChg>
        <pc:spChg chg="add mod">
          <ac:chgData name="Josué Silva de Morais" userId="f406c2cd-edfc-4057-be10-75858098c663" providerId="ADAL" clId="{A1824FC7-00A9-4708-B7FB-71BF84356830}" dt="2026-05-11T11:32:35.619" v="6379"/>
          <ac:spMkLst>
            <pc:docMk/>
            <pc:sldMk cId="3495537789" sldId="396"/>
            <ac:spMk id="4" creationId="{8F42CA93-270C-4625-B1A0-69B29871B421}"/>
          </ac:spMkLst>
        </pc:spChg>
        <pc:spChg chg="add mod">
          <ac:chgData name="Josué Silva de Morais" userId="f406c2cd-edfc-4057-be10-75858098c663" providerId="ADAL" clId="{A1824FC7-00A9-4708-B7FB-71BF84356830}" dt="2026-05-11T11:32:35.621" v="6382"/>
          <ac:spMkLst>
            <pc:docMk/>
            <pc:sldMk cId="3495537789" sldId="396"/>
            <ac:spMk id="5" creationId="{EFEFBB54-D59E-45BF-BA44-12FA7F3FB89C}"/>
          </ac:spMkLst>
        </pc:spChg>
        <pc:spChg chg="add mod">
          <ac:chgData name="Josué Silva de Morais" userId="f406c2cd-edfc-4057-be10-75858098c663" providerId="ADAL" clId="{A1824FC7-00A9-4708-B7FB-71BF84356830}" dt="2026-05-11T11:32:35.630" v="6387"/>
          <ac:spMkLst>
            <pc:docMk/>
            <pc:sldMk cId="3495537789" sldId="396"/>
            <ac:spMk id="6" creationId="{8012264E-04A5-4836-8415-26DA62CBF760}"/>
          </ac:spMkLst>
        </pc:spChg>
        <pc:spChg chg="add mod">
          <ac:chgData name="Josué Silva de Morais" userId="f406c2cd-edfc-4057-be10-75858098c663" providerId="ADAL" clId="{A1824FC7-00A9-4708-B7FB-71BF84356830}" dt="2026-05-11T11:32:35.633" v="6391"/>
          <ac:spMkLst>
            <pc:docMk/>
            <pc:sldMk cId="3495537789" sldId="396"/>
            <ac:spMk id="7" creationId="{FFDBAC02-E46B-41A6-84AF-841BDAB6FC0F}"/>
          </ac:spMkLst>
        </pc:spChg>
        <pc:spChg chg="add mod">
          <ac:chgData name="Josué Silva de Morais" userId="f406c2cd-edfc-4057-be10-75858098c663" providerId="ADAL" clId="{A1824FC7-00A9-4708-B7FB-71BF84356830}" dt="2026-05-11T11:32:35.637" v="6397"/>
          <ac:spMkLst>
            <pc:docMk/>
            <pc:sldMk cId="3495537789" sldId="396"/>
            <ac:spMk id="8" creationId="{61505042-4C73-4938-A371-77D0B271201E}"/>
          </ac:spMkLst>
        </pc:spChg>
        <pc:spChg chg="add mod">
          <ac:chgData name="Josué Silva de Morais" userId="f406c2cd-edfc-4057-be10-75858098c663" providerId="ADAL" clId="{A1824FC7-00A9-4708-B7FB-71BF84356830}" dt="2026-05-11T11:32:35.641" v="6400"/>
          <ac:spMkLst>
            <pc:docMk/>
            <pc:sldMk cId="3495537789" sldId="396"/>
            <ac:spMk id="9" creationId="{41180379-A64C-4ABD-8EFB-D35BA11908CC}"/>
          </ac:spMkLst>
        </pc:spChg>
        <pc:spChg chg="add mod">
          <ac:chgData name="Josué Silva de Morais" userId="f406c2cd-edfc-4057-be10-75858098c663" providerId="ADAL" clId="{A1824FC7-00A9-4708-B7FB-71BF84356830}" dt="2026-05-11T11:32:35.646" v="6405"/>
          <ac:spMkLst>
            <pc:docMk/>
            <pc:sldMk cId="3495537789" sldId="396"/>
            <ac:spMk id="10" creationId="{60E1EEEC-3DE5-40A9-946A-9D941ACCDEA4}"/>
          </ac:spMkLst>
        </pc:spChg>
        <pc:spChg chg="add mod">
          <ac:chgData name="Josué Silva de Morais" userId="f406c2cd-edfc-4057-be10-75858098c663" providerId="ADAL" clId="{A1824FC7-00A9-4708-B7FB-71BF84356830}" dt="2026-05-11T11:32:35.648" v="6408"/>
          <ac:spMkLst>
            <pc:docMk/>
            <pc:sldMk cId="3495537789" sldId="396"/>
            <ac:spMk id="11" creationId="{921EEBBA-349A-44A4-A7F4-91FC2711616C}"/>
          </ac:spMkLst>
        </pc:spChg>
        <pc:spChg chg="add mod">
          <ac:chgData name="Josué Silva de Morais" userId="f406c2cd-edfc-4057-be10-75858098c663" providerId="ADAL" clId="{A1824FC7-00A9-4708-B7FB-71BF84356830}" dt="2026-05-11T11:32:35.653" v="6413"/>
          <ac:spMkLst>
            <pc:docMk/>
            <pc:sldMk cId="3495537789" sldId="396"/>
            <ac:spMk id="12" creationId="{C8B60912-C1F8-4065-A4E6-B990B185E9B0}"/>
          </ac:spMkLst>
        </pc:spChg>
        <pc:spChg chg="add mod">
          <ac:chgData name="Josué Silva de Morais" userId="f406c2cd-edfc-4057-be10-75858098c663" providerId="ADAL" clId="{A1824FC7-00A9-4708-B7FB-71BF84356830}" dt="2026-05-11T11:32:35.655" v="6416"/>
          <ac:spMkLst>
            <pc:docMk/>
            <pc:sldMk cId="3495537789" sldId="396"/>
            <ac:spMk id="13" creationId="{6AB72293-4825-4524-9A5C-2BC350F38D79}"/>
          </ac:spMkLst>
        </pc:spChg>
        <pc:spChg chg="add mod">
          <ac:chgData name="Josué Silva de Morais" userId="f406c2cd-edfc-4057-be10-75858098c663" providerId="ADAL" clId="{A1824FC7-00A9-4708-B7FB-71BF84356830}" dt="2026-05-11T11:32:35.664" v="6421"/>
          <ac:spMkLst>
            <pc:docMk/>
            <pc:sldMk cId="3495537789" sldId="396"/>
            <ac:spMk id="14" creationId="{D94317D0-4F04-4F0F-A1CB-D8BB46A6ACEF}"/>
          </ac:spMkLst>
        </pc:spChg>
        <pc:spChg chg="add mod">
          <ac:chgData name="Josué Silva de Morais" userId="f406c2cd-edfc-4057-be10-75858098c663" providerId="ADAL" clId="{A1824FC7-00A9-4708-B7FB-71BF84356830}" dt="2026-05-11T11:32:35.666" v="6424"/>
          <ac:spMkLst>
            <pc:docMk/>
            <pc:sldMk cId="3495537789" sldId="396"/>
            <ac:spMk id="15" creationId="{69551935-9FB6-4ABE-B686-D1D039401A9A}"/>
          </ac:spMkLst>
        </pc:spChg>
        <pc:spChg chg="add mod">
          <ac:chgData name="Josué Silva de Morais" userId="f406c2cd-edfc-4057-be10-75858098c663" providerId="ADAL" clId="{A1824FC7-00A9-4708-B7FB-71BF84356830}" dt="2026-05-11T11:32:35.670" v="6429"/>
          <ac:spMkLst>
            <pc:docMk/>
            <pc:sldMk cId="3495537789" sldId="396"/>
            <ac:spMk id="16" creationId="{FD13BCA6-FB42-4ED0-B01D-D1A0FA404C3D}"/>
          </ac:spMkLst>
        </pc:spChg>
        <pc:spChg chg="add mod">
          <ac:chgData name="Josué Silva de Morais" userId="f406c2cd-edfc-4057-be10-75858098c663" providerId="ADAL" clId="{A1824FC7-00A9-4708-B7FB-71BF84356830}" dt="2026-05-11T11:32:35.672" v="6432"/>
          <ac:spMkLst>
            <pc:docMk/>
            <pc:sldMk cId="3495537789" sldId="396"/>
            <ac:spMk id="17" creationId="{9C056437-0CEC-4565-84A2-96830697D9C5}"/>
          </ac:spMkLst>
        </pc:spChg>
        <pc:spChg chg="add mod">
          <ac:chgData name="Josué Silva de Morais" userId="f406c2cd-edfc-4057-be10-75858098c663" providerId="ADAL" clId="{A1824FC7-00A9-4708-B7FB-71BF84356830}" dt="2026-05-11T11:32:35.682" v="6437"/>
          <ac:spMkLst>
            <pc:docMk/>
            <pc:sldMk cId="3495537789" sldId="396"/>
            <ac:spMk id="18" creationId="{372D5FA0-4F54-48C5-BAD7-42A2F492996E}"/>
          </ac:spMkLst>
        </pc:spChg>
        <pc:spChg chg="add mod">
          <ac:chgData name="Josué Silva de Morais" userId="f406c2cd-edfc-4057-be10-75858098c663" providerId="ADAL" clId="{A1824FC7-00A9-4708-B7FB-71BF84356830}" dt="2026-05-11T11:32:35.685" v="6440"/>
          <ac:spMkLst>
            <pc:docMk/>
            <pc:sldMk cId="3495537789" sldId="396"/>
            <ac:spMk id="19" creationId="{4558992D-8260-45A4-BA62-F43BD5718600}"/>
          </ac:spMkLst>
        </pc:spChg>
        <pc:spChg chg="add mod">
          <ac:chgData name="Josué Silva de Morais" userId="f406c2cd-edfc-4057-be10-75858098c663" providerId="ADAL" clId="{A1824FC7-00A9-4708-B7FB-71BF84356830}" dt="2026-05-11T11:32:35.693" v="6445"/>
          <ac:spMkLst>
            <pc:docMk/>
            <pc:sldMk cId="3495537789" sldId="396"/>
            <ac:spMk id="20" creationId="{A3EF22E8-C14B-451D-B396-FDEAE5E5F939}"/>
          </ac:spMkLst>
        </pc:spChg>
        <pc:spChg chg="add mod">
          <ac:chgData name="Josué Silva de Morais" userId="f406c2cd-edfc-4057-be10-75858098c663" providerId="ADAL" clId="{A1824FC7-00A9-4708-B7FB-71BF84356830}" dt="2026-05-11T11:32:35.696" v="6448"/>
          <ac:spMkLst>
            <pc:docMk/>
            <pc:sldMk cId="3495537789" sldId="396"/>
            <ac:spMk id="21" creationId="{81B7BD8F-3747-4CB3-8740-2DE69301D9E8}"/>
          </ac:spMkLst>
        </pc:spChg>
        <pc:spChg chg="add mod">
          <ac:chgData name="Josué Silva de Morais" userId="f406c2cd-edfc-4057-be10-75858098c663" providerId="ADAL" clId="{A1824FC7-00A9-4708-B7FB-71BF84356830}" dt="2026-05-11T11:32:35.700" v="6453"/>
          <ac:spMkLst>
            <pc:docMk/>
            <pc:sldMk cId="3495537789" sldId="396"/>
            <ac:spMk id="22" creationId="{446B28BF-A94C-49C0-89D4-E7962BC48CC1}"/>
          </ac:spMkLst>
        </pc:spChg>
        <pc:spChg chg="add mod">
          <ac:chgData name="Josué Silva de Morais" userId="f406c2cd-edfc-4057-be10-75858098c663" providerId="ADAL" clId="{A1824FC7-00A9-4708-B7FB-71BF84356830}" dt="2026-05-11T11:32:35.703" v="6457"/>
          <ac:spMkLst>
            <pc:docMk/>
            <pc:sldMk cId="3495537789" sldId="396"/>
            <ac:spMk id="23" creationId="{E2114D34-8BA1-4404-B5FF-D0A7441A1F03}"/>
          </ac:spMkLst>
        </pc:spChg>
        <pc:spChg chg="add mod">
          <ac:chgData name="Josué Silva de Morais" userId="f406c2cd-edfc-4057-be10-75858098c663" providerId="ADAL" clId="{A1824FC7-00A9-4708-B7FB-71BF84356830}" dt="2026-05-11T11:32:35.712" v="6463"/>
          <ac:spMkLst>
            <pc:docMk/>
            <pc:sldMk cId="3495537789" sldId="396"/>
            <ac:spMk id="24" creationId="{0C800E2F-4C34-49B3-A706-F21D084D529F}"/>
          </ac:spMkLst>
        </pc:spChg>
        <pc:spChg chg="add mod">
          <ac:chgData name="Josué Silva de Morais" userId="f406c2cd-edfc-4057-be10-75858098c663" providerId="ADAL" clId="{A1824FC7-00A9-4708-B7FB-71BF84356830}" dt="2026-05-11T11:32:35.714" v="6466"/>
          <ac:spMkLst>
            <pc:docMk/>
            <pc:sldMk cId="3495537789" sldId="396"/>
            <ac:spMk id="25" creationId="{CF01776D-F1E8-480A-ADD5-5E7B98AA1A9C}"/>
          </ac:spMkLst>
        </pc:spChg>
        <pc:spChg chg="add mod">
          <ac:chgData name="Josué Silva de Morais" userId="f406c2cd-edfc-4057-be10-75858098c663" providerId="ADAL" clId="{A1824FC7-00A9-4708-B7FB-71BF84356830}" dt="2026-05-11T11:32:35.718" v="6471"/>
          <ac:spMkLst>
            <pc:docMk/>
            <pc:sldMk cId="3495537789" sldId="396"/>
            <ac:spMk id="26" creationId="{8FF33F30-6AD1-45EA-90B9-3A8125048C65}"/>
          </ac:spMkLst>
        </pc:spChg>
        <pc:spChg chg="add mod">
          <ac:chgData name="Josué Silva de Morais" userId="f406c2cd-edfc-4057-be10-75858098c663" providerId="ADAL" clId="{A1824FC7-00A9-4708-B7FB-71BF84356830}" dt="2026-05-11T11:32:35.720" v="6474"/>
          <ac:spMkLst>
            <pc:docMk/>
            <pc:sldMk cId="3495537789" sldId="396"/>
            <ac:spMk id="27" creationId="{7D88155D-8AF5-42B6-948F-D66F3D57272D}"/>
          </ac:spMkLst>
        </pc:spChg>
        <pc:spChg chg="add mod">
          <ac:chgData name="Josué Silva de Morais" userId="f406c2cd-edfc-4057-be10-75858098c663" providerId="ADAL" clId="{A1824FC7-00A9-4708-B7FB-71BF84356830}" dt="2026-05-11T11:32:35.728" v="6479"/>
          <ac:spMkLst>
            <pc:docMk/>
            <pc:sldMk cId="3495537789" sldId="396"/>
            <ac:spMk id="28" creationId="{895793E4-E553-42CD-B9D9-ED5D96B56AEC}"/>
          </ac:spMkLst>
        </pc:spChg>
        <pc:spChg chg="add mod">
          <ac:chgData name="Josué Silva de Morais" userId="f406c2cd-edfc-4057-be10-75858098c663" providerId="ADAL" clId="{A1824FC7-00A9-4708-B7FB-71BF84356830}" dt="2026-05-11T11:32:35.730" v="6482"/>
          <ac:spMkLst>
            <pc:docMk/>
            <pc:sldMk cId="3495537789" sldId="396"/>
            <ac:spMk id="29" creationId="{BBB89A2F-FD8B-499E-AEC0-B65AFDD4B87E}"/>
          </ac:spMkLst>
        </pc:spChg>
        <pc:spChg chg="add mod">
          <ac:chgData name="Josué Silva de Morais" userId="f406c2cd-edfc-4057-be10-75858098c663" providerId="ADAL" clId="{A1824FC7-00A9-4708-B7FB-71BF84356830}" dt="2026-05-11T11:32:35.735" v="6487"/>
          <ac:spMkLst>
            <pc:docMk/>
            <pc:sldMk cId="3495537789" sldId="396"/>
            <ac:spMk id="30" creationId="{917D509F-4CB4-4660-9751-97AA6F06AE3B}"/>
          </ac:spMkLst>
        </pc:spChg>
        <pc:spChg chg="add mod">
          <ac:chgData name="Josué Silva de Morais" userId="f406c2cd-edfc-4057-be10-75858098c663" providerId="ADAL" clId="{A1824FC7-00A9-4708-B7FB-71BF84356830}" dt="2026-05-11T11:32:35.737" v="6490"/>
          <ac:spMkLst>
            <pc:docMk/>
            <pc:sldMk cId="3495537789" sldId="396"/>
            <ac:spMk id="31" creationId="{C66C11D5-4DC9-487D-85FD-3CD6A1645ECD}"/>
          </ac:spMkLst>
        </pc:spChg>
        <pc:spChg chg="add mod">
          <ac:chgData name="Josué Silva de Morais" userId="f406c2cd-edfc-4057-be10-75858098c663" providerId="ADAL" clId="{A1824FC7-00A9-4708-B7FB-71BF84356830}" dt="2026-05-11T11:32:35.745" v="6495"/>
          <ac:spMkLst>
            <pc:docMk/>
            <pc:sldMk cId="3495537789" sldId="396"/>
            <ac:spMk id="32" creationId="{84697ECA-DF22-4B3B-AFD3-7F067818CAE5}"/>
          </ac:spMkLst>
        </pc:spChg>
        <pc:spChg chg="add mod">
          <ac:chgData name="Josué Silva de Morais" userId="f406c2cd-edfc-4057-be10-75858098c663" providerId="ADAL" clId="{A1824FC7-00A9-4708-B7FB-71BF84356830}" dt="2026-05-11T11:32:35.747" v="6498"/>
          <ac:spMkLst>
            <pc:docMk/>
            <pc:sldMk cId="3495537789" sldId="396"/>
            <ac:spMk id="33" creationId="{A82102F9-5AB3-4CDB-ABEB-E2F29E871201}"/>
          </ac:spMkLst>
        </pc:spChg>
        <pc:spChg chg="add mod">
          <ac:chgData name="Josué Silva de Morais" userId="f406c2cd-edfc-4057-be10-75858098c663" providerId="ADAL" clId="{A1824FC7-00A9-4708-B7FB-71BF84356830}" dt="2026-05-11T11:32:35.751" v="6503"/>
          <ac:spMkLst>
            <pc:docMk/>
            <pc:sldMk cId="3495537789" sldId="396"/>
            <ac:spMk id="34" creationId="{0A049F75-2741-4C84-8F99-A49BC4D6A517}"/>
          </ac:spMkLst>
        </pc:spChg>
        <pc:spChg chg="add mod">
          <ac:chgData name="Josué Silva de Morais" userId="f406c2cd-edfc-4057-be10-75858098c663" providerId="ADAL" clId="{A1824FC7-00A9-4708-B7FB-71BF84356830}" dt="2026-05-11T11:32:35.754" v="6506"/>
          <ac:spMkLst>
            <pc:docMk/>
            <pc:sldMk cId="3495537789" sldId="396"/>
            <ac:spMk id="35" creationId="{EF631156-9143-4FB6-9952-7BEB11D20537}"/>
          </ac:spMkLst>
        </pc:spChg>
        <pc:spChg chg="add mod">
          <ac:chgData name="Josué Silva de Morais" userId="f406c2cd-edfc-4057-be10-75858098c663" providerId="ADAL" clId="{A1824FC7-00A9-4708-B7FB-71BF84356830}" dt="2026-05-11T11:32:35.761" v="6511"/>
          <ac:spMkLst>
            <pc:docMk/>
            <pc:sldMk cId="3495537789" sldId="396"/>
            <ac:spMk id="36" creationId="{4358CFED-86FD-4CF6-BCD1-78937511B34C}"/>
          </ac:spMkLst>
        </pc:spChg>
        <pc:spChg chg="add mod">
          <ac:chgData name="Josué Silva de Morais" userId="f406c2cd-edfc-4057-be10-75858098c663" providerId="ADAL" clId="{A1824FC7-00A9-4708-B7FB-71BF84356830}" dt="2026-05-11T11:32:35.764" v="6514"/>
          <ac:spMkLst>
            <pc:docMk/>
            <pc:sldMk cId="3495537789" sldId="396"/>
            <ac:spMk id="37" creationId="{A084C81A-5FBC-4491-BC5D-801A29FC0363}"/>
          </ac:spMkLst>
        </pc:spChg>
        <pc:spChg chg="add mod">
          <ac:chgData name="Josué Silva de Morais" userId="f406c2cd-edfc-4057-be10-75858098c663" providerId="ADAL" clId="{A1824FC7-00A9-4708-B7FB-71BF84356830}" dt="2026-05-11T11:32:35.768" v="6519"/>
          <ac:spMkLst>
            <pc:docMk/>
            <pc:sldMk cId="3495537789" sldId="396"/>
            <ac:spMk id="38" creationId="{12BEB97E-13E2-4D9A-8925-866042627803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3:10.389" v="6698"/>
        <pc:sldMkLst>
          <pc:docMk/>
          <pc:sldMk cId="56048014" sldId="397"/>
        </pc:sldMkLst>
        <pc:spChg chg="add mod">
          <ac:chgData name="Josué Silva de Morais" userId="f406c2cd-edfc-4057-be10-75858098c663" providerId="ADAL" clId="{A1824FC7-00A9-4708-B7FB-71BF84356830}" dt="2026-05-11T11:33:10.201" v="6523"/>
          <ac:spMkLst>
            <pc:docMk/>
            <pc:sldMk cId="56048014" sldId="397"/>
            <ac:spMk id="2" creationId="{327C8CDF-4532-43FC-8B92-14970247D29E}"/>
          </ac:spMkLst>
        </pc:spChg>
        <pc:spChg chg="add mod">
          <ac:chgData name="Josué Silva de Morais" userId="f406c2cd-edfc-4057-be10-75858098c663" providerId="ADAL" clId="{A1824FC7-00A9-4708-B7FB-71BF84356830}" dt="2026-05-11T11:33:10.209" v="6529"/>
          <ac:spMkLst>
            <pc:docMk/>
            <pc:sldMk cId="56048014" sldId="397"/>
            <ac:spMk id="3" creationId="{00384AAF-4262-4156-9FA3-763FD1537A3F}"/>
          </ac:spMkLst>
        </pc:spChg>
        <pc:spChg chg="add mod">
          <ac:chgData name="Josué Silva de Morais" userId="f406c2cd-edfc-4057-be10-75858098c663" providerId="ADAL" clId="{A1824FC7-00A9-4708-B7FB-71BF84356830}" dt="2026-05-11T11:33:10.214" v="6535"/>
          <ac:spMkLst>
            <pc:docMk/>
            <pc:sldMk cId="56048014" sldId="397"/>
            <ac:spMk id="4" creationId="{4BDBF670-00E4-44BE-B2BA-207DF87683B0}"/>
          </ac:spMkLst>
        </pc:spChg>
        <pc:spChg chg="add mod">
          <ac:chgData name="Josué Silva de Morais" userId="f406c2cd-edfc-4057-be10-75858098c663" providerId="ADAL" clId="{A1824FC7-00A9-4708-B7FB-71BF84356830}" dt="2026-05-11T11:33:10.217" v="6538"/>
          <ac:spMkLst>
            <pc:docMk/>
            <pc:sldMk cId="56048014" sldId="397"/>
            <ac:spMk id="5" creationId="{59AD8D78-B40E-4CCD-BB89-51DFA545E748}"/>
          </ac:spMkLst>
        </pc:spChg>
        <pc:spChg chg="add mod">
          <ac:chgData name="Josué Silva de Morais" userId="f406c2cd-edfc-4057-be10-75858098c663" providerId="ADAL" clId="{A1824FC7-00A9-4708-B7FB-71BF84356830}" dt="2026-05-11T11:33:10.223" v="6542"/>
          <ac:spMkLst>
            <pc:docMk/>
            <pc:sldMk cId="56048014" sldId="397"/>
            <ac:spMk id="6" creationId="{6883FAB7-692C-4DCE-A513-66C9ED90450F}"/>
          </ac:spMkLst>
        </pc:spChg>
        <pc:spChg chg="add mod">
          <ac:chgData name="Josué Silva de Morais" userId="f406c2cd-edfc-4057-be10-75858098c663" providerId="ADAL" clId="{A1824FC7-00A9-4708-B7FB-71BF84356830}" dt="2026-05-11T11:33:10.228" v="6548"/>
          <ac:spMkLst>
            <pc:docMk/>
            <pc:sldMk cId="56048014" sldId="397"/>
            <ac:spMk id="7" creationId="{D84CAFEC-98FC-4433-B135-F1A4DB8FB1C0}"/>
          </ac:spMkLst>
        </pc:spChg>
        <pc:spChg chg="add mod">
          <ac:chgData name="Josué Silva de Morais" userId="f406c2cd-edfc-4057-be10-75858098c663" providerId="ADAL" clId="{A1824FC7-00A9-4708-B7FB-71BF84356830}" dt="2026-05-11T11:33:10.230" v="6551"/>
          <ac:spMkLst>
            <pc:docMk/>
            <pc:sldMk cId="56048014" sldId="397"/>
            <ac:spMk id="8" creationId="{6EE5ABF1-FBEA-4BBA-B545-9C5359793A3B}"/>
          </ac:spMkLst>
        </pc:spChg>
        <pc:spChg chg="add mod">
          <ac:chgData name="Josué Silva de Morais" userId="f406c2cd-edfc-4057-be10-75858098c663" providerId="ADAL" clId="{A1824FC7-00A9-4708-B7FB-71BF84356830}" dt="2026-05-11T11:33:10.237" v="6557"/>
          <ac:spMkLst>
            <pc:docMk/>
            <pc:sldMk cId="56048014" sldId="397"/>
            <ac:spMk id="9" creationId="{42539D00-AC80-4CF9-85A4-8A86E54C0A6E}"/>
          </ac:spMkLst>
        </pc:spChg>
        <pc:spChg chg="add mod">
          <ac:chgData name="Josué Silva de Morais" userId="f406c2cd-edfc-4057-be10-75858098c663" providerId="ADAL" clId="{A1824FC7-00A9-4708-B7FB-71BF84356830}" dt="2026-05-11T11:33:10.243" v="6562"/>
          <ac:spMkLst>
            <pc:docMk/>
            <pc:sldMk cId="56048014" sldId="397"/>
            <ac:spMk id="10" creationId="{D6CF17D2-28DB-4178-88C6-FB7C3F4A9E5F}"/>
          </ac:spMkLst>
        </pc:spChg>
        <pc:spChg chg="add mod">
          <ac:chgData name="Josué Silva de Morais" userId="f406c2cd-edfc-4057-be10-75858098c663" providerId="ADAL" clId="{A1824FC7-00A9-4708-B7FB-71BF84356830}" dt="2026-05-11T11:33:10.245" v="6565"/>
          <ac:spMkLst>
            <pc:docMk/>
            <pc:sldMk cId="56048014" sldId="397"/>
            <ac:spMk id="11" creationId="{24C53638-A2F9-4547-8989-75127C906CCE}"/>
          </ac:spMkLst>
        </pc:spChg>
        <pc:spChg chg="add mod">
          <ac:chgData name="Josué Silva de Morais" userId="f406c2cd-edfc-4057-be10-75858098c663" providerId="ADAL" clId="{A1824FC7-00A9-4708-B7FB-71BF84356830}" dt="2026-05-11T11:33:10.250" v="6571"/>
          <ac:spMkLst>
            <pc:docMk/>
            <pc:sldMk cId="56048014" sldId="397"/>
            <ac:spMk id="12" creationId="{EC30CDAE-D8EB-483F-8EA0-313015D4041F}"/>
          </ac:spMkLst>
        </pc:spChg>
        <pc:spChg chg="add mod">
          <ac:chgData name="Josué Silva de Morais" userId="f406c2cd-edfc-4057-be10-75858098c663" providerId="ADAL" clId="{A1824FC7-00A9-4708-B7FB-71BF84356830}" dt="2026-05-11T11:33:10.257" v="6576"/>
          <ac:spMkLst>
            <pc:docMk/>
            <pc:sldMk cId="56048014" sldId="397"/>
            <ac:spMk id="13" creationId="{E7F8B91A-175F-4BE3-ABF9-81C74078365F}"/>
          </ac:spMkLst>
        </pc:spChg>
        <pc:spChg chg="add mod">
          <ac:chgData name="Josué Silva de Morais" userId="f406c2cd-edfc-4057-be10-75858098c663" providerId="ADAL" clId="{A1824FC7-00A9-4708-B7FB-71BF84356830}" dt="2026-05-11T11:33:10.260" v="6579"/>
          <ac:spMkLst>
            <pc:docMk/>
            <pc:sldMk cId="56048014" sldId="397"/>
            <ac:spMk id="14" creationId="{E44EF150-B8FA-4739-A428-D7A28A986787}"/>
          </ac:spMkLst>
        </pc:spChg>
        <pc:spChg chg="add mod">
          <ac:chgData name="Josué Silva de Morais" userId="f406c2cd-edfc-4057-be10-75858098c663" providerId="ADAL" clId="{A1824FC7-00A9-4708-B7FB-71BF84356830}" dt="2026-05-11T11:33:10.274" v="6585"/>
          <ac:spMkLst>
            <pc:docMk/>
            <pc:sldMk cId="56048014" sldId="397"/>
            <ac:spMk id="15" creationId="{7392AA0F-36CA-4400-B788-97BD2030805B}"/>
          </ac:spMkLst>
        </pc:spChg>
        <pc:spChg chg="add mod">
          <ac:chgData name="Josué Silva de Morais" userId="f406c2cd-edfc-4057-be10-75858098c663" providerId="ADAL" clId="{A1824FC7-00A9-4708-B7FB-71BF84356830}" dt="2026-05-11T11:33:10.279" v="6590"/>
          <ac:spMkLst>
            <pc:docMk/>
            <pc:sldMk cId="56048014" sldId="397"/>
            <ac:spMk id="16" creationId="{7B996104-62F0-48BF-ACB9-1C6E2A497363}"/>
          </ac:spMkLst>
        </pc:spChg>
        <pc:spChg chg="add mod">
          <ac:chgData name="Josué Silva de Morais" userId="f406c2cd-edfc-4057-be10-75858098c663" providerId="ADAL" clId="{A1824FC7-00A9-4708-B7FB-71BF84356830}" dt="2026-05-11T11:33:10.281" v="6593"/>
          <ac:spMkLst>
            <pc:docMk/>
            <pc:sldMk cId="56048014" sldId="397"/>
            <ac:spMk id="17" creationId="{55FD95DB-484A-4DCC-BB17-6B6A7720E214}"/>
          </ac:spMkLst>
        </pc:spChg>
        <pc:spChg chg="add mod">
          <ac:chgData name="Josué Silva de Morais" userId="f406c2cd-edfc-4057-be10-75858098c663" providerId="ADAL" clId="{A1824FC7-00A9-4708-B7FB-71BF84356830}" dt="2026-05-11T11:33:10.289" v="6599"/>
          <ac:spMkLst>
            <pc:docMk/>
            <pc:sldMk cId="56048014" sldId="397"/>
            <ac:spMk id="18" creationId="{E3B62329-91E3-4EB7-B1EA-7EE1D18DC973}"/>
          </ac:spMkLst>
        </pc:spChg>
        <pc:spChg chg="add mod">
          <ac:chgData name="Josué Silva de Morais" userId="f406c2cd-edfc-4057-be10-75858098c663" providerId="ADAL" clId="{A1824FC7-00A9-4708-B7FB-71BF84356830}" dt="2026-05-11T11:33:10.295" v="6604"/>
          <ac:spMkLst>
            <pc:docMk/>
            <pc:sldMk cId="56048014" sldId="397"/>
            <ac:spMk id="19" creationId="{CB41A5F8-A028-4D74-9824-4B0DA31F2AE6}"/>
          </ac:spMkLst>
        </pc:spChg>
        <pc:spChg chg="add mod">
          <ac:chgData name="Josué Silva de Morais" userId="f406c2cd-edfc-4057-be10-75858098c663" providerId="ADAL" clId="{A1824FC7-00A9-4708-B7FB-71BF84356830}" dt="2026-05-11T11:33:10.297" v="6607"/>
          <ac:spMkLst>
            <pc:docMk/>
            <pc:sldMk cId="56048014" sldId="397"/>
            <ac:spMk id="20" creationId="{CFFBA7DF-AC29-4EC4-ACA9-2A1C4F0B1E94}"/>
          </ac:spMkLst>
        </pc:spChg>
        <pc:spChg chg="add mod">
          <ac:chgData name="Josué Silva de Morais" userId="f406c2cd-edfc-4057-be10-75858098c663" providerId="ADAL" clId="{A1824FC7-00A9-4708-B7FB-71BF84356830}" dt="2026-05-11T11:33:10.305" v="6613"/>
          <ac:spMkLst>
            <pc:docMk/>
            <pc:sldMk cId="56048014" sldId="397"/>
            <ac:spMk id="21" creationId="{6E83511E-2484-4CC5-900C-FD36CF46B8B9}"/>
          </ac:spMkLst>
        </pc:spChg>
        <pc:spChg chg="add mod">
          <ac:chgData name="Josué Silva de Morais" userId="f406c2cd-edfc-4057-be10-75858098c663" providerId="ADAL" clId="{A1824FC7-00A9-4708-B7FB-71BF84356830}" dt="2026-05-11T11:33:10.311" v="6618"/>
          <ac:spMkLst>
            <pc:docMk/>
            <pc:sldMk cId="56048014" sldId="397"/>
            <ac:spMk id="22" creationId="{94A548EC-A883-4D25-A9DB-71C4D6989CD7}"/>
          </ac:spMkLst>
        </pc:spChg>
        <pc:spChg chg="add mod">
          <ac:chgData name="Josué Silva de Morais" userId="f406c2cd-edfc-4057-be10-75858098c663" providerId="ADAL" clId="{A1824FC7-00A9-4708-B7FB-71BF84356830}" dt="2026-05-11T11:33:10.314" v="6622"/>
          <ac:spMkLst>
            <pc:docMk/>
            <pc:sldMk cId="56048014" sldId="397"/>
            <ac:spMk id="23" creationId="{B19296C0-E742-4EC0-A121-013841FADD2D}"/>
          </ac:spMkLst>
        </pc:spChg>
        <pc:spChg chg="add mod">
          <ac:chgData name="Josué Silva de Morais" userId="f406c2cd-edfc-4057-be10-75858098c663" providerId="ADAL" clId="{A1824FC7-00A9-4708-B7FB-71BF84356830}" dt="2026-05-11T11:33:10.320" v="6628"/>
          <ac:spMkLst>
            <pc:docMk/>
            <pc:sldMk cId="56048014" sldId="397"/>
            <ac:spMk id="24" creationId="{69058043-76B8-4876-9F05-31465E4EC05F}"/>
          </ac:spMkLst>
        </pc:spChg>
        <pc:spChg chg="add mod">
          <ac:chgData name="Josué Silva de Morais" userId="f406c2cd-edfc-4057-be10-75858098c663" providerId="ADAL" clId="{A1824FC7-00A9-4708-B7FB-71BF84356830}" dt="2026-05-11T11:33:10.323" v="6631"/>
          <ac:spMkLst>
            <pc:docMk/>
            <pc:sldMk cId="56048014" sldId="397"/>
            <ac:spMk id="25" creationId="{69CE06D8-D069-48E9-80F0-DDFF46907117}"/>
          </ac:spMkLst>
        </pc:spChg>
        <pc:spChg chg="add mod">
          <ac:chgData name="Josué Silva de Morais" userId="f406c2cd-edfc-4057-be10-75858098c663" providerId="ADAL" clId="{A1824FC7-00A9-4708-B7FB-71BF84356830}" dt="2026-05-11T11:33:10.328" v="6637"/>
          <ac:spMkLst>
            <pc:docMk/>
            <pc:sldMk cId="56048014" sldId="397"/>
            <ac:spMk id="26" creationId="{530ABD8C-48FA-400D-B1E4-635309BBB312}"/>
          </ac:spMkLst>
        </pc:spChg>
        <pc:spChg chg="add mod">
          <ac:chgData name="Josué Silva de Morais" userId="f406c2cd-edfc-4057-be10-75858098c663" providerId="ADAL" clId="{A1824FC7-00A9-4708-B7FB-71BF84356830}" dt="2026-05-11T11:33:10.333" v="6642"/>
          <ac:spMkLst>
            <pc:docMk/>
            <pc:sldMk cId="56048014" sldId="397"/>
            <ac:spMk id="27" creationId="{3BC6677C-058A-4AFF-9914-7DEC09325004}"/>
          </ac:spMkLst>
        </pc:spChg>
        <pc:spChg chg="add mod">
          <ac:chgData name="Josué Silva de Morais" userId="f406c2cd-edfc-4057-be10-75858098c663" providerId="ADAL" clId="{A1824FC7-00A9-4708-B7FB-71BF84356830}" dt="2026-05-11T11:33:10.337" v="6645"/>
          <ac:spMkLst>
            <pc:docMk/>
            <pc:sldMk cId="56048014" sldId="397"/>
            <ac:spMk id="28" creationId="{D7FFCFAE-DD16-4115-B386-5351D16B8C1F}"/>
          </ac:spMkLst>
        </pc:spChg>
        <pc:spChg chg="add mod">
          <ac:chgData name="Josué Silva de Morais" userId="f406c2cd-edfc-4057-be10-75858098c663" providerId="ADAL" clId="{A1824FC7-00A9-4708-B7FB-71BF84356830}" dt="2026-05-11T11:33:10.343" v="6651"/>
          <ac:spMkLst>
            <pc:docMk/>
            <pc:sldMk cId="56048014" sldId="397"/>
            <ac:spMk id="29" creationId="{5BC3E1BB-4979-4764-A623-97B46C547454}"/>
          </ac:spMkLst>
        </pc:spChg>
        <pc:spChg chg="add mod">
          <ac:chgData name="Josué Silva de Morais" userId="f406c2cd-edfc-4057-be10-75858098c663" providerId="ADAL" clId="{A1824FC7-00A9-4708-B7FB-71BF84356830}" dt="2026-05-11T11:33:10.347" v="6656"/>
          <ac:spMkLst>
            <pc:docMk/>
            <pc:sldMk cId="56048014" sldId="397"/>
            <ac:spMk id="30" creationId="{2BE05D8F-E70A-4BE5-9797-CF2A2FBC98E6}"/>
          </ac:spMkLst>
        </pc:spChg>
        <pc:spChg chg="add mod">
          <ac:chgData name="Josué Silva de Morais" userId="f406c2cd-edfc-4057-be10-75858098c663" providerId="ADAL" clId="{A1824FC7-00A9-4708-B7FB-71BF84356830}" dt="2026-05-11T11:33:10.349" v="6659"/>
          <ac:spMkLst>
            <pc:docMk/>
            <pc:sldMk cId="56048014" sldId="397"/>
            <ac:spMk id="31" creationId="{B9932949-959A-4F81-8C8B-E258FBCD2B6C}"/>
          </ac:spMkLst>
        </pc:spChg>
        <pc:spChg chg="add mod">
          <ac:chgData name="Josué Silva de Morais" userId="f406c2cd-edfc-4057-be10-75858098c663" providerId="ADAL" clId="{A1824FC7-00A9-4708-B7FB-71BF84356830}" dt="2026-05-11T11:33:10.357" v="6665"/>
          <ac:spMkLst>
            <pc:docMk/>
            <pc:sldMk cId="56048014" sldId="397"/>
            <ac:spMk id="32" creationId="{84A0F23C-A2E2-42CE-B44D-40A7F84C6E97}"/>
          </ac:spMkLst>
        </pc:spChg>
        <pc:spChg chg="add mod">
          <ac:chgData name="Josué Silva de Morais" userId="f406c2cd-edfc-4057-be10-75858098c663" providerId="ADAL" clId="{A1824FC7-00A9-4708-B7FB-71BF84356830}" dt="2026-05-11T11:33:10.361" v="6670"/>
          <ac:spMkLst>
            <pc:docMk/>
            <pc:sldMk cId="56048014" sldId="397"/>
            <ac:spMk id="33" creationId="{222F5ED0-8D69-44BA-B502-FC2496DE76C7}"/>
          </ac:spMkLst>
        </pc:spChg>
        <pc:spChg chg="add mod">
          <ac:chgData name="Josué Silva de Morais" userId="f406c2cd-edfc-4057-be10-75858098c663" providerId="ADAL" clId="{A1824FC7-00A9-4708-B7FB-71BF84356830}" dt="2026-05-11T11:33:10.363" v="6673"/>
          <ac:spMkLst>
            <pc:docMk/>
            <pc:sldMk cId="56048014" sldId="397"/>
            <ac:spMk id="34" creationId="{AC7C17E9-75A3-48E2-B27C-648FE67CA647}"/>
          </ac:spMkLst>
        </pc:spChg>
        <pc:spChg chg="add mod">
          <ac:chgData name="Josué Silva de Morais" userId="f406c2cd-edfc-4057-be10-75858098c663" providerId="ADAL" clId="{A1824FC7-00A9-4708-B7FB-71BF84356830}" dt="2026-05-11T11:33:10.367" v="6679"/>
          <ac:spMkLst>
            <pc:docMk/>
            <pc:sldMk cId="56048014" sldId="397"/>
            <ac:spMk id="35" creationId="{300AC7E0-4733-4BAB-9030-9963FD570CE6}"/>
          </ac:spMkLst>
        </pc:spChg>
        <pc:spChg chg="add mod">
          <ac:chgData name="Josué Silva de Morais" userId="f406c2cd-edfc-4057-be10-75858098c663" providerId="ADAL" clId="{A1824FC7-00A9-4708-B7FB-71BF84356830}" dt="2026-05-11T11:33:10.375" v="6684"/>
          <ac:spMkLst>
            <pc:docMk/>
            <pc:sldMk cId="56048014" sldId="397"/>
            <ac:spMk id="36" creationId="{C0EB0A29-08E6-4546-A65C-190D7E8768AF}"/>
          </ac:spMkLst>
        </pc:spChg>
        <pc:spChg chg="add mod">
          <ac:chgData name="Josué Silva de Morais" userId="f406c2cd-edfc-4057-be10-75858098c663" providerId="ADAL" clId="{A1824FC7-00A9-4708-B7FB-71BF84356830}" dt="2026-05-11T11:33:10.377" v="6687"/>
          <ac:spMkLst>
            <pc:docMk/>
            <pc:sldMk cId="56048014" sldId="397"/>
            <ac:spMk id="37" creationId="{03B9444E-A1A1-4846-A41B-B85ABB60743B}"/>
          </ac:spMkLst>
        </pc:spChg>
        <pc:spChg chg="add mod">
          <ac:chgData name="Josué Silva de Morais" userId="f406c2cd-edfc-4057-be10-75858098c663" providerId="ADAL" clId="{A1824FC7-00A9-4708-B7FB-71BF84356830}" dt="2026-05-11T11:33:10.382" v="6693"/>
          <ac:spMkLst>
            <pc:docMk/>
            <pc:sldMk cId="56048014" sldId="397"/>
            <ac:spMk id="38" creationId="{8F5ED4FD-E6A5-4452-90AA-365CB9BF06E1}"/>
          </ac:spMkLst>
        </pc:spChg>
        <pc:spChg chg="add mod">
          <ac:chgData name="Josué Silva de Morais" userId="f406c2cd-edfc-4057-be10-75858098c663" providerId="ADAL" clId="{A1824FC7-00A9-4708-B7FB-71BF84356830}" dt="2026-05-11T11:33:10.389" v="6698"/>
          <ac:spMkLst>
            <pc:docMk/>
            <pc:sldMk cId="56048014" sldId="397"/>
            <ac:spMk id="39" creationId="{5619CB75-9E4E-4B69-9CF4-AD5F7468A0B8}"/>
          </ac:spMkLst>
        </pc:spChg>
      </pc:sldChg>
      <pc:sldChg chg="addSp modSp new mod">
        <pc:chgData name="Josué Silva de Morais" userId="f406c2cd-edfc-4057-be10-75858098c663" providerId="ADAL" clId="{A1824FC7-00A9-4708-B7FB-71BF84356830}" dt="2026-05-11T11:33:10.516" v="6801"/>
        <pc:sldMkLst>
          <pc:docMk/>
          <pc:sldMk cId="4127065178" sldId="398"/>
        </pc:sldMkLst>
        <pc:spChg chg="add mod">
          <ac:chgData name="Josué Silva de Morais" userId="f406c2cd-edfc-4057-be10-75858098c663" providerId="ADAL" clId="{A1824FC7-00A9-4708-B7FB-71BF84356830}" dt="2026-05-11T11:33:10.420" v="6702"/>
          <ac:spMkLst>
            <pc:docMk/>
            <pc:sldMk cId="4127065178" sldId="398"/>
            <ac:spMk id="2" creationId="{61489AB0-D288-4BD9-B785-7F21296E2ECC}"/>
          </ac:spMkLst>
        </pc:spChg>
        <pc:spChg chg="add mod">
          <ac:chgData name="Josué Silva de Morais" userId="f406c2cd-edfc-4057-be10-75858098c663" providerId="ADAL" clId="{A1824FC7-00A9-4708-B7FB-71BF84356830}" dt="2026-05-11T11:33:10.424" v="6706"/>
          <ac:spMkLst>
            <pc:docMk/>
            <pc:sldMk cId="4127065178" sldId="398"/>
            <ac:spMk id="3" creationId="{BF71518C-196C-434A-98C3-FD1D75A87DA3}"/>
          </ac:spMkLst>
        </pc:spChg>
        <pc:spChg chg="add mod">
          <ac:chgData name="Josué Silva de Morais" userId="f406c2cd-edfc-4057-be10-75858098c663" providerId="ADAL" clId="{A1824FC7-00A9-4708-B7FB-71BF84356830}" dt="2026-05-11T11:33:10.427" v="6710"/>
          <ac:spMkLst>
            <pc:docMk/>
            <pc:sldMk cId="4127065178" sldId="398"/>
            <ac:spMk id="4" creationId="{E41777AF-8544-4B88-8436-6538A6108BA1}"/>
          </ac:spMkLst>
        </pc:spChg>
        <pc:spChg chg="add mod">
          <ac:chgData name="Josué Silva de Morais" userId="f406c2cd-edfc-4057-be10-75858098c663" providerId="ADAL" clId="{A1824FC7-00A9-4708-B7FB-71BF84356830}" dt="2026-05-11T11:33:10.430" v="6713"/>
          <ac:spMkLst>
            <pc:docMk/>
            <pc:sldMk cId="4127065178" sldId="398"/>
            <ac:spMk id="5" creationId="{ADB13A70-D8EF-47FD-9E12-79BEC517C701}"/>
          </ac:spMkLst>
        </pc:spChg>
        <pc:spChg chg="add mod">
          <ac:chgData name="Josué Silva de Morais" userId="f406c2cd-edfc-4057-be10-75858098c663" providerId="ADAL" clId="{A1824FC7-00A9-4708-B7FB-71BF84356830}" dt="2026-05-11T11:33:10.432" v="6716"/>
          <ac:spMkLst>
            <pc:docMk/>
            <pc:sldMk cId="4127065178" sldId="398"/>
            <ac:spMk id="6" creationId="{8960457F-099B-42BF-9A81-B04DDD00274A}"/>
          </ac:spMkLst>
        </pc:spChg>
        <pc:spChg chg="add mod">
          <ac:chgData name="Josué Silva de Morais" userId="f406c2cd-edfc-4057-be10-75858098c663" providerId="ADAL" clId="{A1824FC7-00A9-4708-B7FB-71BF84356830}" dt="2026-05-11T11:33:10.434" v="6719"/>
          <ac:spMkLst>
            <pc:docMk/>
            <pc:sldMk cId="4127065178" sldId="398"/>
            <ac:spMk id="7" creationId="{5D914F0A-9219-4ECB-ABCD-7626ED3FC0A8}"/>
          </ac:spMkLst>
        </pc:spChg>
        <pc:spChg chg="add mod">
          <ac:chgData name="Josué Silva de Morais" userId="f406c2cd-edfc-4057-be10-75858098c663" providerId="ADAL" clId="{A1824FC7-00A9-4708-B7FB-71BF84356830}" dt="2026-05-11T11:33:10.438" v="6722"/>
          <ac:spMkLst>
            <pc:docMk/>
            <pc:sldMk cId="4127065178" sldId="398"/>
            <ac:spMk id="8" creationId="{60B7004D-B719-4586-A3CE-00CEEAD5F17A}"/>
          </ac:spMkLst>
        </pc:spChg>
        <pc:spChg chg="add mod">
          <ac:chgData name="Josué Silva de Morais" userId="f406c2cd-edfc-4057-be10-75858098c663" providerId="ADAL" clId="{A1824FC7-00A9-4708-B7FB-71BF84356830}" dt="2026-05-11T11:33:10.441" v="6725"/>
          <ac:spMkLst>
            <pc:docMk/>
            <pc:sldMk cId="4127065178" sldId="398"/>
            <ac:spMk id="9" creationId="{DD18800B-861A-4054-82B1-9A73C711553C}"/>
          </ac:spMkLst>
        </pc:spChg>
        <pc:spChg chg="add mod">
          <ac:chgData name="Josué Silva de Morais" userId="f406c2cd-edfc-4057-be10-75858098c663" providerId="ADAL" clId="{A1824FC7-00A9-4708-B7FB-71BF84356830}" dt="2026-05-11T11:33:10.443" v="6728"/>
          <ac:spMkLst>
            <pc:docMk/>
            <pc:sldMk cId="4127065178" sldId="398"/>
            <ac:spMk id="10" creationId="{E6FB42C9-D9DE-4D9B-A3E6-A67A2D73779F}"/>
          </ac:spMkLst>
        </pc:spChg>
        <pc:spChg chg="add mod">
          <ac:chgData name="Josué Silva de Morais" userId="f406c2cd-edfc-4057-be10-75858098c663" providerId="ADAL" clId="{A1824FC7-00A9-4708-B7FB-71BF84356830}" dt="2026-05-11T11:33:10.447" v="6734"/>
          <ac:spMkLst>
            <pc:docMk/>
            <pc:sldMk cId="4127065178" sldId="398"/>
            <ac:spMk id="11" creationId="{727AB0FE-6E9B-423C-9AC7-A132C5C7FFBD}"/>
          </ac:spMkLst>
        </pc:spChg>
        <pc:spChg chg="add mod">
          <ac:chgData name="Josué Silva de Morais" userId="f406c2cd-edfc-4057-be10-75858098c663" providerId="ADAL" clId="{A1824FC7-00A9-4708-B7FB-71BF84356830}" dt="2026-05-11T11:33:10.457" v="6739"/>
          <ac:spMkLst>
            <pc:docMk/>
            <pc:sldMk cId="4127065178" sldId="398"/>
            <ac:spMk id="12" creationId="{D450720E-4081-4476-9697-0A05DFE764FA}"/>
          </ac:spMkLst>
        </pc:spChg>
        <pc:spChg chg="add mod">
          <ac:chgData name="Josué Silva de Morais" userId="f406c2cd-edfc-4057-be10-75858098c663" providerId="ADAL" clId="{A1824FC7-00A9-4708-B7FB-71BF84356830}" dt="2026-05-11T11:33:10.459" v="6743"/>
          <ac:spMkLst>
            <pc:docMk/>
            <pc:sldMk cId="4127065178" sldId="398"/>
            <ac:spMk id="13" creationId="{D5720C93-B7FC-4398-B1C5-AB01EE8A17A2}"/>
          </ac:spMkLst>
        </pc:spChg>
        <pc:spChg chg="add mod">
          <ac:chgData name="Josué Silva de Morais" userId="f406c2cd-edfc-4057-be10-75858098c663" providerId="ADAL" clId="{A1824FC7-00A9-4708-B7FB-71BF84356830}" dt="2026-05-11T11:33:10.463" v="6747"/>
          <ac:spMkLst>
            <pc:docMk/>
            <pc:sldMk cId="4127065178" sldId="398"/>
            <ac:spMk id="14" creationId="{8C133A8B-47FF-4C80-A07C-C7C105F4EB82}"/>
          </ac:spMkLst>
        </pc:spChg>
        <pc:spChg chg="add mod">
          <ac:chgData name="Josué Silva de Morais" userId="f406c2cd-edfc-4057-be10-75858098c663" providerId="ADAL" clId="{A1824FC7-00A9-4708-B7FB-71BF84356830}" dt="2026-05-11T11:33:10.469" v="6753"/>
          <ac:spMkLst>
            <pc:docMk/>
            <pc:sldMk cId="4127065178" sldId="398"/>
            <ac:spMk id="15" creationId="{EAB4C9A7-53A7-411C-8E10-919D01E29DAF}"/>
          </ac:spMkLst>
        </pc:spChg>
        <pc:spChg chg="add mod">
          <ac:chgData name="Josué Silva de Morais" userId="f406c2cd-edfc-4057-be10-75858098c663" providerId="ADAL" clId="{A1824FC7-00A9-4708-B7FB-71BF84356830}" dt="2026-05-11T11:33:10.475" v="6758"/>
          <ac:spMkLst>
            <pc:docMk/>
            <pc:sldMk cId="4127065178" sldId="398"/>
            <ac:spMk id="16" creationId="{DB7D3919-C2D7-4CAE-A33B-7487F87C771E}"/>
          </ac:spMkLst>
        </pc:spChg>
        <pc:spChg chg="add mod">
          <ac:chgData name="Josué Silva de Morais" userId="f406c2cd-edfc-4057-be10-75858098c663" providerId="ADAL" clId="{A1824FC7-00A9-4708-B7FB-71BF84356830}" dt="2026-05-11T11:33:10.478" v="6762"/>
          <ac:spMkLst>
            <pc:docMk/>
            <pc:sldMk cId="4127065178" sldId="398"/>
            <ac:spMk id="17" creationId="{F867B170-5A85-4AAE-BBEB-AA648CEF99ED}"/>
          </ac:spMkLst>
        </pc:spChg>
        <pc:spChg chg="add mod">
          <ac:chgData name="Josué Silva de Morais" userId="f406c2cd-edfc-4057-be10-75858098c663" providerId="ADAL" clId="{A1824FC7-00A9-4708-B7FB-71BF84356830}" dt="2026-05-11T11:33:10.482" v="6766"/>
          <ac:spMkLst>
            <pc:docMk/>
            <pc:sldMk cId="4127065178" sldId="398"/>
            <ac:spMk id="18" creationId="{E7D4348D-FFAB-45B7-B50E-C90228631481}"/>
          </ac:spMkLst>
        </pc:spChg>
        <pc:spChg chg="add mod">
          <ac:chgData name="Josué Silva de Morais" userId="f406c2cd-edfc-4057-be10-75858098c663" providerId="ADAL" clId="{A1824FC7-00A9-4708-B7FB-71BF84356830}" dt="2026-05-11T11:33:10.489" v="6772"/>
          <ac:spMkLst>
            <pc:docMk/>
            <pc:sldMk cId="4127065178" sldId="398"/>
            <ac:spMk id="19" creationId="{4F0B0AE0-6F91-4688-BF64-A0EEDF725493}"/>
          </ac:spMkLst>
        </pc:spChg>
        <pc:spChg chg="add mod">
          <ac:chgData name="Josué Silva de Morais" userId="f406c2cd-edfc-4057-be10-75858098c663" providerId="ADAL" clId="{A1824FC7-00A9-4708-B7FB-71BF84356830}" dt="2026-05-11T11:33:10.493" v="6777"/>
          <ac:spMkLst>
            <pc:docMk/>
            <pc:sldMk cId="4127065178" sldId="398"/>
            <ac:spMk id="20" creationId="{C0A40A2C-51E9-4081-92B2-59242934320F}"/>
          </ac:spMkLst>
        </pc:spChg>
        <pc:spChg chg="add mod">
          <ac:chgData name="Josué Silva de Morais" userId="f406c2cd-edfc-4057-be10-75858098c663" providerId="ADAL" clId="{A1824FC7-00A9-4708-B7FB-71BF84356830}" dt="2026-05-11T11:33:10.495" v="6781"/>
          <ac:spMkLst>
            <pc:docMk/>
            <pc:sldMk cId="4127065178" sldId="398"/>
            <ac:spMk id="21" creationId="{8819267E-0975-4D52-A7A6-EE75227BB5E2}"/>
          </ac:spMkLst>
        </pc:spChg>
        <pc:spChg chg="add mod">
          <ac:chgData name="Josué Silva de Morais" userId="f406c2cd-edfc-4057-be10-75858098c663" providerId="ADAL" clId="{A1824FC7-00A9-4708-B7FB-71BF84356830}" dt="2026-05-11T11:33:10.500" v="6785"/>
          <ac:spMkLst>
            <pc:docMk/>
            <pc:sldMk cId="4127065178" sldId="398"/>
            <ac:spMk id="22" creationId="{6C94DE26-C449-4902-98EE-0BDE652C7464}"/>
          </ac:spMkLst>
        </pc:spChg>
        <pc:spChg chg="add mod">
          <ac:chgData name="Josué Silva de Morais" userId="f406c2cd-edfc-4057-be10-75858098c663" providerId="ADAL" clId="{A1824FC7-00A9-4708-B7FB-71BF84356830}" dt="2026-05-11T11:33:10.507" v="6791"/>
          <ac:spMkLst>
            <pc:docMk/>
            <pc:sldMk cId="4127065178" sldId="398"/>
            <ac:spMk id="23" creationId="{A4203352-1A96-460A-BE02-AF1DA5EC77A7}"/>
          </ac:spMkLst>
        </pc:spChg>
        <pc:spChg chg="add mod">
          <ac:chgData name="Josué Silva de Morais" userId="f406c2cd-edfc-4057-be10-75858098c663" providerId="ADAL" clId="{A1824FC7-00A9-4708-B7FB-71BF84356830}" dt="2026-05-11T11:33:10.511" v="6796"/>
          <ac:spMkLst>
            <pc:docMk/>
            <pc:sldMk cId="4127065178" sldId="398"/>
            <ac:spMk id="24" creationId="{ABEBA7D1-F057-40DE-9016-B4B74B8E08C0}"/>
          </ac:spMkLst>
        </pc:spChg>
        <pc:spChg chg="add mod">
          <ac:chgData name="Josué Silva de Morais" userId="f406c2cd-edfc-4057-be10-75858098c663" providerId="ADAL" clId="{A1824FC7-00A9-4708-B7FB-71BF84356830}" dt="2026-05-11T11:33:10.516" v="6801"/>
          <ac:spMkLst>
            <pc:docMk/>
            <pc:sldMk cId="4127065178" sldId="398"/>
            <ac:spMk id="25" creationId="{1C5B7D2A-3993-4555-96AA-C43A8CCA0692}"/>
          </ac:spMkLst>
        </pc:spChg>
      </pc:sldChg>
      <pc:sldMasterChg chg="del delSldLayout">
        <pc:chgData name="Josué Silva de Morais" userId="f406c2cd-edfc-4057-be10-75858098c663" providerId="ADAL" clId="{A1824FC7-00A9-4708-B7FB-71BF84356830}" dt="2026-05-11T11:13:41.204" v="30"/>
        <pc:sldMasterMkLst>
          <pc:docMk/>
          <pc:sldMasterMk cId="1764006848" sldId="2147483660"/>
        </pc:sldMasterMkLst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1965330775" sldId="2147483661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3446177079" sldId="2147483662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690918153" sldId="2147483663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3286416837" sldId="2147483664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4196897338" sldId="2147483665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1948294442" sldId="2147483666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925656647" sldId="2147483667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1965120487" sldId="2147483668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274897871" sldId="2147483669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2845976729" sldId="2147483670"/>
          </pc:sldLayoutMkLst>
        </pc:sldLayoutChg>
        <pc:sldLayoutChg chg="del">
          <pc:chgData name="Josué Silva de Morais" userId="f406c2cd-edfc-4057-be10-75858098c663" providerId="ADAL" clId="{A1824FC7-00A9-4708-B7FB-71BF84356830}" dt="2026-05-11T11:13:41.204" v="30"/>
          <pc:sldLayoutMkLst>
            <pc:docMk/>
            <pc:sldMasterMk cId="1764006848" sldId="2147483660"/>
            <pc:sldLayoutMk cId="811607179" sldId="2147483671"/>
          </pc:sldLayoutMkLst>
        </pc:sldLayoutChg>
      </pc:sldMasterChg>
      <pc:sldMasterChg chg="add addSldLayout delSldLayout modSldLayout">
        <pc:chgData name="Josué Silva de Morais" userId="f406c2cd-edfc-4057-be10-75858098c663" providerId="ADAL" clId="{A1824FC7-00A9-4708-B7FB-71BF84356830}" dt="2026-05-11T11:18:38.903" v="57"/>
        <pc:sldMasterMkLst>
          <pc:docMk/>
          <pc:sldMasterMk cId="1764006848" sldId="2147483672"/>
        </pc:sldMasterMkLst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1965330775" sldId="2147483673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891" v="56"/>
          <pc:sldLayoutMkLst>
            <pc:docMk/>
            <pc:sldMasterMk cId="1764006848" sldId="2147483672"/>
            <pc:sldLayoutMk cId="3446177079" sldId="2147483674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903" v="57"/>
          <pc:sldLayoutMkLst>
            <pc:docMk/>
            <pc:sldMasterMk cId="1764006848" sldId="2147483672"/>
            <pc:sldLayoutMk cId="2690918153" sldId="2147483675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818" v="50"/>
          <pc:sldLayoutMkLst>
            <pc:docMk/>
            <pc:sldMasterMk cId="1764006848" sldId="2147483672"/>
            <pc:sldLayoutMk cId="3286416837" sldId="2147483676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4196897338" sldId="2147483677"/>
          </pc:sldLayoutMkLst>
        </pc:sldLayoutChg>
        <pc:sldLayoutChg chg="add del mod">
          <pc:chgData name="Josué Silva de Morais" userId="f406c2cd-edfc-4057-be10-75858098c663" providerId="ADAL" clId="{A1824FC7-00A9-4708-B7FB-71BF84356830}" dt="2026-05-11T11:18:38.882" v="55"/>
          <pc:sldLayoutMkLst>
            <pc:docMk/>
            <pc:sldMasterMk cId="1764006848" sldId="2147483672"/>
            <pc:sldLayoutMk cId="1948294442" sldId="2147483678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2925656647" sldId="2147483679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1965120487" sldId="2147483680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2274897871" sldId="2147483681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2845976729" sldId="2147483682"/>
          </pc:sldLayoutMkLst>
        </pc:sldLayoutChg>
        <pc:sldLayoutChg chg="add mod">
          <pc:chgData name="Josué Silva de Morais" userId="f406c2cd-edfc-4057-be10-75858098c663" providerId="ADAL" clId="{A1824FC7-00A9-4708-B7FB-71BF84356830}" dt="2026-05-11T11:13:40.959" v="0"/>
          <pc:sldLayoutMkLst>
            <pc:docMk/>
            <pc:sldMasterMk cId="1764006848" sldId="2147483672"/>
            <pc:sldLayoutMk cId="811607179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12431-E6F4-C927-42AB-CA5702984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98D30E-F0F5-9002-BCFD-701DEB4A0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DC46DF-9CC0-9683-3C79-3140120C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A74D4C-D664-8DFD-8E6C-9F5A72D4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F94D49-0610-5074-EA26-2B3B5DE3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33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736CE-1A56-897C-D916-D71F04B3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465344-B61D-E391-9BD1-1796553AB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00E601-2EBF-A4EA-9351-70D95A565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0F5A4C-C9C8-E56F-AC6C-A6F9FABAC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816987-3E8B-4AF6-99E9-290B09266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E20C350-DBF8-86A7-FB3E-EC43D97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51D98F-CF05-CC1D-50DE-E3D3EB13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43F743-1F5D-941C-09CC-7B4F131F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89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E44A3A-BE14-429E-D0D9-B341F75A6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2966E5-131A-F9A3-C249-150C018B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90A2F3-F5E2-C358-822B-C16D82F8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65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E54B5-B33D-EEDC-1FF0-D9848158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FD0F23-F98A-DAB8-DE8C-F8F957573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94F9E0-B173-0941-E3A9-47F8974D9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1FAE1D-9DB3-F939-EB6D-38C73362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31C95F-6D7C-F4F6-3078-BDCDFB80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5C5955-4D50-E1A3-ACB9-BC77A43C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120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7C5B0-EC3A-585E-B53E-82C7D164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BD68B8-4EB3-E145-5DAD-32BC1CDFE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FA8D84-2C68-720A-7A22-0804C07B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5A5608-5B35-C7FD-529D-6201F0EF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8D6FE8-EE17-384B-290D-6D4EB1FF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E7E6E7-714C-402E-467B-3E2598A4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89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A7210-1923-42F2-862C-A4A47874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D65A2-6907-3352-2AA6-3AFE583D6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6D898C-5CE4-9EED-83CD-19D9C6AD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7611CD-70F4-4526-01FD-A8250226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8DD13-73DE-E3B8-D3A1-C9493237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97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6E45CA-6DE6-4A18-A3AD-C6D09A949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546479-937C-C7B4-49CB-DECEBF006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22F28C-632D-2E5F-B951-37699836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75C31D-DEAA-CE37-80D8-6C228FCC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428F30-D14C-38C7-319B-9F043FFB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60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2AB37F-E426-650C-69EF-AA08F9FB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CDFC4-F059-27F1-4B6A-CD525681D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AC2107-FC22-9511-3DF3-E0C24730D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72FF2-16A1-4202-8442-182C4D4ABFA1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2DC034-EFFB-5D79-8F59-F2C29353A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1F6360-DE0B-25E7-A944-93D3F64F6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AccentBar"/>
          <p:cNvSpPr/>
          <p:nvPr userDrawn="1"/>
        </p:nvSpPr>
        <p:spPr>
          <a:xfrm>
            <a:off x="0" y="6740525"/>
            <a:ext cx="12192000" cy="117475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3FB950"/>
              </a:gs>
              <a:gs pos="100000">
                <a:srgbClr val="D2A8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ideAccent"/>
          <p:cNvSpPr/>
          <p:nvPr userDrawn="1"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58A6FF">
                  <a:alpha val="80000"/>
                </a:srgbClr>
              </a:gs>
              <a:gs pos="100000">
                <a:srgbClr val="3FB950">
                  <a:alpha val="30000"/>
                </a:srgb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00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415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415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C9D1D9"/>
          </a:solidFill>
        </a:defRPr>
      </a:defPPr>
      <a:lvl1pPr marL="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28A2467-D277-43CD-AB32-1C4CE49B1B9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4C31C7B-E1E1-4327-9B9C-C3D383CBA8BC}"/>
              </a:ext>
            </a:extLst>
          </p:cNvPr>
          <p:cNvSpPr/>
          <p:nvPr/>
        </p:nvSpPr>
        <p:spPr>
          <a:xfrm>
            <a:off x="762000" y="1143000"/>
            <a:ext cx="2540000" cy="4064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1D4ED8"/>
                </a:solidFill>
              </a:rPr>
              <a:t>WORKSHOP TÉCNICO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C97E7F-3274-4C8C-BE0D-AF93D03608C0}"/>
              </a:ext>
            </a:extLst>
          </p:cNvPr>
          <p:cNvSpPr txBox="1"/>
          <p:nvPr/>
        </p:nvSpPr>
        <p:spPr>
          <a:xfrm>
            <a:off x="762000" y="1905000"/>
            <a:ext cx="1066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5600" b="1">
                <a:solidFill>
                  <a:srgbClr val="0F172A"/>
                </a:solidFill>
              </a:rPr>
              <a:t>DMA na ESP32-S3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2E81C5-E504-4EC7-A203-47B2B4A99CAF}"/>
              </a:ext>
            </a:extLst>
          </p:cNvPr>
          <p:cNvSpPr txBox="1"/>
          <p:nvPr/>
        </p:nvSpPr>
        <p:spPr>
          <a:xfrm>
            <a:off x="762000" y="3111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>
                <a:solidFill>
                  <a:srgbClr val="475569"/>
                </a:solidFill>
              </a:rPr>
              <a:t>Direct Memory Access — do conceito à prática em tempo real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4BEB29C-28F0-4CB2-A259-63CB8CF213C7}"/>
              </a:ext>
            </a:extLst>
          </p:cNvPr>
          <p:cNvSpPr/>
          <p:nvPr/>
        </p:nvSpPr>
        <p:spPr>
          <a:xfrm>
            <a:off x="762000" y="4318000"/>
            <a:ext cx="2476500" cy="1143000"/>
          </a:xfrm>
          <a:prstGeom prst="roundRect">
            <a:avLst/>
          </a:prstGeom>
          <a:solidFill>
            <a:srgbClr val="EFF6FF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2563EB"/>
                </a:solidFill>
              </a:rPr>
              <a:t>ADC + DMA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DE2C0DA-DAC9-4194-B49E-73B52CCF73C8}"/>
              </a:ext>
            </a:extLst>
          </p:cNvPr>
          <p:cNvSpPr/>
          <p:nvPr/>
        </p:nvSpPr>
        <p:spPr>
          <a:xfrm>
            <a:off x="3429000" y="4318000"/>
            <a:ext cx="2476500" cy="1143000"/>
          </a:xfrm>
          <a:prstGeom prst="roundRect">
            <a:avLst/>
          </a:prstGeom>
          <a:solidFill>
            <a:srgbClr val="F0FDF4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16A34A"/>
                </a:solidFill>
              </a:rPr>
              <a:t>I2S + DMA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9B962FA-B3BB-41CD-A6C5-AEED9E32F4EE}"/>
              </a:ext>
            </a:extLst>
          </p:cNvPr>
          <p:cNvSpPr/>
          <p:nvPr/>
        </p:nvSpPr>
        <p:spPr>
          <a:xfrm>
            <a:off x="6096000" y="4318000"/>
            <a:ext cx="2476500" cy="1143000"/>
          </a:xfrm>
          <a:prstGeom prst="roundRect">
            <a:avLst/>
          </a:prstGeom>
          <a:solidFill>
            <a:srgbClr val="FFF7ED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EA580C"/>
                </a:solidFill>
              </a:rPr>
              <a:t>SPI + DMA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EEE1A24-9FB9-4143-970E-7F117C10CE8F}"/>
              </a:ext>
            </a:extLst>
          </p:cNvPr>
          <p:cNvSpPr/>
          <p:nvPr/>
        </p:nvSpPr>
        <p:spPr>
          <a:xfrm>
            <a:off x="8763000" y="4318000"/>
            <a:ext cx="2476500" cy="1143000"/>
          </a:xfrm>
          <a:prstGeom prst="roundRect">
            <a:avLst/>
          </a:prstGeom>
          <a:solidFill>
            <a:srgbClr val="F5F3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2200" b="1">
                <a:solidFill>
                  <a:srgbClr val="7C3AED"/>
                </a:solidFill>
              </a:rPr>
              <a:t>FreeRTOS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4536F3A-C121-4ED5-BF09-A01E7F465863}"/>
              </a:ext>
            </a:extLst>
          </p:cNvPr>
          <p:cNvSpPr txBox="1"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Engenharia de Sistemas Embarcados  •  PlatformIO + ESP-IDF</a:t>
            </a:r>
          </a:p>
        </p:txBody>
      </p:sp>
    </p:spTree>
    <p:extLst>
      <p:ext uri="{BB962C8B-B14F-4D97-AF65-F5344CB8AC3E}">
        <p14:creationId xmlns:p14="http://schemas.microsoft.com/office/powerpoint/2010/main" val="398958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18A6C5-7B10-4BC9-90E1-3657849B0AC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22E25D-61C4-4DE5-854A-02FAE5B6EC41}"/>
              </a:ext>
            </a:extLst>
          </p:cNvPr>
          <p:cNvSpPr txBox="1"/>
          <p:nvPr/>
        </p:nvSpPr>
        <p:spPr>
          <a:xfrm>
            <a:off x="635000" y="355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VISÃO GERAL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1036DC-CAD5-42B2-9F39-4DB6BDABC0B8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Agenda do Workshop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7E92C99-6979-4FA1-8D76-34B44C0C1BE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636176E-1412-4E11-9181-1122017D296A}"/>
              </a:ext>
            </a:extLst>
          </p:cNvPr>
          <p:cNvSpPr/>
          <p:nvPr/>
        </p:nvSpPr>
        <p:spPr>
          <a:xfrm>
            <a:off x="635000" y="17780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311614-E28A-49A0-95F9-1B0EF97BB9A2}"/>
              </a:ext>
            </a:extLst>
          </p:cNvPr>
          <p:cNvSpPr txBox="1"/>
          <p:nvPr/>
        </p:nvSpPr>
        <p:spPr>
          <a:xfrm>
            <a:off x="812800" y="19050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C16708-3794-4937-B3A7-61BFD39D5B75}"/>
              </a:ext>
            </a:extLst>
          </p:cNvPr>
          <p:cNvSpPr txBox="1"/>
          <p:nvPr/>
        </p:nvSpPr>
        <p:spPr>
          <a:xfrm>
            <a:off x="812800" y="22352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Fundamentos DMA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FF72B2-6DD6-4366-ABFC-C3142EE391F8}"/>
              </a:ext>
            </a:extLst>
          </p:cNvPr>
          <p:cNvSpPr txBox="1"/>
          <p:nvPr/>
        </p:nvSpPr>
        <p:spPr>
          <a:xfrm>
            <a:off x="812800" y="25400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Conceito, motivação, comparativo CPU vs DMA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3286C0F-59E2-416E-A0D9-3ED5C21EF9F6}"/>
              </a:ext>
            </a:extLst>
          </p:cNvPr>
          <p:cNvSpPr/>
          <p:nvPr/>
        </p:nvSpPr>
        <p:spPr>
          <a:xfrm>
            <a:off x="635000" y="1778000"/>
            <a:ext cx="50800" cy="1206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7309785-A6DE-443E-A2F7-A129B6A49C88}"/>
              </a:ext>
            </a:extLst>
          </p:cNvPr>
          <p:cNvSpPr/>
          <p:nvPr/>
        </p:nvSpPr>
        <p:spPr>
          <a:xfrm>
            <a:off x="4419600" y="17780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E373BD-B85A-4F03-B591-9A34FF47D832}"/>
              </a:ext>
            </a:extLst>
          </p:cNvPr>
          <p:cNvSpPr txBox="1"/>
          <p:nvPr/>
        </p:nvSpPr>
        <p:spPr>
          <a:xfrm>
            <a:off x="4597400" y="19050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16A34A"/>
                </a:solidFill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6B5B8F-2FE0-4262-96E9-FA9540855BDA}"/>
              </a:ext>
            </a:extLst>
          </p:cNvPr>
          <p:cNvSpPr txBox="1"/>
          <p:nvPr/>
        </p:nvSpPr>
        <p:spPr>
          <a:xfrm>
            <a:off x="4597400" y="22352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Arquitetura ESP32-S3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1C570A4-9501-4DE6-B75A-8CAE1738F17E}"/>
              </a:ext>
            </a:extLst>
          </p:cNvPr>
          <p:cNvSpPr txBox="1"/>
          <p:nvPr/>
        </p:nvSpPr>
        <p:spPr>
          <a:xfrm>
            <a:off x="4597400" y="25400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GDMA, barramentos, periféricos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34E21E2-F78C-41FA-8710-95053C723BDC}"/>
              </a:ext>
            </a:extLst>
          </p:cNvPr>
          <p:cNvSpPr/>
          <p:nvPr/>
        </p:nvSpPr>
        <p:spPr>
          <a:xfrm>
            <a:off x="4419600" y="1778000"/>
            <a:ext cx="50800" cy="1206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3AEE7DF-9BD7-4923-B580-D5F3F1D498A7}"/>
              </a:ext>
            </a:extLst>
          </p:cNvPr>
          <p:cNvSpPr/>
          <p:nvPr/>
        </p:nvSpPr>
        <p:spPr>
          <a:xfrm>
            <a:off x="8204200" y="17780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1DCF338-6E78-4D14-A6C4-D64E1859377A}"/>
              </a:ext>
            </a:extLst>
          </p:cNvPr>
          <p:cNvSpPr txBox="1"/>
          <p:nvPr/>
        </p:nvSpPr>
        <p:spPr>
          <a:xfrm>
            <a:off x="8382000" y="19050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EA580C"/>
                </a:solidFill>
              </a:rPr>
              <a:t>03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A18C43-526A-44BB-8195-3D06CE983DDA}"/>
              </a:ext>
            </a:extLst>
          </p:cNvPr>
          <p:cNvSpPr txBox="1"/>
          <p:nvPr/>
        </p:nvSpPr>
        <p:spPr>
          <a:xfrm>
            <a:off x="8382000" y="22352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Buffers &amp; Double Buffering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2A3FCCA-48BE-443D-9AA5-9549D855797E}"/>
              </a:ext>
            </a:extLst>
          </p:cNvPr>
          <p:cNvSpPr txBox="1"/>
          <p:nvPr/>
        </p:nvSpPr>
        <p:spPr>
          <a:xfrm>
            <a:off x="8382000" y="25400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Ping-pong, circular, descriptors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67F30B9-001F-4AA2-9FB1-DBA80163795A}"/>
              </a:ext>
            </a:extLst>
          </p:cNvPr>
          <p:cNvSpPr/>
          <p:nvPr/>
        </p:nvSpPr>
        <p:spPr>
          <a:xfrm>
            <a:off x="8204200" y="1778000"/>
            <a:ext cx="50800" cy="1206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952FC69-7CFF-4632-B2F5-D9395AF7D0E4}"/>
              </a:ext>
            </a:extLst>
          </p:cNvPr>
          <p:cNvSpPr/>
          <p:nvPr/>
        </p:nvSpPr>
        <p:spPr>
          <a:xfrm>
            <a:off x="635000" y="32131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E4DF72-72F4-48A7-8E89-E2891B90E423}"/>
              </a:ext>
            </a:extLst>
          </p:cNvPr>
          <p:cNvSpPr txBox="1"/>
          <p:nvPr/>
        </p:nvSpPr>
        <p:spPr>
          <a:xfrm>
            <a:off x="812800" y="33401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0FFDFD8-3E5E-4F4E-8539-651B791DF7F4}"/>
              </a:ext>
            </a:extLst>
          </p:cNvPr>
          <p:cNvSpPr txBox="1"/>
          <p:nvPr/>
        </p:nvSpPr>
        <p:spPr>
          <a:xfrm>
            <a:off x="812800" y="36703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ADC + DMA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66E761E-B3F4-4D57-A9CA-DEEDC190EBE6}"/>
              </a:ext>
            </a:extLst>
          </p:cNvPr>
          <p:cNvSpPr txBox="1"/>
          <p:nvPr/>
        </p:nvSpPr>
        <p:spPr>
          <a:xfrm>
            <a:off x="812800" y="39751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Aquisição contínua, código prático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CF3EFD4-8490-4EB4-8131-9A1169EB3684}"/>
              </a:ext>
            </a:extLst>
          </p:cNvPr>
          <p:cNvSpPr/>
          <p:nvPr/>
        </p:nvSpPr>
        <p:spPr>
          <a:xfrm>
            <a:off x="635000" y="3213100"/>
            <a:ext cx="50800" cy="1206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955E358-F923-40E9-9262-A149B5150016}"/>
              </a:ext>
            </a:extLst>
          </p:cNvPr>
          <p:cNvSpPr/>
          <p:nvPr/>
        </p:nvSpPr>
        <p:spPr>
          <a:xfrm>
            <a:off x="4419600" y="32131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F86643-5FCF-492E-963B-67A6ABC3E762}"/>
              </a:ext>
            </a:extLst>
          </p:cNvPr>
          <p:cNvSpPr txBox="1"/>
          <p:nvPr/>
        </p:nvSpPr>
        <p:spPr>
          <a:xfrm>
            <a:off x="4597400" y="33401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0891B2"/>
                </a:solidFill>
              </a:rPr>
              <a:t>05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58CBDD4-935B-412F-A979-80144898636F}"/>
              </a:ext>
            </a:extLst>
          </p:cNvPr>
          <p:cNvSpPr txBox="1"/>
          <p:nvPr/>
        </p:nvSpPr>
        <p:spPr>
          <a:xfrm>
            <a:off x="4597400" y="36703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I2S + DMA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7961345-7535-4F6D-8428-265BF4DC8F68}"/>
              </a:ext>
            </a:extLst>
          </p:cNvPr>
          <p:cNvSpPr txBox="1"/>
          <p:nvPr/>
        </p:nvSpPr>
        <p:spPr>
          <a:xfrm>
            <a:off x="4597400" y="39751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Áudio em tempo real, microfone MEMS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B3BE2D6-7C3D-4B71-BD2B-EBFCA993373E}"/>
              </a:ext>
            </a:extLst>
          </p:cNvPr>
          <p:cNvSpPr/>
          <p:nvPr/>
        </p:nvSpPr>
        <p:spPr>
          <a:xfrm>
            <a:off x="4419600" y="3213100"/>
            <a:ext cx="50800" cy="12065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F6CD80E3-03C1-4C4A-A8E0-F9267EC58844}"/>
              </a:ext>
            </a:extLst>
          </p:cNvPr>
          <p:cNvSpPr/>
          <p:nvPr/>
        </p:nvSpPr>
        <p:spPr>
          <a:xfrm>
            <a:off x="8204200" y="32131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8406B0A-91DC-463D-B889-45A11340B5B5}"/>
              </a:ext>
            </a:extLst>
          </p:cNvPr>
          <p:cNvSpPr txBox="1"/>
          <p:nvPr/>
        </p:nvSpPr>
        <p:spPr>
          <a:xfrm>
            <a:off x="8382000" y="33401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DC2626"/>
                </a:solidFill>
              </a:rPr>
              <a:t>06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71A5DE5-6B81-4250-857E-0AA9620BC981}"/>
              </a:ext>
            </a:extLst>
          </p:cNvPr>
          <p:cNvSpPr txBox="1"/>
          <p:nvPr/>
        </p:nvSpPr>
        <p:spPr>
          <a:xfrm>
            <a:off x="8382000" y="36703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SPI + DMA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A919221-8B06-4B40-84BD-B57F11228801}"/>
              </a:ext>
            </a:extLst>
          </p:cNvPr>
          <p:cNvSpPr txBox="1"/>
          <p:nvPr/>
        </p:nvSpPr>
        <p:spPr>
          <a:xfrm>
            <a:off x="8382000" y="39751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Alta velocidade, displays, sensores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F96F958-04CC-42E0-83DF-9C030BE42C7A}"/>
              </a:ext>
            </a:extLst>
          </p:cNvPr>
          <p:cNvSpPr/>
          <p:nvPr/>
        </p:nvSpPr>
        <p:spPr>
          <a:xfrm>
            <a:off x="8204200" y="3213100"/>
            <a:ext cx="50800" cy="1206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C06AEE14-027A-4792-9C02-D9489C62FAAF}"/>
              </a:ext>
            </a:extLst>
          </p:cNvPr>
          <p:cNvSpPr/>
          <p:nvPr/>
        </p:nvSpPr>
        <p:spPr>
          <a:xfrm>
            <a:off x="635000" y="46482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8361C71-29C3-4DB1-9992-951C89C20E94}"/>
              </a:ext>
            </a:extLst>
          </p:cNvPr>
          <p:cNvSpPr txBox="1"/>
          <p:nvPr/>
        </p:nvSpPr>
        <p:spPr>
          <a:xfrm>
            <a:off x="812800" y="47752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2F90C21-8CA3-4A76-B19B-03C18962018B}"/>
              </a:ext>
            </a:extLst>
          </p:cNvPr>
          <p:cNvSpPr txBox="1"/>
          <p:nvPr/>
        </p:nvSpPr>
        <p:spPr>
          <a:xfrm>
            <a:off x="812800" y="51054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FreeRTOS + DMA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3FDA4BA-8331-48B6-9EE4-00DDD18A6952}"/>
              </a:ext>
            </a:extLst>
          </p:cNvPr>
          <p:cNvSpPr txBox="1"/>
          <p:nvPr/>
        </p:nvSpPr>
        <p:spPr>
          <a:xfrm>
            <a:off x="812800" y="54102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Tasks, notifications, IRQ handlers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D66A5F7-3FBE-481C-AB5F-FD28AFD37271}"/>
              </a:ext>
            </a:extLst>
          </p:cNvPr>
          <p:cNvSpPr/>
          <p:nvPr/>
        </p:nvSpPr>
        <p:spPr>
          <a:xfrm>
            <a:off x="635000" y="4648200"/>
            <a:ext cx="50800" cy="1206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20D7ED8-3AF0-4634-A87A-162490997DE7}"/>
              </a:ext>
            </a:extLst>
          </p:cNvPr>
          <p:cNvSpPr/>
          <p:nvPr/>
        </p:nvSpPr>
        <p:spPr>
          <a:xfrm>
            <a:off x="4419600" y="46482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14302F2-95EE-4305-878A-F0C1BC97FF79}"/>
              </a:ext>
            </a:extLst>
          </p:cNvPr>
          <p:cNvSpPr txBox="1"/>
          <p:nvPr/>
        </p:nvSpPr>
        <p:spPr>
          <a:xfrm>
            <a:off x="4597400" y="47752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16A34A"/>
                </a:solidFill>
              </a:rPr>
              <a:t>08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FE49743-7A2A-4F3E-97BA-A6E87CFC565E}"/>
              </a:ext>
            </a:extLst>
          </p:cNvPr>
          <p:cNvSpPr txBox="1"/>
          <p:nvPr/>
        </p:nvSpPr>
        <p:spPr>
          <a:xfrm>
            <a:off x="4597400" y="51054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Pipelines Real-Time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E5BA472-1490-4B7E-8962-025C4E7CDCA6}"/>
              </a:ext>
            </a:extLst>
          </p:cNvPr>
          <p:cNvSpPr txBox="1"/>
          <p:nvPr/>
        </p:nvSpPr>
        <p:spPr>
          <a:xfrm>
            <a:off x="4597400" y="54102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FFT, filtros, processamento em stream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2312F12-301F-475E-AEB0-FC72A9422FB0}"/>
              </a:ext>
            </a:extLst>
          </p:cNvPr>
          <p:cNvSpPr/>
          <p:nvPr/>
        </p:nvSpPr>
        <p:spPr>
          <a:xfrm>
            <a:off x="4419600" y="4648200"/>
            <a:ext cx="50800" cy="1206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B614DCFD-B28D-467F-9FF5-EFECDFE64DC1}"/>
              </a:ext>
            </a:extLst>
          </p:cNvPr>
          <p:cNvSpPr/>
          <p:nvPr/>
        </p:nvSpPr>
        <p:spPr>
          <a:xfrm>
            <a:off x="8204200" y="4648200"/>
            <a:ext cx="3556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3E17DB3-1168-4B26-934A-340695F77B68}"/>
              </a:ext>
            </a:extLst>
          </p:cNvPr>
          <p:cNvSpPr txBox="1"/>
          <p:nvPr/>
        </p:nvSpPr>
        <p:spPr>
          <a:xfrm>
            <a:off x="8382000" y="47752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EA580C"/>
                </a:solidFill>
              </a:rPr>
              <a:t>09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773841D-06D7-403A-96A4-026CE9426E2B}"/>
              </a:ext>
            </a:extLst>
          </p:cNvPr>
          <p:cNvSpPr txBox="1"/>
          <p:nvPr/>
        </p:nvSpPr>
        <p:spPr>
          <a:xfrm>
            <a:off x="8382000" y="51054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Benchmarks &amp; Otimização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D591E0-F6F5-43FF-9728-8ADC61B69050}"/>
              </a:ext>
            </a:extLst>
          </p:cNvPr>
          <p:cNvSpPr txBox="1"/>
          <p:nvPr/>
        </p:nvSpPr>
        <p:spPr>
          <a:xfrm>
            <a:off x="8382000" y="54102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Memória, throughput, latência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3CCF3A7C-2C9B-4911-8453-18F984C9073A}"/>
              </a:ext>
            </a:extLst>
          </p:cNvPr>
          <p:cNvSpPr/>
          <p:nvPr/>
        </p:nvSpPr>
        <p:spPr>
          <a:xfrm>
            <a:off x="8204200" y="4648200"/>
            <a:ext cx="50800" cy="1206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72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5271F73-1228-4B6B-BE96-6E3F78C7A2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F78287-5CB6-4C57-BB1A-D9272946196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61148C-E093-4C15-8760-EB90AF11F140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9C8752-3427-493D-873E-8C580B0BB963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Fundamentos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15B64A-86EC-47D3-A17D-F825B6290A22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Conceito, motivação e comparativo com acesso CPU-driven</a:t>
            </a:r>
          </a:p>
        </p:txBody>
      </p:sp>
    </p:spTree>
    <p:extLst>
      <p:ext uri="{BB962C8B-B14F-4D97-AF65-F5344CB8AC3E}">
        <p14:creationId xmlns:p14="http://schemas.microsoft.com/office/powerpoint/2010/main" val="399964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EA09B20-95B5-4FC3-A8B9-6020126C7A5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3611FE-1543-4F7F-9E79-2C3869141AE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BC7C24-43D9-4DE4-9980-6B56FD2534D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 que é 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02AA5EF-B042-4D60-B8B4-C6E0EA444562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995A479-7749-4D93-81BB-3DE49F52FD15}"/>
              </a:ext>
            </a:extLst>
          </p:cNvPr>
          <p:cNvSpPr/>
          <p:nvPr/>
        </p:nvSpPr>
        <p:spPr>
          <a:xfrm>
            <a:off x="635000" y="1841500"/>
            <a:ext cx="5334000" cy="20320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421394-3785-4D5A-A2D9-A66CAD0876C2}"/>
              </a:ext>
            </a:extLst>
          </p:cNvPr>
          <p:cNvSpPr txBox="1"/>
          <p:nvPr/>
        </p:nvSpPr>
        <p:spPr>
          <a:xfrm>
            <a:off x="889000" y="2032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D4ED8"/>
                </a:solidFill>
              </a:rPr>
              <a:t>Direct Memory Access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496D1F-6A66-4869-A934-150FBEA2F98F}"/>
              </a:ext>
            </a:extLst>
          </p:cNvPr>
          <p:cNvSpPr txBox="1"/>
          <p:nvPr/>
        </p:nvSpPr>
        <p:spPr>
          <a:xfrm>
            <a:off x="889000" y="2476500"/>
            <a:ext cx="482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1E3A8A"/>
                </a:solidFill>
              </a:rPr>
              <a:t>Mecanismo de hardware que transfere dados entre periféricos e memória sem intervenção da CPU.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3758C6-E7B0-4768-91BC-FFFAF30309D5}"/>
              </a:ext>
            </a:extLst>
          </p:cNvPr>
          <p:cNvSpPr txBox="1"/>
          <p:nvPr/>
        </p:nvSpPr>
        <p:spPr>
          <a:xfrm>
            <a:off x="6350000" y="1905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Características-chave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B38756-60AA-495C-89E1-21C9EA5D4267}"/>
              </a:ext>
            </a:extLst>
          </p:cNvPr>
          <p:cNvSpPr txBox="1"/>
          <p:nvPr/>
        </p:nvSpPr>
        <p:spPr>
          <a:xfrm>
            <a:off x="6350000" y="23876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Controlador dedicado no barramento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A7308D-C7FF-413E-965E-5A9CB33E5996}"/>
              </a:ext>
            </a:extLst>
          </p:cNvPr>
          <p:cNvSpPr txBox="1"/>
          <p:nvPr/>
        </p:nvSpPr>
        <p:spPr>
          <a:xfrm>
            <a:off x="6350000" y="27940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Opera em paralelo com a CPU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970156-A812-4D25-8BB5-6D820A7335B2}"/>
              </a:ext>
            </a:extLst>
          </p:cNvPr>
          <p:cNvSpPr txBox="1"/>
          <p:nvPr/>
        </p:nvSpPr>
        <p:spPr>
          <a:xfrm>
            <a:off x="6350000" y="32004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Transferências bloco a bloco automáticas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D02C62-EA2C-4A72-A536-4FE9ECB51C80}"/>
              </a:ext>
            </a:extLst>
          </p:cNvPr>
          <p:cNvSpPr txBox="1"/>
          <p:nvPr/>
        </p:nvSpPr>
        <p:spPr>
          <a:xfrm>
            <a:off x="6350000" y="36068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334155"/>
                </a:solidFill>
              </a:rPr>
              <a:t>▸  Sinaliza conclusão via IRQ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7F24A15-7759-40D0-BBA2-CA672D80C357}"/>
              </a:ext>
            </a:extLst>
          </p:cNvPr>
          <p:cNvSpPr/>
          <p:nvPr/>
        </p:nvSpPr>
        <p:spPr>
          <a:xfrm>
            <a:off x="635000" y="4572000"/>
            <a:ext cx="10922000" cy="165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635AC63-E097-4FB3-B361-21053CD60CAF}"/>
              </a:ext>
            </a:extLst>
          </p:cNvPr>
          <p:cNvSpPr txBox="1"/>
          <p:nvPr/>
        </p:nvSpPr>
        <p:spPr>
          <a:xfrm>
            <a:off x="889000" y="4762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15803D"/>
                </a:solidFill>
              </a:rPr>
              <a:t>💡  Analogia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0EA996C-3FB0-48AE-AF5F-27743CC128FF}"/>
              </a:ext>
            </a:extLst>
          </p:cNvPr>
          <p:cNvSpPr txBox="1"/>
          <p:nvPr/>
        </p:nvSpPr>
        <p:spPr>
          <a:xfrm>
            <a:off x="889000" y="5143500"/>
            <a:ext cx="10414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>
                <a:solidFill>
                  <a:srgbClr val="14532D"/>
                </a:solidFill>
              </a:rPr>
              <a:t>A CPU é um gerente. O DMA é um assistente que transporta caixas (dados) entre o depósito (memória) e a esteira (periférico) — enquanto o gerente toma decisões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268446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B6FE66-A361-4FB8-BA97-9EAE4DE9BE9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8CCD41-4161-41AD-B551-347A98434E3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9199-49C8-43A7-9DCC-9F32973C39C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CPU-Driven vs DMA — Comparação Visual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9B32E7F-189A-49C9-98F6-470164FDFBA2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93D6B5-7FC3-47EB-A9B4-571C9DE410EC}"/>
              </a:ext>
            </a:extLst>
          </p:cNvPr>
          <p:cNvSpPr/>
          <p:nvPr/>
        </p:nvSpPr>
        <p:spPr>
          <a:xfrm>
            <a:off x="635000" y="1841500"/>
            <a:ext cx="5270500" cy="4445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71BB0D-2C77-43A5-AB58-566D3A2AE3D7}"/>
              </a:ext>
            </a:extLst>
          </p:cNvPr>
          <p:cNvSpPr txBox="1"/>
          <p:nvPr/>
        </p:nvSpPr>
        <p:spPr>
          <a:xfrm>
            <a:off x="889000" y="2006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B91C1C"/>
                </a:solidFill>
              </a:rPr>
              <a:t>❌  Sem DMA (CPU-driven)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9DAD39-EF82-4EDE-88B0-714F136F6CF3}"/>
              </a:ext>
            </a:extLst>
          </p:cNvPr>
          <p:cNvSpPr/>
          <p:nvPr/>
        </p:nvSpPr>
        <p:spPr>
          <a:xfrm>
            <a:off x="1143000" y="2540000"/>
            <a:ext cx="1905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Periférico
ADC / SPI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E8F5778-A0CF-4F86-926C-55B70E445131}"/>
              </a:ext>
            </a:extLst>
          </p:cNvPr>
          <p:cNvSpPr/>
          <p:nvPr/>
        </p:nvSpPr>
        <p:spPr>
          <a:xfrm>
            <a:off x="3429000" y="2540000"/>
            <a:ext cx="2032000" cy="825500"/>
          </a:xfrm>
          <a:prstGeom prst="roundRect">
            <a:avLst/>
          </a:prstGeom>
          <a:solidFill>
            <a:srgbClr val="FEE2E2"/>
          </a:solidFill>
          <a:ln w="19050" cap="flat" cmpd="sng" algn="ctr">
            <a:solidFill>
              <a:srgbClr val="B91C1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B91C1C"/>
                </a:solidFill>
              </a:rPr>
              <a:t>CPU
⚠ Ocupada 100%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142238D-8762-4F60-AE78-0D5ADA4FC772}"/>
              </a:ext>
            </a:extLst>
          </p:cNvPr>
          <p:cNvSpPr/>
          <p:nvPr/>
        </p:nvSpPr>
        <p:spPr>
          <a:xfrm>
            <a:off x="1143000" y="4064000"/>
            <a:ext cx="19050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Memória
RAM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00D491A3-C987-412C-81D1-EAB7DC4BF2A9}"/>
              </a:ext>
            </a:extLst>
          </p:cNvPr>
          <p:cNvSpPr/>
          <p:nvPr/>
        </p:nvSpPr>
        <p:spPr>
          <a:xfrm>
            <a:off x="3048000" y="2819400"/>
            <a:ext cx="381000" cy="254000"/>
          </a:xfrm>
          <a:prstGeom prst="rightArrow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66677E82-1655-4098-8111-1AC7402BA308}"/>
              </a:ext>
            </a:extLst>
          </p:cNvPr>
          <p:cNvSpPr/>
          <p:nvPr/>
        </p:nvSpPr>
        <p:spPr>
          <a:xfrm>
            <a:off x="4254500" y="3429000"/>
            <a:ext cx="254000" cy="571500"/>
          </a:xfrm>
          <a:prstGeom prst="downArrow">
            <a:avLst/>
          </a:prstGeom>
          <a:solidFill>
            <a:srgbClr val="B91C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ABBFC3D-0245-4C44-AE76-ADBD2B6E6DED}"/>
              </a:ext>
            </a:extLst>
          </p:cNvPr>
          <p:cNvSpPr txBox="1"/>
          <p:nvPr/>
        </p:nvSpPr>
        <p:spPr>
          <a:xfrm>
            <a:off x="3048000" y="5143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byte por byte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DAE242B-54A7-4DD6-A392-C5951BD4BC3B}"/>
              </a:ext>
            </a:extLst>
          </p:cNvPr>
          <p:cNvSpPr txBox="1"/>
          <p:nvPr/>
        </p:nvSpPr>
        <p:spPr>
          <a:xfrm>
            <a:off x="889000" y="5715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F1D1D"/>
                </a:solidFill>
              </a:rPr>
              <a:t>Throughput limitado, jitter alto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0F997E1-A1D3-425E-8BD2-43F121B3ED23}"/>
              </a:ext>
            </a:extLst>
          </p:cNvPr>
          <p:cNvSpPr/>
          <p:nvPr/>
        </p:nvSpPr>
        <p:spPr>
          <a:xfrm>
            <a:off x="6286500" y="1841500"/>
            <a:ext cx="5270500" cy="4445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435779A-5E8E-4FD1-AA8C-FBD655AF892F}"/>
              </a:ext>
            </a:extLst>
          </p:cNvPr>
          <p:cNvSpPr txBox="1"/>
          <p:nvPr/>
        </p:nvSpPr>
        <p:spPr>
          <a:xfrm>
            <a:off x="6540500" y="2006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803D"/>
                </a:solidFill>
              </a:rPr>
              <a:t>✅  Com DMA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A351497-DEAD-4FD6-991D-A0CFB96536F0}"/>
              </a:ext>
            </a:extLst>
          </p:cNvPr>
          <p:cNvSpPr/>
          <p:nvPr/>
        </p:nvSpPr>
        <p:spPr>
          <a:xfrm>
            <a:off x="6794500" y="2540000"/>
            <a:ext cx="18415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Periférico
ADC / SPI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0911018-0E4F-4AFB-A261-1C7CC95A9361}"/>
              </a:ext>
            </a:extLst>
          </p:cNvPr>
          <p:cNvSpPr/>
          <p:nvPr/>
        </p:nvSpPr>
        <p:spPr>
          <a:xfrm>
            <a:off x="9144000" y="2540000"/>
            <a:ext cx="2032000" cy="825500"/>
          </a:xfrm>
          <a:prstGeom prst="roundRect">
            <a:avLst/>
          </a:prstGeom>
          <a:solidFill>
            <a:srgbClr val="DCFCE7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DMA Controller
Hardware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B5F0394-6672-429F-85F9-390373520A88}"/>
              </a:ext>
            </a:extLst>
          </p:cNvPr>
          <p:cNvSpPr/>
          <p:nvPr/>
        </p:nvSpPr>
        <p:spPr>
          <a:xfrm>
            <a:off x="6794500" y="4064000"/>
            <a:ext cx="18415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293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F2937"/>
                </a:solidFill>
              </a:rPr>
              <a:t>Memória
RAM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0212165-A817-4D3B-8239-373C46CD9C1A}"/>
              </a:ext>
            </a:extLst>
          </p:cNvPr>
          <p:cNvSpPr/>
          <p:nvPr/>
        </p:nvSpPr>
        <p:spPr>
          <a:xfrm>
            <a:off x="9144000" y="4064000"/>
            <a:ext cx="2032000" cy="825500"/>
          </a:xfrm>
          <a:prstGeom prst="roundRect">
            <a:avLst/>
          </a:prstGeom>
          <a:solidFill>
            <a:srgbClr val="DCFCE7"/>
          </a:solidFill>
          <a:ln w="19050" cap="flat" cmpd="sng" algn="ctr">
            <a:solidFill>
              <a:srgbClr val="1580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CPU
🟢 Livre!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2ABCF4F5-F63E-451D-8E86-A9D68D768AF1}"/>
              </a:ext>
            </a:extLst>
          </p:cNvPr>
          <p:cNvSpPr/>
          <p:nvPr/>
        </p:nvSpPr>
        <p:spPr>
          <a:xfrm>
            <a:off x="8636000" y="2819400"/>
            <a:ext cx="508000" cy="254000"/>
          </a:xfrm>
          <a:prstGeom prst="rightArrow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6760C2CE-03DD-4DD1-81D2-AAA1A9A352B6}"/>
              </a:ext>
            </a:extLst>
          </p:cNvPr>
          <p:cNvSpPr/>
          <p:nvPr/>
        </p:nvSpPr>
        <p:spPr>
          <a:xfrm>
            <a:off x="10033000" y="3429000"/>
            <a:ext cx="254000" cy="571500"/>
          </a:xfrm>
          <a:prstGeom prst="downArrow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83C5D80-AC19-45B9-AA40-9F9EE95589B2}"/>
              </a:ext>
            </a:extLst>
          </p:cNvPr>
          <p:cNvSpPr txBox="1"/>
          <p:nvPr/>
        </p:nvSpPr>
        <p:spPr>
          <a:xfrm>
            <a:off x="6540500" y="5143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4532D"/>
                </a:solidFill>
              </a:rPr>
              <a:t>transferência em background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535657F-6592-4FD6-A591-4F2A56D2FED4}"/>
              </a:ext>
            </a:extLst>
          </p:cNvPr>
          <p:cNvSpPr txBox="1"/>
          <p:nvPr/>
        </p:nvSpPr>
        <p:spPr>
          <a:xfrm>
            <a:off x="6540500" y="5715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14532D"/>
                </a:solidFill>
              </a:rPr>
              <a:t>Throughput máximo, jitter zero</a:t>
            </a:r>
          </a:p>
        </p:txBody>
      </p:sp>
    </p:spTree>
    <p:extLst>
      <p:ext uri="{BB962C8B-B14F-4D97-AF65-F5344CB8AC3E}">
        <p14:creationId xmlns:p14="http://schemas.microsoft.com/office/powerpoint/2010/main" val="117652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8E423D1-6059-47A4-87DF-5C3B20AE2E5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E1C9DD-5A4B-436C-9AB5-3D4692D1B13B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F5A546-FBE2-4EEF-9D0B-5AF22DC9027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Por que DMA é essencial?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2B2B4B-6799-419D-9CB8-9A9F73F886F9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2C23048-E245-4426-9791-A68A162860EB}"/>
              </a:ext>
            </a:extLst>
          </p:cNvPr>
          <p:cNvSpPr/>
          <p:nvPr/>
        </p:nvSpPr>
        <p:spPr>
          <a:xfrm>
            <a:off x="635000" y="1841500"/>
            <a:ext cx="3556000" cy="43180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6596AA-8E51-4424-9270-21B87D211169}"/>
              </a:ext>
            </a:extLst>
          </p:cNvPr>
          <p:cNvSpPr txBox="1"/>
          <p:nvPr/>
        </p:nvSpPr>
        <p:spPr>
          <a:xfrm>
            <a:off x="863600" y="2057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>
                <a:solidFill>
                  <a:srgbClr val="1A2332"/>
                </a:solidFill>
              </a:rPr>
              <a:t>📊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BCF082-8693-4150-B366-C4683790FCF8}"/>
              </a:ext>
            </a:extLst>
          </p:cNvPr>
          <p:cNvSpPr txBox="1"/>
          <p:nvPr/>
        </p:nvSpPr>
        <p:spPr>
          <a:xfrm>
            <a:off x="1422400" y="2133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2563EB"/>
                </a:solidFill>
              </a:rPr>
              <a:t>Sistemas modernos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B9691C0-576C-4EE4-9D82-88ADAFE0F152}"/>
              </a:ext>
            </a:extLst>
          </p:cNvPr>
          <p:cNvSpPr/>
          <p:nvPr/>
        </p:nvSpPr>
        <p:spPr>
          <a:xfrm>
            <a:off x="914400" y="3009900"/>
            <a:ext cx="101600" cy="101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9332DD1-9467-47C8-9FFB-DA1F11B852F2}"/>
              </a:ext>
            </a:extLst>
          </p:cNvPr>
          <p:cNvSpPr txBox="1"/>
          <p:nvPr/>
        </p:nvSpPr>
        <p:spPr>
          <a:xfrm>
            <a:off x="1143000" y="2857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Múltiplos periféricos em paralelo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5733019-6AEC-4D8D-AC56-061675FD5C51}"/>
              </a:ext>
            </a:extLst>
          </p:cNvPr>
          <p:cNvSpPr/>
          <p:nvPr/>
        </p:nvSpPr>
        <p:spPr>
          <a:xfrm>
            <a:off x="914400" y="3771900"/>
            <a:ext cx="101600" cy="101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AD86F86-0925-4C3A-AF0E-225284E0AD26}"/>
              </a:ext>
            </a:extLst>
          </p:cNvPr>
          <p:cNvSpPr txBox="1"/>
          <p:nvPr/>
        </p:nvSpPr>
        <p:spPr>
          <a:xfrm>
            <a:off x="1143000" y="3619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Taxas de aquisição altas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33A2D80-015B-4E9D-B378-8DF7989A1552}"/>
              </a:ext>
            </a:extLst>
          </p:cNvPr>
          <p:cNvSpPr/>
          <p:nvPr/>
        </p:nvSpPr>
        <p:spPr>
          <a:xfrm>
            <a:off x="914400" y="4533900"/>
            <a:ext cx="101600" cy="101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146D086-51A1-49F4-9A2D-B31A806DE79A}"/>
              </a:ext>
            </a:extLst>
          </p:cNvPr>
          <p:cNvSpPr txBox="1"/>
          <p:nvPr/>
        </p:nvSpPr>
        <p:spPr>
          <a:xfrm>
            <a:off x="1143000" y="438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Requisitos hard real-time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65C9F2F-B8C2-4F6C-9F98-CFB23B1E592F}"/>
              </a:ext>
            </a:extLst>
          </p:cNvPr>
          <p:cNvSpPr/>
          <p:nvPr/>
        </p:nvSpPr>
        <p:spPr>
          <a:xfrm>
            <a:off x="4381500" y="1841500"/>
            <a:ext cx="3556000" cy="4318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DC262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639F5A-398E-4228-873D-37AFECCB743B}"/>
              </a:ext>
            </a:extLst>
          </p:cNvPr>
          <p:cNvSpPr txBox="1"/>
          <p:nvPr/>
        </p:nvSpPr>
        <p:spPr>
          <a:xfrm>
            <a:off x="4610100" y="2057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>
                <a:solidFill>
                  <a:srgbClr val="1A2332"/>
                </a:solidFill>
              </a:rPr>
              <a:t>⚠️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824BABE-D185-4864-928D-DCB1DD8D1AA9}"/>
              </a:ext>
            </a:extLst>
          </p:cNvPr>
          <p:cNvSpPr txBox="1"/>
          <p:nvPr/>
        </p:nvSpPr>
        <p:spPr>
          <a:xfrm>
            <a:off x="5168900" y="2133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DC2626"/>
                </a:solidFill>
              </a:rPr>
              <a:t>Sem DMA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4786A69-0593-42D5-9DEB-843AEA33A11C}"/>
              </a:ext>
            </a:extLst>
          </p:cNvPr>
          <p:cNvSpPr/>
          <p:nvPr/>
        </p:nvSpPr>
        <p:spPr>
          <a:xfrm>
            <a:off x="4660900" y="3009900"/>
            <a:ext cx="101600" cy="101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1B4A3BF-555F-4866-8536-912A94B0BCC0}"/>
              </a:ext>
            </a:extLst>
          </p:cNvPr>
          <p:cNvSpPr txBox="1"/>
          <p:nvPr/>
        </p:nvSpPr>
        <p:spPr>
          <a:xfrm>
            <a:off x="4889500" y="2857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CPU 70-90% movendo bytes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23FAED8-F7D5-45B1-AFA1-4228B0A278DA}"/>
              </a:ext>
            </a:extLst>
          </p:cNvPr>
          <p:cNvSpPr/>
          <p:nvPr/>
        </p:nvSpPr>
        <p:spPr>
          <a:xfrm>
            <a:off x="4660900" y="3771900"/>
            <a:ext cx="101600" cy="101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CE102CA-0206-4F15-B9EB-443992C1C73E}"/>
              </a:ext>
            </a:extLst>
          </p:cNvPr>
          <p:cNvSpPr txBox="1"/>
          <p:nvPr/>
        </p:nvSpPr>
        <p:spPr>
          <a:xfrm>
            <a:off x="4889500" y="3619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Perda de amostras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CEF42D4-F48B-434D-B982-B373832F0908}"/>
              </a:ext>
            </a:extLst>
          </p:cNvPr>
          <p:cNvSpPr/>
          <p:nvPr/>
        </p:nvSpPr>
        <p:spPr>
          <a:xfrm>
            <a:off x="4660900" y="4533900"/>
            <a:ext cx="101600" cy="101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1D3D29D-3355-499A-84BD-61A329B40846}"/>
              </a:ext>
            </a:extLst>
          </p:cNvPr>
          <p:cNvSpPr txBox="1"/>
          <p:nvPr/>
        </p:nvSpPr>
        <p:spPr>
          <a:xfrm>
            <a:off x="4889500" y="438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Jitter inaceitável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5F1DC7D-275B-4837-9B0C-2B11F79E6D36}"/>
              </a:ext>
            </a:extLst>
          </p:cNvPr>
          <p:cNvSpPr/>
          <p:nvPr/>
        </p:nvSpPr>
        <p:spPr>
          <a:xfrm>
            <a:off x="8128000" y="1841500"/>
            <a:ext cx="3556000" cy="4318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97DD395-3AAD-4CC1-B62E-7D1BBD88EC50}"/>
              </a:ext>
            </a:extLst>
          </p:cNvPr>
          <p:cNvSpPr txBox="1"/>
          <p:nvPr/>
        </p:nvSpPr>
        <p:spPr>
          <a:xfrm>
            <a:off x="8356600" y="2057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>
                <a:solidFill>
                  <a:srgbClr val="1A2332"/>
                </a:solidFill>
              </a:rPr>
              <a:t>✅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FE929D6-9D8C-43E8-B2A2-0261F8C02823}"/>
              </a:ext>
            </a:extLst>
          </p:cNvPr>
          <p:cNvSpPr txBox="1"/>
          <p:nvPr/>
        </p:nvSpPr>
        <p:spPr>
          <a:xfrm>
            <a:off x="8915400" y="21336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16A34A"/>
                </a:solidFill>
              </a:rPr>
              <a:t>Com DMA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B20EA9C-B5FB-426F-BC41-F4950E47AD1C}"/>
              </a:ext>
            </a:extLst>
          </p:cNvPr>
          <p:cNvSpPr/>
          <p:nvPr/>
        </p:nvSpPr>
        <p:spPr>
          <a:xfrm>
            <a:off x="8407400" y="3009900"/>
            <a:ext cx="101600" cy="101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F9F00B4-92D6-4078-AC08-4E771FF78DD8}"/>
              </a:ext>
            </a:extLst>
          </p:cNvPr>
          <p:cNvSpPr txBox="1"/>
          <p:nvPr/>
        </p:nvSpPr>
        <p:spPr>
          <a:xfrm>
            <a:off x="8636000" y="2857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Transferências em background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A04E52ED-D325-40F5-82B1-34753BC8E99E}"/>
              </a:ext>
            </a:extLst>
          </p:cNvPr>
          <p:cNvSpPr/>
          <p:nvPr/>
        </p:nvSpPr>
        <p:spPr>
          <a:xfrm>
            <a:off x="8407400" y="3771900"/>
            <a:ext cx="101600" cy="101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E41E803-4090-4951-B415-26977E28AF4B}"/>
              </a:ext>
            </a:extLst>
          </p:cNvPr>
          <p:cNvSpPr txBox="1"/>
          <p:nvPr/>
        </p:nvSpPr>
        <p:spPr>
          <a:xfrm>
            <a:off x="8636000" y="3619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Zero perda de dados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F74F2BF-58F9-41CA-A54D-32749BCC37A4}"/>
              </a:ext>
            </a:extLst>
          </p:cNvPr>
          <p:cNvSpPr/>
          <p:nvPr/>
        </p:nvSpPr>
        <p:spPr>
          <a:xfrm>
            <a:off x="8407400" y="4533900"/>
            <a:ext cx="101600" cy="101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80F7E64-760E-44C6-8363-1591BFB27C05}"/>
              </a:ext>
            </a:extLst>
          </p:cNvPr>
          <p:cNvSpPr txBox="1"/>
          <p:nvPr/>
        </p:nvSpPr>
        <p:spPr>
          <a:xfrm>
            <a:off x="8636000" y="4381500"/>
            <a:ext cx="279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0F172A"/>
                </a:solidFill>
              </a:rPr>
              <a:t>Determinismo temporal</a:t>
            </a:r>
          </a:p>
        </p:txBody>
      </p:sp>
    </p:spTree>
    <p:extLst>
      <p:ext uri="{BB962C8B-B14F-4D97-AF65-F5344CB8AC3E}">
        <p14:creationId xmlns:p14="http://schemas.microsoft.com/office/powerpoint/2010/main" val="329584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44800F-A329-4F57-AF5E-1F63C2B47EE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68E129-7C42-4094-A1E8-E53C16FD550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FUNDAMENTOS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6291B8-DE39-4EFE-9467-1BF8B3F924F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Onde DMA faz diferença?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C2CB1E-E7A9-41AF-BD7C-2128CF2D4BA4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C799384-4785-4C92-8E98-45B250F665BE}"/>
              </a:ext>
            </a:extLst>
          </p:cNvPr>
          <p:cNvSpPr/>
          <p:nvPr/>
        </p:nvSpPr>
        <p:spPr>
          <a:xfrm>
            <a:off x="635000" y="18415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6B1099-4F8A-472A-BC53-0286053A36EA}"/>
              </a:ext>
            </a:extLst>
          </p:cNvPr>
          <p:cNvSpPr/>
          <p:nvPr/>
        </p:nvSpPr>
        <p:spPr>
          <a:xfrm>
            <a:off x="635000" y="1841500"/>
            <a:ext cx="50800" cy="1841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19AE0D0-F2EA-4B31-9CB3-8F0936AF172A}"/>
              </a:ext>
            </a:extLst>
          </p:cNvPr>
          <p:cNvSpPr txBox="1"/>
          <p:nvPr/>
        </p:nvSpPr>
        <p:spPr>
          <a:xfrm>
            <a:off x="863600" y="2019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🎙️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1DF495-ED66-463F-B809-4A3F1D81F2E1}"/>
              </a:ext>
            </a:extLst>
          </p:cNvPr>
          <p:cNvSpPr txBox="1"/>
          <p:nvPr/>
        </p:nvSpPr>
        <p:spPr>
          <a:xfrm>
            <a:off x="1422400" y="2070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Áudio em tempo real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A4C858-0F01-4692-BEAA-E4462B64D21F}"/>
              </a:ext>
            </a:extLst>
          </p:cNvPr>
          <p:cNvSpPr txBox="1"/>
          <p:nvPr/>
        </p:nvSpPr>
        <p:spPr>
          <a:xfrm>
            <a:off x="863600" y="26035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</a:rPr>
              <a:t>Microfones MEMS, streaming I2S, FFT</a:t>
            </a:r>
            <a:endParaRPr lang="pt-BR" sz="1400">
              <a:solidFill>
                <a:srgbClr val="475569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6F95F64-ADB8-4DF4-9142-0675BEA85693}"/>
              </a:ext>
            </a:extLst>
          </p:cNvPr>
          <p:cNvSpPr/>
          <p:nvPr/>
        </p:nvSpPr>
        <p:spPr>
          <a:xfrm>
            <a:off x="4419600" y="18415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8A4A2B9-F653-4038-B868-7E25FF7BC073}"/>
              </a:ext>
            </a:extLst>
          </p:cNvPr>
          <p:cNvSpPr/>
          <p:nvPr/>
        </p:nvSpPr>
        <p:spPr>
          <a:xfrm>
            <a:off x="4419600" y="1841500"/>
            <a:ext cx="50800" cy="1841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7560B36-BDF2-4190-8628-78357A4C7DE7}"/>
              </a:ext>
            </a:extLst>
          </p:cNvPr>
          <p:cNvSpPr txBox="1"/>
          <p:nvPr/>
        </p:nvSpPr>
        <p:spPr>
          <a:xfrm>
            <a:off x="4648200" y="2019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📡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235521F-CC5F-4DD1-AFB9-2C49512DCEAD}"/>
              </a:ext>
            </a:extLst>
          </p:cNvPr>
          <p:cNvSpPr txBox="1"/>
          <p:nvPr/>
        </p:nvSpPr>
        <p:spPr>
          <a:xfrm>
            <a:off x="5207000" y="2070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Aquisição de sinais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5CDD545-D1DF-4146-B700-B0B2C3222BA1}"/>
              </a:ext>
            </a:extLst>
          </p:cNvPr>
          <p:cNvSpPr txBox="1"/>
          <p:nvPr/>
        </p:nvSpPr>
        <p:spPr>
          <a:xfrm>
            <a:off x="4648200" y="26035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ADC contínuo, vibração, ECG, pressão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4930A64-9372-4218-A47F-7F27B5B59AF7}"/>
              </a:ext>
            </a:extLst>
          </p:cNvPr>
          <p:cNvSpPr/>
          <p:nvPr/>
        </p:nvSpPr>
        <p:spPr>
          <a:xfrm>
            <a:off x="8204200" y="18415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D6BD574-2C51-4E13-A914-1ABC5AB73F50}"/>
              </a:ext>
            </a:extLst>
          </p:cNvPr>
          <p:cNvSpPr/>
          <p:nvPr/>
        </p:nvSpPr>
        <p:spPr>
          <a:xfrm>
            <a:off x="8204200" y="1841500"/>
            <a:ext cx="50800" cy="1841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4782E5-E044-4C21-A08B-CFCEEC0E6F66}"/>
              </a:ext>
            </a:extLst>
          </p:cNvPr>
          <p:cNvSpPr txBox="1"/>
          <p:nvPr/>
        </p:nvSpPr>
        <p:spPr>
          <a:xfrm>
            <a:off x="8432800" y="20193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🖥️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E07EE7-85EA-4DD2-9DF5-2CEA4A979B55}"/>
              </a:ext>
            </a:extLst>
          </p:cNvPr>
          <p:cNvSpPr txBox="1"/>
          <p:nvPr/>
        </p:nvSpPr>
        <p:spPr>
          <a:xfrm>
            <a:off x="8991600" y="20701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Displays SPI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FA1ADB7-869A-4901-B353-044A080064FF}"/>
              </a:ext>
            </a:extLst>
          </p:cNvPr>
          <p:cNvSpPr txBox="1"/>
          <p:nvPr/>
        </p:nvSpPr>
        <p:spPr>
          <a:xfrm>
            <a:off x="8432800" y="26035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</a:rPr>
              <a:t>TFT/OLED a 80 MHz, frame buffer</a:t>
            </a:r>
            <a:endParaRPr lang="pt-BR" sz="1400">
              <a:solidFill>
                <a:srgbClr val="475569"/>
              </a:solidFill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7442CE9-BAA2-416A-8BD6-9FC41C5A7A36}"/>
              </a:ext>
            </a:extLst>
          </p:cNvPr>
          <p:cNvSpPr/>
          <p:nvPr/>
        </p:nvSpPr>
        <p:spPr>
          <a:xfrm>
            <a:off x="635000" y="39116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211CFAC-BC2C-4AC6-A873-063D8E295FA8}"/>
              </a:ext>
            </a:extLst>
          </p:cNvPr>
          <p:cNvSpPr/>
          <p:nvPr/>
        </p:nvSpPr>
        <p:spPr>
          <a:xfrm>
            <a:off x="635000" y="3911600"/>
            <a:ext cx="50800" cy="1841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62A582F-075E-4A32-840D-FCCE5F01A9DD}"/>
              </a:ext>
            </a:extLst>
          </p:cNvPr>
          <p:cNvSpPr txBox="1"/>
          <p:nvPr/>
        </p:nvSpPr>
        <p:spPr>
          <a:xfrm>
            <a:off x="863600" y="4089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🎛️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BE7045D-6784-414E-B2D2-C1868B404249}"/>
              </a:ext>
            </a:extLst>
          </p:cNvPr>
          <p:cNvSpPr txBox="1"/>
          <p:nvPr/>
        </p:nvSpPr>
        <p:spPr>
          <a:xfrm>
            <a:off x="1422400" y="41402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Controle industrial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DE27B69-64DD-4061-BDE4-52D89B2E2E77}"/>
              </a:ext>
            </a:extLst>
          </p:cNvPr>
          <p:cNvSpPr txBox="1"/>
          <p:nvPr/>
        </p:nvSpPr>
        <p:spPr>
          <a:xfrm>
            <a:off x="863600" y="46736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Malha PID determinística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532AABB-0887-48F8-8954-9796C6902CC5}"/>
              </a:ext>
            </a:extLst>
          </p:cNvPr>
          <p:cNvSpPr/>
          <p:nvPr/>
        </p:nvSpPr>
        <p:spPr>
          <a:xfrm>
            <a:off x="4419600" y="39116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E6DF3C1-56FC-4A5E-91C3-09EB6B8E4981}"/>
              </a:ext>
            </a:extLst>
          </p:cNvPr>
          <p:cNvSpPr/>
          <p:nvPr/>
        </p:nvSpPr>
        <p:spPr>
          <a:xfrm>
            <a:off x="4419600" y="3911600"/>
            <a:ext cx="50800" cy="18415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1D3D36B-5E4C-4638-9B93-CFA8C0402B66}"/>
              </a:ext>
            </a:extLst>
          </p:cNvPr>
          <p:cNvSpPr txBox="1"/>
          <p:nvPr/>
        </p:nvSpPr>
        <p:spPr>
          <a:xfrm>
            <a:off x="4648200" y="4089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📷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D7CE588-79F9-4379-ADA2-319994281BB5}"/>
              </a:ext>
            </a:extLst>
          </p:cNvPr>
          <p:cNvSpPr txBox="1"/>
          <p:nvPr/>
        </p:nvSpPr>
        <p:spPr>
          <a:xfrm>
            <a:off x="5207000" y="41402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Câmeras / vídeo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B8F7D25-6CE0-458B-BBB2-8F5C222A6395}"/>
              </a:ext>
            </a:extLst>
          </p:cNvPr>
          <p:cNvSpPr txBox="1"/>
          <p:nvPr/>
        </p:nvSpPr>
        <p:spPr>
          <a:xfrm>
            <a:off x="4648200" y="46736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DVP camera interface, streaming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1C9620BA-4C11-4466-87D7-BCEB2062E6C3}"/>
              </a:ext>
            </a:extLst>
          </p:cNvPr>
          <p:cNvSpPr/>
          <p:nvPr/>
        </p:nvSpPr>
        <p:spPr>
          <a:xfrm>
            <a:off x="8204200" y="3911600"/>
            <a:ext cx="3556000" cy="184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62BC772-1C49-4794-9C4B-A003C78F17E5}"/>
              </a:ext>
            </a:extLst>
          </p:cNvPr>
          <p:cNvSpPr/>
          <p:nvPr/>
        </p:nvSpPr>
        <p:spPr>
          <a:xfrm>
            <a:off x="8204200" y="3911600"/>
            <a:ext cx="50800" cy="1841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AF7F67E-6280-4AF4-9400-168027E192C0}"/>
              </a:ext>
            </a:extLst>
          </p:cNvPr>
          <p:cNvSpPr txBox="1"/>
          <p:nvPr/>
        </p:nvSpPr>
        <p:spPr>
          <a:xfrm>
            <a:off x="8432800" y="4089400"/>
            <a:ext cx="50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600">
                <a:solidFill>
                  <a:srgbClr val="1A2332"/>
                </a:solidFill>
              </a:rPr>
              <a:t>🧠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E22C7F3-F76B-4450-A90C-BE3C61B50EDF}"/>
              </a:ext>
            </a:extLst>
          </p:cNvPr>
          <p:cNvSpPr txBox="1"/>
          <p:nvPr/>
        </p:nvSpPr>
        <p:spPr>
          <a:xfrm>
            <a:off x="8991600" y="41402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ML on-device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2918E65-2D0C-415A-88A1-F41FFF8AEC28}"/>
              </a:ext>
            </a:extLst>
          </p:cNvPr>
          <p:cNvSpPr txBox="1"/>
          <p:nvPr/>
        </p:nvSpPr>
        <p:spPr>
          <a:xfrm>
            <a:off x="8432800" y="4673600"/>
            <a:ext cx="3098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</a:rPr>
              <a:t>Inference em buffers DMA, edge AI</a:t>
            </a:r>
            <a:endParaRPr lang="pt-BR" sz="140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46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568BC5-BF24-45A3-ABCF-D7EB393826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F2BF00-D334-48DA-9AB3-262AD33A86D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915E3D4-37B0-4A2B-89FF-8A330D96343E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16A34A"/>
                </a:solidFill>
              </a:rPr>
              <a:t>02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C520A5-3B6F-4890-8738-F430A1311883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Arquitetura ESP32-S3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102B06C-A6F2-4252-9142-B0BB9F5B92B0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Cores, barramentos e controlador GDMA</a:t>
            </a:r>
          </a:p>
        </p:txBody>
      </p:sp>
    </p:spTree>
    <p:extLst>
      <p:ext uri="{BB962C8B-B14F-4D97-AF65-F5344CB8AC3E}">
        <p14:creationId xmlns:p14="http://schemas.microsoft.com/office/powerpoint/2010/main" val="59212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89E4FFA-99B7-407A-A7FC-053338DFFF5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83BDA6-C82B-4044-996B-3AABEBA79B8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4B2CE1-FB04-4D8C-8EBB-6A8A5D41EF3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Visão geral do SoC ESP32-S3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654D8F2-A4CB-479D-BC7B-C157EE0CC60C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1136EA1-A00D-4CFA-AA23-D954913F20FE}"/>
              </a:ext>
            </a:extLst>
          </p:cNvPr>
          <p:cNvSpPr/>
          <p:nvPr/>
        </p:nvSpPr>
        <p:spPr>
          <a:xfrm>
            <a:off x="635000" y="1778000"/>
            <a:ext cx="10922000" cy="4572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B6C5D3-5D53-4B61-BDB9-834BD32ED556}"/>
              </a:ext>
            </a:extLst>
          </p:cNvPr>
          <p:cNvSpPr txBox="1"/>
          <p:nvPr/>
        </p:nvSpPr>
        <p:spPr>
          <a:xfrm>
            <a:off x="889000" y="19304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ESP32-S3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895B9E0-D1D4-4C66-87D0-39D3B4201792}"/>
              </a:ext>
            </a:extLst>
          </p:cNvPr>
          <p:cNvSpPr/>
          <p:nvPr/>
        </p:nvSpPr>
        <p:spPr>
          <a:xfrm>
            <a:off x="952500" y="2476500"/>
            <a:ext cx="2222500" cy="8890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1E40AF"/>
                </a:solidFill>
              </a:rPr>
              <a:t>Xtensa LX7
CPU Core 0  •  240 MHz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F92B5A5-4EDB-461E-B1D9-9EF34134328D}"/>
              </a:ext>
            </a:extLst>
          </p:cNvPr>
          <p:cNvSpPr/>
          <p:nvPr/>
        </p:nvSpPr>
        <p:spPr>
          <a:xfrm>
            <a:off x="3302000" y="2476500"/>
            <a:ext cx="2222500" cy="8890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1E40AF"/>
                </a:solidFill>
              </a:rPr>
              <a:t>Xtensa LX7
CPU Core 1  •  240 MHz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CF594C4-0547-4703-BF24-A3CCEA4A1E77}"/>
              </a:ext>
            </a:extLst>
          </p:cNvPr>
          <p:cNvSpPr/>
          <p:nvPr/>
        </p:nvSpPr>
        <p:spPr>
          <a:xfrm>
            <a:off x="952500" y="3619500"/>
            <a:ext cx="2222500" cy="762000"/>
          </a:xfrm>
          <a:prstGeom prst="roundRect">
            <a:avLst/>
          </a:prstGeom>
          <a:solidFill>
            <a:srgbClr val="FEF3C7"/>
          </a:solidFill>
          <a:ln w="15240" cap="flat" cmpd="sng" algn="ctr">
            <a:solidFill>
              <a:srgbClr val="D9770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2400E"/>
                </a:solidFill>
              </a:rPr>
              <a:t>SRAM
512 KB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ECBBA81-D6FC-41AC-B17F-1DA8CBECAEB4}"/>
              </a:ext>
            </a:extLst>
          </p:cNvPr>
          <p:cNvSpPr/>
          <p:nvPr/>
        </p:nvSpPr>
        <p:spPr>
          <a:xfrm>
            <a:off x="3302000" y="3619500"/>
            <a:ext cx="2222500" cy="762000"/>
          </a:xfrm>
          <a:prstGeom prst="roundRect">
            <a:avLst/>
          </a:prstGeom>
          <a:solidFill>
            <a:srgbClr val="FEF3C7"/>
          </a:solidFill>
          <a:ln w="15240" cap="flat" cmpd="sng" algn="ctr">
            <a:solidFill>
              <a:srgbClr val="D9770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2400E"/>
                </a:solidFill>
              </a:rPr>
              <a:t>PSRAM ext
 até 8 MB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82DD2DE-5013-4753-85DA-5DD4AB3330E4}"/>
              </a:ext>
            </a:extLst>
          </p:cNvPr>
          <p:cNvSpPr/>
          <p:nvPr/>
        </p:nvSpPr>
        <p:spPr>
          <a:xfrm>
            <a:off x="952500" y="4635500"/>
            <a:ext cx="4572000" cy="444500"/>
          </a:xfrm>
          <a:prstGeom prst="roundRect">
            <a:avLst/>
          </a:prstGeom>
          <a:solidFill>
            <a:srgbClr val="E0E7FF"/>
          </a:solidFill>
          <a:ln w="15240" cap="flat" cmpd="sng" algn="ctr">
            <a:solidFill>
              <a:srgbClr val="6366F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3730A3"/>
                </a:solidFill>
              </a:rPr>
              <a:t>SYSTEM BUS  (AHB / AXI)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5BA9D34-AD07-429A-A3B1-063FB25D46CE}"/>
              </a:ext>
            </a:extLst>
          </p:cNvPr>
          <p:cNvSpPr/>
          <p:nvPr/>
        </p:nvSpPr>
        <p:spPr>
          <a:xfrm>
            <a:off x="5842000" y="2476500"/>
            <a:ext cx="2540000" cy="2603500"/>
          </a:xfrm>
          <a:prstGeom prst="roundRect">
            <a:avLst/>
          </a:prstGeom>
          <a:solidFill>
            <a:srgbClr val="DCFCE7"/>
          </a:solidFill>
          <a:ln w="1524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15803D"/>
                </a:solidFill>
              </a:rPr>
              <a:t>GDMA Controller
5 canais TX
+
5 canais RX
Linked-list descriptors</a:t>
            </a:r>
            <a:endParaRPr lang="pt-BR" sz="1400" b="1">
              <a:solidFill>
                <a:srgbClr val="15803D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38BC925-F004-4383-BD54-53633219C98C}"/>
              </a:ext>
            </a:extLst>
          </p:cNvPr>
          <p:cNvSpPr/>
          <p:nvPr/>
        </p:nvSpPr>
        <p:spPr>
          <a:xfrm>
            <a:off x="8636000" y="25400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ADC  (2× SAR 12-bit)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0E921DD-CAB5-4B8B-8462-88003CCC40AE}"/>
              </a:ext>
            </a:extLst>
          </p:cNvPr>
          <p:cNvSpPr/>
          <p:nvPr/>
        </p:nvSpPr>
        <p:spPr>
          <a:xfrm>
            <a:off x="8636000" y="30734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I2S  (2× canais)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2BD047E-9869-4FF0-87A2-E0D3F51A4A54}"/>
              </a:ext>
            </a:extLst>
          </p:cNvPr>
          <p:cNvSpPr/>
          <p:nvPr/>
        </p:nvSpPr>
        <p:spPr>
          <a:xfrm>
            <a:off x="8636000" y="36068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SPI  (4× master)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C3FC571-D9D3-49B9-9C27-F8DC054B0516}"/>
              </a:ext>
            </a:extLst>
          </p:cNvPr>
          <p:cNvSpPr/>
          <p:nvPr/>
        </p:nvSpPr>
        <p:spPr>
          <a:xfrm>
            <a:off x="8636000" y="4140200"/>
            <a:ext cx="2730500" cy="457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UART (3×)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8196DD6-4DC1-4C21-AD9E-98C8B279BF59}"/>
              </a:ext>
            </a:extLst>
          </p:cNvPr>
          <p:cNvSpPr/>
          <p:nvPr/>
        </p:nvSpPr>
        <p:spPr>
          <a:xfrm>
            <a:off x="8636000" y="4673600"/>
            <a:ext cx="2730500" cy="457200"/>
          </a:xfrm>
          <a:prstGeom prst="roundRect">
            <a:avLst/>
          </a:prstGeom>
          <a:solidFill>
            <a:srgbClr val="E9D5FF"/>
          </a:solidFill>
          <a:ln w="1524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5B21B6"/>
                </a:solidFill>
              </a:rPr>
              <a:t>Wi-Fi  +  BLE 5.0</a:t>
            </a:r>
          </a:p>
        </p:txBody>
      </p:sp>
      <p:sp>
        <p:nvSpPr>
          <p:cNvPr id="19" name="Seta: da Esquerda para a Direita 18">
            <a:extLst>
              <a:ext uri="{FF2B5EF4-FFF2-40B4-BE49-F238E27FC236}">
                <a16:creationId xmlns:a16="http://schemas.microsoft.com/office/drawing/2014/main" id="{F86BFBFE-B16B-4A1F-A961-051200122F61}"/>
              </a:ext>
            </a:extLst>
          </p:cNvPr>
          <p:cNvSpPr/>
          <p:nvPr/>
        </p:nvSpPr>
        <p:spPr>
          <a:xfrm>
            <a:off x="5524500" y="3683000"/>
            <a:ext cx="381000" cy="203200"/>
          </a:xfrm>
          <a:prstGeom prst="left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Seta: da Esquerda para a Direita 19">
            <a:extLst>
              <a:ext uri="{FF2B5EF4-FFF2-40B4-BE49-F238E27FC236}">
                <a16:creationId xmlns:a16="http://schemas.microsoft.com/office/drawing/2014/main" id="{4514ACF9-B87D-42C4-9E85-27694826D4D3}"/>
              </a:ext>
            </a:extLst>
          </p:cNvPr>
          <p:cNvSpPr/>
          <p:nvPr/>
        </p:nvSpPr>
        <p:spPr>
          <a:xfrm>
            <a:off x="8382000" y="3683000"/>
            <a:ext cx="317500" cy="203200"/>
          </a:xfrm>
          <a:prstGeom prst="left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C60D074-A2ED-419C-B105-41D6D118E832}"/>
              </a:ext>
            </a:extLst>
          </p:cNvPr>
          <p:cNvSpPr txBox="1"/>
          <p:nvPr/>
        </p:nvSpPr>
        <p:spPr>
          <a:xfrm>
            <a:off x="635000" y="64770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● CPU    ● Memória    ● Barramento    ● GDMA    ● Periféricos    ● RF</a:t>
            </a:r>
          </a:p>
        </p:txBody>
      </p:sp>
    </p:spTree>
    <p:extLst>
      <p:ext uri="{BB962C8B-B14F-4D97-AF65-F5344CB8AC3E}">
        <p14:creationId xmlns:p14="http://schemas.microsoft.com/office/powerpoint/2010/main" val="26844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6FC02B-5190-46D4-A03C-DD615AD2339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8092FF-1BA8-4BCE-8EF2-15AA97E95849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19B9B7-A180-4BCC-AD3B-E7835C44D7B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Controlador GDMA — anatomia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13D9A8-9C13-4842-8880-84856B019E80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EB1402C-734D-464F-8267-F90330A13EB0}"/>
              </a:ext>
            </a:extLst>
          </p:cNvPr>
          <p:cNvSpPr/>
          <p:nvPr/>
        </p:nvSpPr>
        <p:spPr>
          <a:xfrm>
            <a:off x="635000" y="1778000"/>
            <a:ext cx="5143500" cy="457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1698EF-632E-4608-8F75-74AF515368A9}"/>
              </a:ext>
            </a:extLst>
          </p:cNvPr>
          <p:cNvSpPr txBox="1"/>
          <p:nvPr/>
        </p:nvSpPr>
        <p:spPr>
          <a:xfrm>
            <a:off x="889000" y="19685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900" b="1">
                <a:solidFill>
                  <a:srgbClr val="15803D"/>
                </a:solidFill>
              </a:rPr>
              <a:t>General DMA (GDMA)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9732C3-42BA-4DE2-AA93-C90908AAB7EF}"/>
              </a:ext>
            </a:extLst>
          </p:cNvPr>
          <p:cNvSpPr txBox="1"/>
          <p:nvPr/>
        </p:nvSpPr>
        <p:spPr>
          <a:xfrm>
            <a:off x="889000" y="23876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166534"/>
                </a:solidFill>
              </a:rPr>
              <a:t>Controlador unificado que serve múltiplos periféricos no ESP32-S3.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A01EA6-2A0D-48BB-A65B-782A40238DD9}"/>
              </a:ext>
            </a:extLst>
          </p:cNvPr>
          <p:cNvSpPr txBox="1"/>
          <p:nvPr/>
        </p:nvSpPr>
        <p:spPr>
          <a:xfrm>
            <a:off x="889000" y="31115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Canais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7D90534-135B-45CC-983C-78658BE9FA80}"/>
              </a:ext>
            </a:extLst>
          </p:cNvPr>
          <p:cNvSpPr txBox="1"/>
          <p:nvPr/>
        </p:nvSpPr>
        <p:spPr>
          <a:xfrm>
            <a:off x="2540000" y="3111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5 TX  +  5 RX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592B87E-55D2-4019-BDFC-6198C21C58D1}"/>
              </a:ext>
            </a:extLst>
          </p:cNvPr>
          <p:cNvSpPr/>
          <p:nvPr/>
        </p:nvSpPr>
        <p:spPr>
          <a:xfrm>
            <a:off x="889000" y="34925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07DBCF-CF3F-49F4-9DDD-D508D2EE5F3F}"/>
              </a:ext>
            </a:extLst>
          </p:cNvPr>
          <p:cNvSpPr txBox="1"/>
          <p:nvPr/>
        </p:nvSpPr>
        <p:spPr>
          <a:xfrm>
            <a:off x="889000" y="35941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Descritores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2A732C-BEC9-463F-B185-0B941F00D3D5}"/>
              </a:ext>
            </a:extLst>
          </p:cNvPr>
          <p:cNvSpPr txBox="1"/>
          <p:nvPr/>
        </p:nvSpPr>
        <p:spPr>
          <a:xfrm>
            <a:off x="2540000" y="35941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Linked-list (chaining)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63BF004-DE97-43AA-9D62-BBD2A28CABCB}"/>
              </a:ext>
            </a:extLst>
          </p:cNvPr>
          <p:cNvSpPr/>
          <p:nvPr/>
        </p:nvSpPr>
        <p:spPr>
          <a:xfrm>
            <a:off x="889000" y="39751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0C9F515-267C-4319-8202-9179628E5B12}"/>
              </a:ext>
            </a:extLst>
          </p:cNvPr>
          <p:cNvSpPr txBox="1"/>
          <p:nvPr/>
        </p:nvSpPr>
        <p:spPr>
          <a:xfrm>
            <a:off x="889000" y="40767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Burst transfer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AC336E-F30E-4348-8552-949E39C7DBBE}"/>
              </a:ext>
            </a:extLst>
          </p:cNvPr>
          <p:cNvSpPr txBox="1"/>
          <p:nvPr/>
        </p:nvSpPr>
        <p:spPr>
          <a:xfrm>
            <a:off x="2540000" y="40767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Alinhamento 4 bytes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DC8A8C3-395D-44BC-BFEE-72AA1C4E26E0}"/>
              </a:ext>
            </a:extLst>
          </p:cNvPr>
          <p:cNvSpPr/>
          <p:nvPr/>
        </p:nvSpPr>
        <p:spPr>
          <a:xfrm>
            <a:off x="889000" y="44577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5C73159-CC04-4BD6-9038-B23B7F3BB5EA}"/>
              </a:ext>
            </a:extLst>
          </p:cNvPr>
          <p:cNvSpPr txBox="1"/>
          <p:nvPr/>
        </p:nvSpPr>
        <p:spPr>
          <a:xfrm>
            <a:off x="889000" y="45593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Prioridade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6CCB76-7484-454B-87D6-285934466288}"/>
              </a:ext>
            </a:extLst>
          </p:cNvPr>
          <p:cNvSpPr txBox="1"/>
          <p:nvPr/>
        </p:nvSpPr>
        <p:spPr>
          <a:xfrm>
            <a:off x="2540000" y="45593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Configurável por canal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A1C8E9E-F90B-4B92-B531-D23B9005D065}"/>
              </a:ext>
            </a:extLst>
          </p:cNvPr>
          <p:cNvSpPr/>
          <p:nvPr/>
        </p:nvSpPr>
        <p:spPr>
          <a:xfrm>
            <a:off x="889000" y="49403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CD234C3-C9E5-4D44-9426-5F9A3CE66E96}"/>
              </a:ext>
            </a:extLst>
          </p:cNvPr>
          <p:cNvSpPr txBox="1"/>
          <p:nvPr/>
        </p:nvSpPr>
        <p:spPr>
          <a:xfrm>
            <a:off x="889000" y="50419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IRQs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EC01F0F-667B-4427-80FF-6DD215956D1F}"/>
              </a:ext>
            </a:extLst>
          </p:cNvPr>
          <p:cNvSpPr txBox="1"/>
          <p:nvPr/>
        </p:nvSpPr>
        <p:spPr>
          <a:xfrm>
            <a:off x="2540000" y="50419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Half / Done / Error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12F2B3D-2542-4C71-9386-44D615DE797D}"/>
              </a:ext>
            </a:extLst>
          </p:cNvPr>
          <p:cNvSpPr/>
          <p:nvPr/>
        </p:nvSpPr>
        <p:spPr>
          <a:xfrm>
            <a:off x="889000" y="5422900"/>
            <a:ext cx="4572000" cy="12700"/>
          </a:xfrm>
          <a:prstGeom prst="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B36B887-3104-436E-961B-51484ACF233C}"/>
              </a:ext>
            </a:extLst>
          </p:cNvPr>
          <p:cNvSpPr txBox="1"/>
          <p:nvPr/>
        </p:nvSpPr>
        <p:spPr>
          <a:xfrm>
            <a:off x="889000" y="55245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475569"/>
                </a:solidFill>
              </a:rPr>
              <a:t>Endereçamento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8EE1C7C-0D58-4399-BBBD-D5584BB31C41}"/>
              </a:ext>
            </a:extLst>
          </p:cNvPr>
          <p:cNvSpPr txBox="1"/>
          <p:nvPr/>
        </p:nvSpPr>
        <p:spPr>
          <a:xfrm>
            <a:off x="2540000" y="55245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32-bit, internal + PSRAM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B99DB21-5E7F-43F3-90D4-4F6E5192E747}"/>
              </a:ext>
            </a:extLst>
          </p:cNvPr>
          <p:cNvSpPr txBox="1"/>
          <p:nvPr/>
        </p:nvSpPr>
        <p:spPr>
          <a:xfrm>
            <a:off x="6096000" y="1905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Modos de transferência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41E2C7F-4EF6-43D9-BB97-6DC16234C550}"/>
              </a:ext>
            </a:extLst>
          </p:cNvPr>
          <p:cNvSpPr/>
          <p:nvPr/>
        </p:nvSpPr>
        <p:spPr>
          <a:xfrm>
            <a:off x="6096000" y="2349500"/>
            <a:ext cx="5207000" cy="11176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1032729-DF7E-4B83-8BF7-5E4D9B3627C0}"/>
              </a:ext>
            </a:extLst>
          </p:cNvPr>
          <p:cNvSpPr/>
          <p:nvPr/>
        </p:nvSpPr>
        <p:spPr>
          <a:xfrm>
            <a:off x="6096000" y="2349500"/>
            <a:ext cx="50800" cy="11176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2958DBF-192F-4AFF-9F81-7AD938464A39}"/>
              </a:ext>
            </a:extLst>
          </p:cNvPr>
          <p:cNvSpPr/>
          <p:nvPr/>
        </p:nvSpPr>
        <p:spPr>
          <a:xfrm>
            <a:off x="6324600" y="2578100"/>
            <a:ext cx="762000" cy="635000"/>
          </a:xfrm>
          <a:prstGeom prst="roundRect">
            <a:avLst/>
          </a:prstGeom>
          <a:solidFill>
            <a:srgbClr val="2563EB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P→M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19F635F-0848-4437-9050-FA4B15E13AEE}"/>
              </a:ext>
            </a:extLst>
          </p:cNvPr>
          <p:cNvSpPr txBox="1"/>
          <p:nvPr/>
        </p:nvSpPr>
        <p:spPr>
          <a:xfrm>
            <a:off x="7302500" y="25527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Periférico → Memória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4F66693-951B-4539-B1D1-A18B45ACE2BF}"/>
              </a:ext>
            </a:extLst>
          </p:cNvPr>
          <p:cNvSpPr txBox="1"/>
          <p:nvPr/>
        </p:nvSpPr>
        <p:spPr>
          <a:xfrm>
            <a:off x="7302500" y="2933700"/>
            <a:ext cx="3873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Leitura ADC, recepção SPI/UART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18CDEDC-BFDC-46C2-9CE7-7321F925DCD5}"/>
              </a:ext>
            </a:extLst>
          </p:cNvPr>
          <p:cNvSpPr/>
          <p:nvPr/>
        </p:nvSpPr>
        <p:spPr>
          <a:xfrm>
            <a:off x="6096000" y="3619500"/>
            <a:ext cx="5207000" cy="11176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7C4CB3F-A469-4B90-B38D-60204ED425A6}"/>
              </a:ext>
            </a:extLst>
          </p:cNvPr>
          <p:cNvSpPr/>
          <p:nvPr/>
        </p:nvSpPr>
        <p:spPr>
          <a:xfrm>
            <a:off x="6096000" y="3619500"/>
            <a:ext cx="50800" cy="1117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39C77D7-5AD3-4829-94C3-F583F5ECAC02}"/>
              </a:ext>
            </a:extLst>
          </p:cNvPr>
          <p:cNvSpPr/>
          <p:nvPr/>
        </p:nvSpPr>
        <p:spPr>
          <a:xfrm>
            <a:off x="6324600" y="3848100"/>
            <a:ext cx="762000" cy="635000"/>
          </a:xfrm>
          <a:prstGeom prst="roundRect">
            <a:avLst/>
          </a:prstGeom>
          <a:solidFill>
            <a:srgbClr val="EA580C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M→P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0501289-32F0-4EAE-8CD4-0100CA701157}"/>
              </a:ext>
            </a:extLst>
          </p:cNvPr>
          <p:cNvSpPr txBox="1"/>
          <p:nvPr/>
        </p:nvSpPr>
        <p:spPr>
          <a:xfrm>
            <a:off x="7302500" y="38227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Memória → Periférico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47336DF-3E95-4D5F-B28D-52304F0A5100}"/>
              </a:ext>
            </a:extLst>
          </p:cNvPr>
          <p:cNvSpPr txBox="1"/>
          <p:nvPr/>
        </p:nvSpPr>
        <p:spPr>
          <a:xfrm>
            <a:off x="7302500" y="4203700"/>
            <a:ext cx="3873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Transmissão SPI, saída I2S/DAC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13E5E5E-39CA-40D2-A828-1B137A0AB81F}"/>
              </a:ext>
            </a:extLst>
          </p:cNvPr>
          <p:cNvSpPr/>
          <p:nvPr/>
        </p:nvSpPr>
        <p:spPr>
          <a:xfrm>
            <a:off x="6096000" y="4889500"/>
            <a:ext cx="5207000" cy="1117600"/>
          </a:xfrm>
          <a:prstGeom prst="roundRect">
            <a:avLst/>
          </a:prstGeom>
          <a:solidFill>
            <a:srgbClr val="F5F3FF"/>
          </a:solidFill>
          <a:ln w="1270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32297EB-71E3-4DFC-AA98-C96D69F3D200}"/>
              </a:ext>
            </a:extLst>
          </p:cNvPr>
          <p:cNvSpPr/>
          <p:nvPr/>
        </p:nvSpPr>
        <p:spPr>
          <a:xfrm>
            <a:off x="6096000" y="4889500"/>
            <a:ext cx="50800" cy="1117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AC7FBAB-C6A0-4FC6-8E74-FB70E6E7AB8C}"/>
              </a:ext>
            </a:extLst>
          </p:cNvPr>
          <p:cNvSpPr/>
          <p:nvPr/>
        </p:nvSpPr>
        <p:spPr>
          <a:xfrm>
            <a:off x="6324600" y="5118100"/>
            <a:ext cx="762000" cy="635000"/>
          </a:xfrm>
          <a:prstGeom prst="roundRect">
            <a:avLst/>
          </a:prstGeom>
          <a:solidFill>
            <a:srgbClr val="7C3AED"/>
          </a:solidFill>
          <a:ln w="1524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M→M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E88DC1F-6CA2-4632-BC84-325E8D6592F4}"/>
              </a:ext>
            </a:extLst>
          </p:cNvPr>
          <p:cNvSpPr txBox="1"/>
          <p:nvPr/>
        </p:nvSpPr>
        <p:spPr>
          <a:xfrm>
            <a:off x="7302500" y="5092700"/>
            <a:ext cx="387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Memória → Memória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FB67A69-2683-4E7A-BE81-7FE5BAB7DC41}"/>
              </a:ext>
            </a:extLst>
          </p:cNvPr>
          <p:cNvSpPr txBox="1"/>
          <p:nvPr/>
        </p:nvSpPr>
        <p:spPr>
          <a:xfrm>
            <a:off x="7302500" y="5473700"/>
            <a:ext cx="3873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Cópia rápida de blocos (memcpy HW)</a:t>
            </a:r>
          </a:p>
        </p:txBody>
      </p:sp>
    </p:spTree>
    <p:extLst>
      <p:ext uri="{BB962C8B-B14F-4D97-AF65-F5344CB8AC3E}">
        <p14:creationId xmlns:p14="http://schemas.microsoft.com/office/powerpoint/2010/main" val="1991418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634948-D9D7-4665-B170-00C076EA707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7EE6BB-8C5F-4D6E-8C43-309AF430CAE8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CF2F4C7-CE7B-4422-A103-F13D83A9D77C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Linked-list descriptors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0F8E97B-5D49-413C-8C77-C698F8C43E49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B2B5A6-ACCF-4C8F-BDF9-0ACDB5B0D65F}"/>
              </a:ext>
            </a:extLst>
          </p:cNvPr>
          <p:cNvSpPr txBox="1"/>
          <p:nvPr/>
        </p:nvSpPr>
        <p:spPr>
          <a:xfrm>
            <a:off x="635000" y="1778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O GDMA encadeia descritores em uma lista ligada. Cada descritor aponta para o próximo, formando uma fila de transferências automática.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6FB809E-9373-4C00-BFC2-EEFC7111315C}"/>
              </a:ext>
            </a:extLst>
          </p:cNvPr>
          <p:cNvSpPr/>
          <p:nvPr/>
        </p:nvSpPr>
        <p:spPr>
          <a:xfrm>
            <a:off x="7620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7BFA39-A64A-4EDB-8D2B-A619814109F2}"/>
              </a:ext>
            </a:extLst>
          </p:cNvPr>
          <p:cNvSpPr txBox="1"/>
          <p:nvPr/>
        </p:nvSpPr>
        <p:spPr>
          <a:xfrm>
            <a:off x="9144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B580B5-4239-4C3F-B7ED-1C15C6F01748}"/>
              </a:ext>
            </a:extLst>
          </p:cNvPr>
          <p:cNvSpPr txBox="1"/>
          <p:nvPr/>
        </p:nvSpPr>
        <p:spPr>
          <a:xfrm>
            <a:off x="9398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F897188-C17F-4CDD-A52E-E478C6FB8CF3}"/>
              </a:ext>
            </a:extLst>
          </p:cNvPr>
          <p:cNvSpPr txBox="1"/>
          <p:nvPr/>
        </p:nvSpPr>
        <p:spPr>
          <a:xfrm>
            <a:off x="19685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0x3FC9_3E8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B515D2A-8196-44C5-B31D-428A7BE2871F}"/>
              </a:ext>
            </a:extLst>
          </p:cNvPr>
          <p:cNvSpPr txBox="1"/>
          <p:nvPr/>
        </p:nvSpPr>
        <p:spPr>
          <a:xfrm>
            <a:off x="9398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F3D7CD7-F513-4D6C-B44B-A83C7D86F6B1}"/>
              </a:ext>
            </a:extLst>
          </p:cNvPr>
          <p:cNvSpPr txBox="1"/>
          <p:nvPr/>
        </p:nvSpPr>
        <p:spPr>
          <a:xfrm>
            <a:off x="19685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7C2C25-B704-49F3-8BBB-A758C4FE6EC8}"/>
              </a:ext>
            </a:extLst>
          </p:cNvPr>
          <p:cNvSpPr txBox="1"/>
          <p:nvPr/>
        </p:nvSpPr>
        <p:spPr>
          <a:xfrm>
            <a:off x="9398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3AD64A-CCD2-4A47-A49E-07E5F6F2A6E3}"/>
              </a:ext>
            </a:extLst>
          </p:cNvPr>
          <p:cNvSpPr txBox="1"/>
          <p:nvPr/>
        </p:nvSpPr>
        <p:spPr>
          <a:xfrm>
            <a:off x="19685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DMA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966FE73-9F52-47A5-87BC-AC811B26062A}"/>
              </a:ext>
            </a:extLst>
          </p:cNvPr>
          <p:cNvSpPr txBox="1"/>
          <p:nvPr/>
        </p:nvSpPr>
        <p:spPr>
          <a:xfrm>
            <a:off x="9398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1D0EC56-DBC1-4805-AE7A-DB99646BEC57}"/>
              </a:ext>
            </a:extLst>
          </p:cNvPr>
          <p:cNvSpPr txBox="1"/>
          <p:nvPr/>
        </p:nvSpPr>
        <p:spPr>
          <a:xfrm>
            <a:off x="19685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&amp;desc[1]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5E9D7228-755B-4710-9683-84C7AAA4107D}"/>
              </a:ext>
            </a:extLst>
          </p:cNvPr>
          <p:cNvSpPr/>
          <p:nvPr/>
        </p:nvSpPr>
        <p:spPr>
          <a:xfrm>
            <a:off x="3251200" y="3810000"/>
            <a:ext cx="190500" cy="254000"/>
          </a:xfrm>
          <a:prstGeom prst="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7CC5EDA-EFCA-416B-8227-E03630C3D249}"/>
              </a:ext>
            </a:extLst>
          </p:cNvPr>
          <p:cNvSpPr/>
          <p:nvPr/>
        </p:nvSpPr>
        <p:spPr>
          <a:xfrm>
            <a:off x="34544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0445EBD-91F4-4BC8-A550-34F9102FED05}"/>
              </a:ext>
            </a:extLst>
          </p:cNvPr>
          <p:cNvSpPr txBox="1"/>
          <p:nvPr/>
        </p:nvSpPr>
        <p:spPr>
          <a:xfrm>
            <a:off x="36068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4CE4F71-7A5D-4AD4-A2CC-ECCDC868C753}"/>
              </a:ext>
            </a:extLst>
          </p:cNvPr>
          <p:cNvSpPr txBox="1"/>
          <p:nvPr/>
        </p:nvSpPr>
        <p:spPr>
          <a:xfrm>
            <a:off x="36322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699AA0-ABCB-4281-B7A6-181194D7023D}"/>
              </a:ext>
            </a:extLst>
          </p:cNvPr>
          <p:cNvSpPr txBox="1"/>
          <p:nvPr/>
        </p:nvSpPr>
        <p:spPr>
          <a:xfrm>
            <a:off x="46609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0x3FC9_44C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083BAEC-2CB2-43F9-9F91-F67989CC12E2}"/>
              </a:ext>
            </a:extLst>
          </p:cNvPr>
          <p:cNvSpPr txBox="1"/>
          <p:nvPr/>
        </p:nvSpPr>
        <p:spPr>
          <a:xfrm>
            <a:off x="36322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C589810-35FB-41C8-A6DE-598233A05E0B}"/>
              </a:ext>
            </a:extLst>
          </p:cNvPr>
          <p:cNvSpPr txBox="1"/>
          <p:nvPr/>
        </p:nvSpPr>
        <p:spPr>
          <a:xfrm>
            <a:off x="46609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553E645-8D3B-4362-9816-FF2FFF92EC09}"/>
              </a:ext>
            </a:extLst>
          </p:cNvPr>
          <p:cNvSpPr txBox="1"/>
          <p:nvPr/>
        </p:nvSpPr>
        <p:spPr>
          <a:xfrm>
            <a:off x="36322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647137B-E27E-47C0-8BF9-74B72606185F}"/>
              </a:ext>
            </a:extLst>
          </p:cNvPr>
          <p:cNvSpPr txBox="1"/>
          <p:nvPr/>
        </p:nvSpPr>
        <p:spPr>
          <a:xfrm>
            <a:off x="46609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DMA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BDEFDCB-197D-42A3-8F2C-96A27CA2DEED}"/>
              </a:ext>
            </a:extLst>
          </p:cNvPr>
          <p:cNvSpPr txBox="1"/>
          <p:nvPr/>
        </p:nvSpPr>
        <p:spPr>
          <a:xfrm>
            <a:off x="36322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8A73235-BCCA-44AC-941A-CFF878A55CB9}"/>
              </a:ext>
            </a:extLst>
          </p:cNvPr>
          <p:cNvSpPr txBox="1"/>
          <p:nvPr/>
        </p:nvSpPr>
        <p:spPr>
          <a:xfrm>
            <a:off x="46609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&amp;desc[2]</a:t>
            </a:r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0006EF9D-46D9-4DAE-B711-4E664BDD90E5}"/>
              </a:ext>
            </a:extLst>
          </p:cNvPr>
          <p:cNvSpPr/>
          <p:nvPr/>
        </p:nvSpPr>
        <p:spPr>
          <a:xfrm>
            <a:off x="5943600" y="3810000"/>
            <a:ext cx="190500" cy="254000"/>
          </a:xfrm>
          <a:prstGeom prst="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94B9B3F-1B2D-456E-8FE0-5FF929B9AFE1}"/>
              </a:ext>
            </a:extLst>
          </p:cNvPr>
          <p:cNvSpPr/>
          <p:nvPr/>
        </p:nvSpPr>
        <p:spPr>
          <a:xfrm>
            <a:off x="61468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96F1697-3BC0-494E-96E2-6157A6148827}"/>
              </a:ext>
            </a:extLst>
          </p:cNvPr>
          <p:cNvSpPr txBox="1"/>
          <p:nvPr/>
        </p:nvSpPr>
        <p:spPr>
          <a:xfrm>
            <a:off x="62992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2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CD905E2-36B3-41F8-918D-9B1B37C469B2}"/>
              </a:ext>
            </a:extLst>
          </p:cNvPr>
          <p:cNvSpPr txBox="1"/>
          <p:nvPr/>
        </p:nvSpPr>
        <p:spPr>
          <a:xfrm>
            <a:off x="63246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2B4B4C8-847F-4FCF-9F41-B775D7E24AC5}"/>
              </a:ext>
            </a:extLst>
          </p:cNvPr>
          <p:cNvSpPr txBox="1"/>
          <p:nvPr/>
        </p:nvSpPr>
        <p:spPr>
          <a:xfrm>
            <a:off x="73533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0x3FC9_4B0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3AB8A0C-4318-47D8-BD94-BC10323B1FAF}"/>
              </a:ext>
            </a:extLst>
          </p:cNvPr>
          <p:cNvSpPr txBox="1"/>
          <p:nvPr/>
        </p:nvSpPr>
        <p:spPr>
          <a:xfrm>
            <a:off x="63246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8F27E45-5FFD-4846-8FC2-87BFD3D71EDB}"/>
              </a:ext>
            </a:extLst>
          </p:cNvPr>
          <p:cNvSpPr txBox="1"/>
          <p:nvPr/>
        </p:nvSpPr>
        <p:spPr>
          <a:xfrm>
            <a:off x="73533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6B98A5F-100A-4DD7-A6CD-D69797525D30}"/>
              </a:ext>
            </a:extLst>
          </p:cNvPr>
          <p:cNvSpPr txBox="1"/>
          <p:nvPr/>
        </p:nvSpPr>
        <p:spPr>
          <a:xfrm>
            <a:off x="63246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496FD0B-CF95-427E-A35B-EFF5CE19262C}"/>
              </a:ext>
            </a:extLst>
          </p:cNvPr>
          <p:cNvSpPr txBox="1"/>
          <p:nvPr/>
        </p:nvSpPr>
        <p:spPr>
          <a:xfrm>
            <a:off x="73533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DMA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321ACED-ACFC-442E-B0F2-702FA5B178BF}"/>
              </a:ext>
            </a:extLst>
          </p:cNvPr>
          <p:cNvSpPr txBox="1"/>
          <p:nvPr/>
        </p:nvSpPr>
        <p:spPr>
          <a:xfrm>
            <a:off x="63246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6256A7B-11B9-430C-92CF-C5E709D6DABE}"/>
              </a:ext>
            </a:extLst>
          </p:cNvPr>
          <p:cNvSpPr txBox="1"/>
          <p:nvPr/>
        </p:nvSpPr>
        <p:spPr>
          <a:xfrm>
            <a:off x="73533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&amp;desc[3]</a:t>
            </a:r>
          </a:p>
        </p:txBody>
      </p:sp>
      <p:sp>
        <p:nvSpPr>
          <p:cNvPr id="39" name="Seta: para a Direita 38">
            <a:extLst>
              <a:ext uri="{FF2B5EF4-FFF2-40B4-BE49-F238E27FC236}">
                <a16:creationId xmlns:a16="http://schemas.microsoft.com/office/drawing/2014/main" id="{91B7A8FB-1D5F-47D4-B25C-B761DE78224E}"/>
              </a:ext>
            </a:extLst>
          </p:cNvPr>
          <p:cNvSpPr/>
          <p:nvPr/>
        </p:nvSpPr>
        <p:spPr>
          <a:xfrm>
            <a:off x="8636000" y="3810000"/>
            <a:ext cx="190500" cy="254000"/>
          </a:xfrm>
          <a:prstGeom prst="rightArrow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41DAC5-2762-47BF-9D96-1C70B63B3AEE}"/>
              </a:ext>
            </a:extLst>
          </p:cNvPr>
          <p:cNvSpPr/>
          <p:nvPr/>
        </p:nvSpPr>
        <p:spPr>
          <a:xfrm>
            <a:off x="8839200" y="2794000"/>
            <a:ext cx="2476500" cy="2286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B46D1E3-C6CE-4F5B-8FE2-A3837C414EC9}"/>
              </a:ext>
            </a:extLst>
          </p:cNvPr>
          <p:cNvSpPr txBox="1"/>
          <p:nvPr/>
        </p:nvSpPr>
        <p:spPr>
          <a:xfrm>
            <a:off x="8991600" y="2921000"/>
            <a:ext cx="2171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DESCRITOR 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1B08327-1765-451E-83D6-AF5F0EF28742}"/>
              </a:ext>
            </a:extLst>
          </p:cNvPr>
          <p:cNvSpPr txBox="1"/>
          <p:nvPr/>
        </p:nvSpPr>
        <p:spPr>
          <a:xfrm>
            <a:off x="9017000" y="33274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buffer_addr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D7EC38F-0930-41F2-84C6-5FC3236037D5}"/>
              </a:ext>
            </a:extLst>
          </p:cNvPr>
          <p:cNvSpPr txBox="1"/>
          <p:nvPr/>
        </p:nvSpPr>
        <p:spPr>
          <a:xfrm>
            <a:off x="10045700" y="33274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0x3FC9_514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1603626-B57A-49AF-A802-7D7896E7A5CE}"/>
              </a:ext>
            </a:extLst>
          </p:cNvPr>
          <p:cNvSpPr txBox="1"/>
          <p:nvPr/>
        </p:nvSpPr>
        <p:spPr>
          <a:xfrm>
            <a:off x="9017000" y="37338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size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8A13FBA-EBCD-4CDC-94A5-05D29365C4F5}"/>
              </a:ext>
            </a:extLst>
          </p:cNvPr>
          <p:cNvSpPr txBox="1"/>
          <p:nvPr/>
        </p:nvSpPr>
        <p:spPr>
          <a:xfrm>
            <a:off x="10045700" y="37338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1024 bytes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CEBA459-B16D-40E0-80C9-F4A36A0A2FEA}"/>
              </a:ext>
            </a:extLst>
          </p:cNvPr>
          <p:cNvSpPr txBox="1"/>
          <p:nvPr/>
        </p:nvSpPr>
        <p:spPr>
          <a:xfrm>
            <a:off x="9017000" y="41402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A97F5F5-2385-432C-ACB4-73A4B1D0C4C4}"/>
              </a:ext>
            </a:extLst>
          </p:cNvPr>
          <p:cNvSpPr txBox="1"/>
          <p:nvPr/>
        </p:nvSpPr>
        <p:spPr>
          <a:xfrm>
            <a:off x="10045700" y="41402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CPU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2F8BF62-9088-4B82-94E1-AB666D8A1406}"/>
              </a:ext>
            </a:extLst>
          </p:cNvPr>
          <p:cNvSpPr txBox="1"/>
          <p:nvPr/>
        </p:nvSpPr>
        <p:spPr>
          <a:xfrm>
            <a:off x="9017000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475569"/>
                </a:solidFill>
              </a:rPr>
              <a:t>next →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E873DB8-97D0-4F8A-B016-518D74305DEC}"/>
              </a:ext>
            </a:extLst>
          </p:cNvPr>
          <p:cNvSpPr txBox="1"/>
          <p:nvPr/>
        </p:nvSpPr>
        <p:spPr>
          <a:xfrm>
            <a:off x="10045700" y="4546600"/>
            <a:ext cx="107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0F172A"/>
                </a:solidFill>
              </a:rPr>
              <a:t>NULL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9A3873F0-BD26-4ED1-B7D8-CEF8F07EB278}"/>
              </a:ext>
            </a:extLst>
          </p:cNvPr>
          <p:cNvSpPr/>
          <p:nvPr/>
        </p:nvSpPr>
        <p:spPr>
          <a:xfrm>
            <a:off x="635000" y="5397500"/>
            <a:ext cx="10922000" cy="8255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E5DEF12-AA07-4E91-B67D-6386740545F9}"/>
              </a:ext>
            </a:extLst>
          </p:cNvPr>
          <p:cNvSpPr txBox="1"/>
          <p:nvPr/>
        </p:nvSpPr>
        <p:spPr>
          <a:xfrm>
            <a:off x="889000" y="55626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1E3A8A"/>
                </a:solidFill>
              </a:rPr>
              <a:t>💡  Vantagem: o DMA continua sozinho — quando termina um descritor, segue para o próximo automaticamente. Forma um buffer circular se 'next' apontar para o primeiro.</a:t>
            </a:r>
          </a:p>
        </p:txBody>
      </p:sp>
    </p:spTree>
    <p:extLst>
      <p:ext uri="{BB962C8B-B14F-4D97-AF65-F5344CB8AC3E}">
        <p14:creationId xmlns:p14="http://schemas.microsoft.com/office/powerpoint/2010/main" val="2678107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958AFC-49FF-4930-B8AC-C7D059643E7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47B7BB-0A57-4EA2-AAE8-8747AFF49057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78AF3D-4BB2-4E70-874C-15D37C3C1025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Mapa de memória — onde os buffers vivem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167CC9-2A5E-42C1-B67F-8A478796137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FA3E6F6-AE1D-470A-B97E-A598A6C26DDD}"/>
              </a:ext>
            </a:extLst>
          </p:cNvPr>
          <p:cNvSpPr/>
          <p:nvPr/>
        </p:nvSpPr>
        <p:spPr>
          <a:xfrm>
            <a:off x="635000" y="1778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75507C-CD65-4BDA-907A-97C450A95D56}"/>
              </a:ext>
            </a:extLst>
          </p:cNvPr>
          <p:cNvSpPr/>
          <p:nvPr/>
        </p:nvSpPr>
        <p:spPr>
          <a:xfrm>
            <a:off x="635000" y="1778000"/>
            <a:ext cx="76200" cy="889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C2C353-FD02-4C36-9741-A24F85170711}"/>
              </a:ext>
            </a:extLst>
          </p:cNvPr>
          <p:cNvSpPr txBox="1"/>
          <p:nvPr/>
        </p:nvSpPr>
        <p:spPr>
          <a:xfrm>
            <a:off x="952500" y="1905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DC2626"/>
                </a:solidFill>
              </a:rPr>
              <a:t>IRAM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3E7626F-F5A3-4C55-B286-350D64EFEDC6}"/>
              </a:ext>
            </a:extLst>
          </p:cNvPr>
          <p:cNvSpPr txBox="1"/>
          <p:nvPr/>
        </p:nvSpPr>
        <p:spPr>
          <a:xfrm>
            <a:off x="952500" y="2260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0x4037_C000 → 0x403D_FFFF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BC27FB-3B27-41BA-9DDD-26E0CEA15648}"/>
              </a:ext>
            </a:extLst>
          </p:cNvPr>
          <p:cNvSpPr txBox="1"/>
          <p:nvPr/>
        </p:nvSpPr>
        <p:spPr>
          <a:xfrm>
            <a:off x="4064000" y="1955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400 KB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453C172-277F-4FC9-8C65-8FB25AEB440C}"/>
              </a:ext>
            </a:extLst>
          </p:cNvPr>
          <p:cNvSpPr txBox="1"/>
          <p:nvPr/>
        </p:nvSpPr>
        <p:spPr>
          <a:xfrm>
            <a:off x="5461000" y="2006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Código crítico, ISRs em IRAM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1FF57AC-AE46-4780-B9CF-FB46C5E3589C}"/>
              </a:ext>
            </a:extLst>
          </p:cNvPr>
          <p:cNvSpPr/>
          <p:nvPr/>
        </p:nvSpPr>
        <p:spPr>
          <a:xfrm>
            <a:off x="10033000" y="2057400"/>
            <a:ext cx="1270000" cy="330200"/>
          </a:xfrm>
          <a:prstGeom prst="roundRect">
            <a:avLst/>
          </a:prstGeom>
          <a:solidFill>
            <a:srgbClr val="FEE2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B91C1C"/>
                </a:solidFill>
              </a:rPr>
              <a:t>✗ Não-DMA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B5BE815-DB21-4833-A043-15E6E31C8C90}"/>
              </a:ext>
            </a:extLst>
          </p:cNvPr>
          <p:cNvSpPr/>
          <p:nvPr/>
        </p:nvSpPr>
        <p:spPr>
          <a:xfrm>
            <a:off x="635000" y="2794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472A50F-42E7-496F-90F3-293C69E32000}"/>
              </a:ext>
            </a:extLst>
          </p:cNvPr>
          <p:cNvSpPr/>
          <p:nvPr/>
        </p:nvSpPr>
        <p:spPr>
          <a:xfrm>
            <a:off x="635000" y="2794000"/>
            <a:ext cx="76200" cy="889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D3B2F6F-9399-4C19-8646-671B48CFE380}"/>
              </a:ext>
            </a:extLst>
          </p:cNvPr>
          <p:cNvSpPr txBox="1"/>
          <p:nvPr/>
        </p:nvSpPr>
        <p:spPr>
          <a:xfrm>
            <a:off x="952500" y="2921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16A34A"/>
                </a:solidFill>
              </a:rPr>
              <a:t>DRAM (SRAM)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4C27C25-0E3E-40B3-B8C1-80993EDF6D9A}"/>
              </a:ext>
            </a:extLst>
          </p:cNvPr>
          <p:cNvSpPr txBox="1"/>
          <p:nvPr/>
        </p:nvSpPr>
        <p:spPr>
          <a:xfrm>
            <a:off x="952500" y="3276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0x3FC8_8000 → 0x3FCF_FFFF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881B16E-69B5-4ABD-9F94-2DA7B917BDFD}"/>
              </a:ext>
            </a:extLst>
          </p:cNvPr>
          <p:cNvSpPr txBox="1"/>
          <p:nvPr/>
        </p:nvSpPr>
        <p:spPr>
          <a:xfrm>
            <a:off x="4064000" y="2971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~512 KB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6C9AE60-E9AD-48D1-A124-556AF477412C}"/>
              </a:ext>
            </a:extLst>
          </p:cNvPr>
          <p:cNvSpPr txBox="1"/>
          <p:nvPr/>
        </p:nvSpPr>
        <p:spPr>
          <a:xfrm>
            <a:off x="5461000" y="3022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Buffers DMA internos (recomendado)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DD15046-DB23-457A-B987-8EFAF918EE0A}"/>
              </a:ext>
            </a:extLst>
          </p:cNvPr>
          <p:cNvSpPr/>
          <p:nvPr/>
        </p:nvSpPr>
        <p:spPr>
          <a:xfrm>
            <a:off x="10033000" y="3073400"/>
            <a:ext cx="1270000" cy="330200"/>
          </a:xfrm>
          <a:prstGeom prst="roundRect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5803D"/>
                </a:solidFill>
              </a:rPr>
              <a:t>✓ DMA-OK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85B3FFE-7AE4-4F01-A87F-DE6BDF4EC40C}"/>
              </a:ext>
            </a:extLst>
          </p:cNvPr>
          <p:cNvSpPr/>
          <p:nvPr/>
        </p:nvSpPr>
        <p:spPr>
          <a:xfrm>
            <a:off x="635000" y="3810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F2CD67F-2B3D-4FF0-8C46-675BF11FD153}"/>
              </a:ext>
            </a:extLst>
          </p:cNvPr>
          <p:cNvSpPr/>
          <p:nvPr/>
        </p:nvSpPr>
        <p:spPr>
          <a:xfrm>
            <a:off x="635000" y="3810000"/>
            <a:ext cx="76200" cy="889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DC650CA-916E-4F9D-A041-4ED1C159BE78}"/>
              </a:ext>
            </a:extLst>
          </p:cNvPr>
          <p:cNvSpPr txBox="1"/>
          <p:nvPr/>
        </p:nvSpPr>
        <p:spPr>
          <a:xfrm>
            <a:off x="952500" y="3937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EA580C"/>
                </a:solidFill>
              </a:rPr>
              <a:t>PSRAM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03786AA-33C7-4975-B615-6F0FF4816883}"/>
              </a:ext>
            </a:extLst>
          </p:cNvPr>
          <p:cNvSpPr txBox="1"/>
          <p:nvPr/>
        </p:nvSpPr>
        <p:spPr>
          <a:xfrm>
            <a:off x="952500" y="4292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0x3C00_0000 → ...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B3AD73A-C3F2-4928-AB46-889023BF1CE1}"/>
              </a:ext>
            </a:extLst>
          </p:cNvPr>
          <p:cNvSpPr txBox="1"/>
          <p:nvPr/>
        </p:nvSpPr>
        <p:spPr>
          <a:xfrm>
            <a:off x="4064000" y="3987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até 8 MB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B53541D-A6C2-40E1-8C40-23A706D99F74}"/>
              </a:ext>
            </a:extLst>
          </p:cNvPr>
          <p:cNvSpPr txBox="1"/>
          <p:nvPr/>
        </p:nvSpPr>
        <p:spPr>
          <a:xfrm>
            <a:off x="5461000" y="4038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Buffers grandes, acesso mais lento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CA14839-A9FB-470B-B80F-A79FAAC9C18B}"/>
              </a:ext>
            </a:extLst>
          </p:cNvPr>
          <p:cNvSpPr/>
          <p:nvPr/>
        </p:nvSpPr>
        <p:spPr>
          <a:xfrm>
            <a:off x="10033000" y="4089400"/>
            <a:ext cx="1270000" cy="330200"/>
          </a:xfrm>
          <a:prstGeom prst="roundRect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5803D"/>
                </a:solidFill>
              </a:rPr>
              <a:t>✓ DMA-OK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FCA51C9-3881-43AE-BDAF-2670D4DAF8AE}"/>
              </a:ext>
            </a:extLst>
          </p:cNvPr>
          <p:cNvSpPr/>
          <p:nvPr/>
        </p:nvSpPr>
        <p:spPr>
          <a:xfrm>
            <a:off x="635000" y="4826000"/>
            <a:ext cx="10922000" cy="889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D7D3DFC-5733-4B2C-B2A9-0E8A233F4228}"/>
              </a:ext>
            </a:extLst>
          </p:cNvPr>
          <p:cNvSpPr/>
          <p:nvPr/>
        </p:nvSpPr>
        <p:spPr>
          <a:xfrm>
            <a:off x="635000" y="4826000"/>
            <a:ext cx="76200" cy="889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1DBBBE0-1F6A-4C6E-9764-030264B849F0}"/>
              </a:ext>
            </a:extLst>
          </p:cNvPr>
          <p:cNvSpPr txBox="1"/>
          <p:nvPr/>
        </p:nvSpPr>
        <p:spPr>
          <a:xfrm>
            <a:off x="952500" y="49530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7C3AED"/>
                </a:solidFill>
              </a:rPr>
              <a:t>Flash (XIP)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63DA00B-C3D8-46EF-B910-CDA92BF0CB6B}"/>
              </a:ext>
            </a:extLst>
          </p:cNvPr>
          <p:cNvSpPr txBox="1"/>
          <p:nvPr/>
        </p:nvSpPr>
        <p:spPr>
          <a:xfrm>
            <a:off x="952500" y="53086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0x4200_0000 → ...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99D16CB-52E6-4831-AA49-48AC64FD0BA5}"/>
              </a:ext>
            </a:extLst>
          </p:cNvPr>
          <p:cNvSpPr txBox="1"/>
          <p:nvPr/>
        </p:nvSpPr>
        <p:spPr>
          <a:xfrm>
            <a:off x="4064000" y="5003800"/>
            <a:ext cx="127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até 16 MB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F9E7AA9-012C-42EE-9014-77FB14679EB4}"/>
              </a:ext>
            </a:extLst>
          </p:cNvPr>
          <p:cNvSpPr txBox="1"/>
          <p:nvPr/>
        </p:nvSpPr>
        <p:spPr>
          <a:xfrm>
            <a:off x="5461000" y="5054600"/>
            <a:ext cx="431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334155"/>
                </a:solidFill>
              </a:rPr>
              <a:t>Código + constantes (read-only)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FE92FE3-CD23-4660-B581-6EF6E972CB60}"/>
              </a:ext>
            </a:extLst>
          </p:cNvPr>
          <p:cNvSpPr/>
          <p:nvPr/>
        </p:nvSpPr>
        <p:spPr>
          <a:xfrm>
            <a:off x="10033000" y="5105400"/>
            <a:ext cx="1270000" cy="330200"/>
          </a:xfrm>
          <a:prstGeom prst="roundRect">
            <a:avLst/>
          </a:prstGeom>
          <a:solidFill>
            <a:srgbClr val="FEE2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B91C1C"/>
                </a:solidFill>
              </a:rPr>
              <a:t>✗ Não-DMA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9658E0C-8A0F-463C-AE17-D432BFD7D8A1}"/>
              </a:ext>
            </a:extLst>
          </p:cNvPr>
          <p:cNvSpPr txBox="1"/>
          <p:nvPr/>
        </p:nvSpPr>
        <p:spPr>
          <a:xfrm>
            <a:off x="635000" y="60960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Aloque buffers DMA com  MALLOC_CAP_DMA  para garantir DRAM interno alinhado.</a:t>
            </a:r>
          </a:p>
        </p:txBody>
      </p:sp>
    </p:spTree>
    <p:extLst>
      <p:ext uri="{BB962C8B-B14F-4D97-AF65-F5344CB8AC3E}">
        <p14:creationId xmlns:p14="http://schemas.microsoft.com/office/powerpoint/2010/main" val="3709792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5BB56F4-1240-47E3-A59C-3A6D3CA6092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4BECF4-1E81-4A7F-A7B7-729DF1EA70C9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C62110-C022-4086-B28D-A31D08E201FC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Periféricos compatíveis com GDMA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9FE9752-9EB2-4E37-814E-52FF3178A47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C2D01C-9168-46B5-96B6-5C38C9E5103A}"/>
              </a:ext>
            </a:extLst>
          </p:cNvPr>
          <p:cNvSpPr/>
          <p:nvPr/>
        </p:nvSpPr>
        <p:spPr>
          <a:xfrm>
            <a:off x="635000" y="1841500"/>
            <a:ext cx="10922000" cy="5334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3B67F7-BB90-4295-89CF-03D844216F1A}"/>
              </a:ext>
            </a:extLst>
          </p:cNvPr>
          <p:cNvSpPr txBox="1"/>
          <p:nvPr/>
        </p:nvSpPr>
        <p:spPr>
          <a:xfrm>
            <a:off x="812800" y="1968500"/>
            <a:ext cx="210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Periférico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ADA03F-583A-4126-A5BD-614253D40BE3}"/>
              </a:ext>
            </a:extLst>
          </p:cNvPr>
          <p:cNvSpPr txBox="1"/>
          <p:nvPr/>
        </p:nvSpPr>
        <p:spPr>
          <a:xfrm>
            <a:off x="3098800" y="1968500"/>
            <a:ext cx="121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Direção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6CD3FA-0D63-407D-AB48-A8C33F17705D}"/>
              </a:ext>
            </a:extLst>
          </p:cNvPr>
          <p:cNvSpPr txBox="1"/>
          <p:nvPr/>
        </p:nvSpPr>
        <p:spPr>
          <a:xfrm>
            <a:off x="4495800" y="1968500"/>
            <a:ext cx="2616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Taxa máxima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9D7120D-62C9-4F73-AB7A-3DCDC42E4464}"/>
              </a:ext>
            </a:extLst>
          </p:cNvPr>
          <p:cNvSpPr txBox="1"/>
          <p:nvPr/>
        </p:nvSpPr>
        <p:spPr>
          <a:xfrm>
            <a:off x="7289800" y="1968500"/>
            <a:ext cx="4394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Aplicação típica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3A0038C-784F-4DC0-B083-BD53EC5F4721}"/>
              </a:ext>
            </a:extLst>
          </p:cNvPr>
          <p:cNvSpPr/>
          <p:nvPr/>
        </p:nvSpPr>
        <p:spPr>
          <a:xfrm>
            <a:off x="635000" y="2374900"/>
            <a:ext cx="10922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C8132C-39C2-43B8-BDE3-D32FDEFE96C4}"/>
              </a:ext>
            </a:extLst>
          </p:cNvPr>
          <p:cNvSpPr txBox="1"/>
          <p:nvPr/>
        </p:nvSpPr>
        <p:spPr>
          <a:xfrm>
            <a:off x="812800" y="2552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ADC (SAR)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54E7AB-BEEC-4514-A213-61E035749313}"/>
              </a:ext>
            </a:extLst>
          </p:cNvPr>
          <p:cNvSpPr txBox="1"/>
          <p:nvPr/>
        </p:nvSpPr>
        <p:spPr>
          <a:xfrm>
            <a:off x="3098800" y="2552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P → M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DB6082A-9AA4-4901-B868-B5BE908E79F7}"/>
              </a:ext>
            </a:extLst>
          </p:cNvPr>
          <p:cNvSpPr txBox="1"/>
          <p:nvPr/>
        </p:nvSpPr>
        <p:spPr>
          <a:xfrm>
            <a:off x="4495800" y="2552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≈ 83 kSPS (ESP-IDF)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E49DC3D-BB77-4C7E-AA40-B24794210C75}"/>
              </a:ext>
            </a:extLst>
          </p:cNvPr>
          <p:cNvSpPr txBox="1"/>
          <p:nvPr/>
        </p:nvSpPr>
        <p:spPr>
          <a:xfrm>
            <a:off x="7289800" y="2552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Sensores, vibração, ECG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700ACEB-3966-4B36-81E6-9C679C7DD69B}"/>
              </a:ext>
            </a:extLst>
          </p:cNvPr>
          <p:cNvSpPr/>
          <p:nvPr/>
        </p:nvSpPr>
        <p:spPr>
          <a:xfrm>
            <a:off x="635000" y="3009900"/>
            <a:ext cx="10922000" cy="63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AB1E626-2CAF-41FB-96B8-B51EA3B0C844}"/>
              </a:ext>
            </a:extLst>
          </p:cNvPr>
          <p:cNvSpPr txBox="1"/>
          <p:nvPr/>
        </p:nvSpPr>
        <p:spPr>
          <a:xfrm>
            <a:off x="812800" y="3187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I2S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ED6FA4E-78EC-4E92-8B14-A528611F8346}"/>
              </a:ext>
            </a:extLst>
          </p:cNvPr>
          <p:cNvSpPr txBox="1"/>
          <p:nvPr/>
        </p:nvSpPr>
        <p:spPr>
          <a:xfrm>
            <a:off x="3098800" y="3187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1CB823C-1D61-4FCA-B6A5-8AFE1EAA42EE}"/>
              </a:ext>
            </a:extLst>
          </p:cNvPr>
          <p:cNvSpPr txBox="1"/>
          <p:nvPr/>
        </p:nvSpPr>
        <p:spPr>
          <a:xfrm>
            <a:off x="4495800" y="3187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≤ 96 kHz · 24-bit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2D4F3B9-7329-4F03-A2C0-FEF06E8E29DC}"/>
              </a:ext>
            </a:extLst>
          </p:cNvPr>
          <p:cNvSpPr txBox="1"/>
          <p:nvPr/>
        </p:nvSpPr>
        <p:spPr>
          <a:xfrm>
            <a:off x="7289800" y="3187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Áudio, microfone MEMS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3CF0FAA-B085-4F96-B4D7-86E502FEDA70}"/>
              </a:ext>
            </a:extLst>
          </p:cNvPr>
          <p:cNvSpPr/>
          <p:nvPr/>
        </p:nvSpPr>
        <p:spPr>
          <a:xfrm>
            <a:off x="635000" y="3644900"/>
            <a:ext cx="10922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1C86FF5-32E5-43B4-B8DC-896F6B3BC435}"/>
              </a:ext>
            </a:extLst>
          </p:cNvPr>
          <p:cNvSpPr txBox="1"/>
          <p:nvPr/>
        </p:nvSpPr>
        <p:spPr>
          <a:xfrm>
            <a:off x="812800" y="3822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SPI Master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2E53C76-5E0D-401D-8B59-036C75952C1A}"/>
              </a:ext>
            </a:extLst>
          </p:cNvPr>
          <p:cNvSpPr txBox="1"/>
          <p:nvPr/>
        </p:nvSpPr>
        <p:spPr>
          <a:xfrm>
            <a:off x="3098800" y="3822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43FF5BA-31FA-4BBD-B4D1-98471B830B9A}"/>
              </a:ext>
            </a:extLst>
          </p:cNvPr>
          <p:cNvSpPr txBox="1"/>
          <p:nvPr/>
        </p:nvSpPr>
        <p:spPr>
          <a:xfrm>
            <a:off x="4495800" y="3822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≤ 80 MHz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16D6CF3-81D0-4005-B0E5-AE0C3FE268B0}"/>
              </a:ext>
            </a:extLst>
          </p:cNvPr>
          <p:cNvSpPr txBox="1"/>
          <p:nvPr/>
        </p:nvSpPr>
        <p:spPr>
          <a:xfrm>
            <a:off x="7289800" y="3822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TFT, sensores rápidos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AA2DF16-3D2A-40C2-A14E-56B0549C0E9A}"/>
              </a:ext>
            </a:extLst>
          </p:cNvPr>
          <p:cNvSpPr/>
          <p:nvPr/>
        </p:nvSpPr>
        <p:spPr>
          <a:xfrm>
            <a:off x="635000" y="4279900"/>
            <a:ext cx="10922000" cy="63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C3845DE-C7A0-45D0-93EF-F4DD4BC45E06}"/>
              </a:ext>
            </a:extLst>
          </p:cNvPr>
          <p:cNvSpPr txBox="1"/>
          <p:nvPr/>
        </p:nvSpPr>
        <p:spPr>
          <a:xfrm>
            <a:off x="812800" y="4457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UART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FF8C605-3160-4703-8B28-BC83A0AFEDF1}"/>
              </a:ext>
            </a:extLst>
          </p:cNvPr>
          <p:cNvSpPr txBox="1"/>
          <p:nvPr/>
        </p:nvSpPr>
        <p:spPr>
          <a:xfrm>
            <a:off x="3098800" y="4457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7A372B7-D42C-4EAC-95CB-B7F528CF74F7}"/>
              </a:ext>
            </a:extLst>
          </p:cNvPr>
          <p:cNvSpPr txBox="1"/>
          <p:nvPr/>
        </p:nvSpPr>
        <p:spPr>
          <a:xfrm>
            <a:off x="4495800" y="4457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≤ 5 Mbps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CD65848-E79B-40A1-B14D-C23BB101313A}"/>
              </a:ext>
            </a:extLst>
          </p:cNvPr>
          <p:cNvSpPr txBox="1"/>
          <p:nvPr/>
        </p:nvSpPr>
        <p:spPr>
          <a:xfrm>
            <a:off x="7289800" y="4457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GPS, Modbus, LIDAR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B9C3BA5-C7F1-4B37-8F0D-3A94D00F0B39}"/>
              </a:ext>
            </a:extLst>
          </p:cNvPr>
          <p:cNvSpPr/>
          <p:nvPr/>
        </p:nvSpPr>
        <p:spPr>
          <a:xfrm>
            <a:off x="635000" y="4914900"/>
            <a:ext cx="10922000" cy="63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33FB4F1-7D9A-47D9-B4DC-0AD699DED014}"/>
              </a:ext>
            </a:extLst>
          </p:cNvPr>
          <p:cNvSpPr txBox="1"/>
          <p:nvPr/>
        </p:nvSpPr>
        <p:spPr>
          <a:xfrm>
            <a:off x="812800" y="5092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LCD/CAM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0617655-674B-4F5B-93F7-563934BE813A}"/>
              </a:ext>
            </a:extLst>
          </p:cNvPr>
          <p:cNvSpPr txBox="1"/>
          <p:nvPr/>
        </p:nvSpPr>
        <p:spPr>
          <a:xfrm>
            <a:off x="3098800" y="5092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P↔M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8DD752C-FB21-489D-BE02-7B82E313D6B7}"/>
              </a:ext>
            </a:extLst>
          </p:cNvPr>
          <p:cNvSpPr txBox="1"/>
          <p:nvPr/>
        </p:nvSpPr>
        <p:spPr>
          <a:xfrm>
            <a:off x="4495800" y="5092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DVP 8-bit @ 16 MHz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EB4AC69-7591-46A1-95FD-9E98FAFB7F6B}"/>
              </a:ext>
            </a:extLst>
          </p:cNvPr>
          <p:cNvSpPr txBox="1"/>
          <p:nvPr/>
        </p:nvSpPr>
        <p:spPr>
          <a:xfrm>
            <a:off x="7289800" y="5092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Câmera OV2640, displays paralelos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F57FB7D-C66A-42ED-ACAB-5278383D837D}"/>
              </a:ext>
            </a:extLst>
          </p:cNvPr>
          <p:cNvSpPr/>
          <p:nvPr/>
        </p:nvSpPr>
        <p:spPr>
          <a:xfrm>
            <a:off x="635000" y="5549900"/>
            <a:ext cx="10922000" cy="63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C6AEA9B-6277-44A7-99B1-348469D7CA35}"/>
              </a:ext>
            </a:extLst>
          </p:cNvPr>
          <p:cNvSpPr txBox="1"/>
          <p:nvPr/>
        </p:nvSpPr>
        <p:spPr>
          <a:xfrm>
            <a:off x="812800" y="5727700"/>
            <a:ext cx="2108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RMT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FEE8823-A008-4C9E-9167-D81EAAA7ED57}"/>
              </a:ext>
            </a:extLst>
          </p:cNvPr>
          <p:cNvSpPr txBox="1"/>
          <p:nvPr/>
        </p:nvSpPr>
        <p:spPr>
          <a:xfrm>
            <a:off x="3098800" y="5727700"/>
            <a:ext cx="1219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↔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5E47EDA-55E2-4B99-8C62-2F609BFA3E11}"/>
              </a:ext>
            </a:extLst>
          </p:cNvPr>
          <p:cNvSpPr txBox="1"/>
          <p:nvPr/>
        </p:nvSpPr>
        <p:spPr>
          <a:xfrm>
            <a:off x="4495800" y="5727700"/>
            <a:ext cx="2616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80 MHz tick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399651B-B10C-4848-84D7-7475F412FCBD}"/>
              </a:ext>
            </a:extLst>
          </p:cNvPr>
          <p:cNvSpPr txBox="1"/>
          <p:nvPr/>
        </p:nvSpPr>
        <p:spPr>
          <a:xfrm>
            <a:off x="7289800" y="5727700"/>
            <a:ext cx="4394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IR, WS2812, captura precisa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56BBFA2C-1C18-4027-BBEB-1830EF59BEDC}"/>
              </a:ext>
            </a:extLst>
          </p:cNvPr>
          <p:cNvSpPr/>
          <p:nvPr/>
        </p:nvSpPr>
        <p:spPr>
          <a:xfrm>
            <a:off x="635000" y="6184900"/>
            <a:ext cx="10922000" cy="254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1D215C-C973-4B5F-9CE9-CA06FEC0702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C70027-2810-45D5-B86D-C75DC8FDE10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ARQUITETURA · 06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8FD0F6-64EF-4FDA-B35F-CD589D4D9D7E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Linha do tempo — CPU-driven vs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3B33E2C-5DAC-40BA-BC91-C999AB169985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21B569-6278-4081-90F3-0EAA3CF694EC}"/>
              </a:ext>
            </a:extLst>
          </p:cNvPr>
          <p:cNvSpPr txBox="1"/>
          <p:nvPr/>
        </p:nvSpPr>
        <p:spPr>
          <a:xfrm>
            <a:off x="635000" y="1752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B91C1C"/>
                </a:solidFill>
              </a:rPr>
              <a:t>SEM DMA — CPU bloqueada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DAB87E-F5FE-4B9B-BA97-6028DEEE962A}"/>
              </a:ext>
            </a:extLst>
          </p:cNvPr>
          <p:cNvSpPr txBox="1"/>
          <p:nvPr/>
        </p:nvSpPr>
        <p:spPr>
          <a:xfrm>
            <a:off x="635000" y="21844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A0217F-4F2D-4D12-B4A2-03E379CFD391}"/>
              </a:ext>
            </a:extLst>
          </p:cNvPr>
          <p:cNvSpPr txBox="1"/>
          <p:nvPr/>
        </p:nvSpPr>
        <p:spPr>
          <a:xfrm>
            <a:off x="635000" y="25908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Bus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889617A-3ECE-49BB-B8A2-9920D98E9B1E}"/>
              </a:ext>
            </a:extLst>
          </p:cNvPr>
          <p:cNvSpPr txBox="1"/>
          <p:nvPr/>
        </p:nvSpPr>
        <p:spPr>
          <a:xfrm>
            <a:off x="635000" y="29972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ADC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BE1ED07-A339-44B2-8296-DD16A2950338}"/>
              </a:ext>
            </a:extLst>
          </p:cNvPr>
          <p:cNvSpPr/>
          <p:nvPr/>
        </p:nvSpPr>
        <p:spPr>
          <a:xfrm>
            <a:off x="1270000" y="3352800"/>
            <a:ext cx="10287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394FF24-2921-420B-846A-E6B1CCF1966F}"/>
              </a:ext>
            </a:extLst>
          </p:cNvPr>
          <p:cNvSpPr/>
          <p:nvPr/>
        </p:nvSpPr>
        <p:spPr>
          <a:xfrm>
            <a:off x="127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16AFC8-185B-4BED-97B1-DF97A6C5CC36}"/>
              </a:ext>
            </a:extLst>
          </p:cNvPr>
          <p:cNvSpPr/>
          <p:nvPr/>
        </p:nvSpPr>
        <p:spPr>
          <a:xfrm>
            <a:off x="127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0E6FCD6-6600-47A0-991E-5FAEA6E2C3D0}"/>
              </a:ext>
            </a:extLst>
          </p:cNvPr>
          <p:cNvSpPr/>
          <p:nvPr/>
        </p:nvSpPr>
        <p:spPr>
          <a:xfrm>
            <a:off x="127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CFBF4A-97A7-4E96-A1D4-7FD6ECD46B3A}"/>
              </a:ext>
            </a:extLst>
          </p:cNvPr>
          <p:cNvSpPr/>
          <p:nvPr/>
        </p:nvSpPr>
        <p:spPr>
          <a:xfrm>
            <a:off x="254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2395986-85A5-454B-A5ED-B23FB4750CB7}"/>
              </a:ext>
            </a:extLst>
          </p:cNvPr>
          <p:cNvSpPr/>
          <p:nvPr/>
        </p:nvSpPr>
        <p:spPr>
          <a:xfrm>
            <a:off x="254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766F61E-4DF7-4C84-99C4-6A2AE14EA4F1}"/>
              </a:ext>
            </a:extLst>
          </p:cNvPr>
          <p:cNvSpPr/>
          <p:nvPr/>
        </p:nvSpPr>
        <p:spPr>
          <a:xfrm>
            <a:off x="254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B1BA8D3-99C2-4C2F-BB22-64FEAA3A56C0}"/>
              </a:ext>
            </a:extLst>
          </p:cNvPr>
          <p:cNvSpPr/>
          <p:nvPr/>
        </p:nvSpPr>
        <p:spPr>
          <a:xfrm>
            <a:off x="381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6A5A79E-27EB-43F1-8D57-63752306D645}"/>
              </a:ext>
            </a:extLst>
          </p:cNvPr>
          <p:cNvSpPr/>
          <p:nvPr/>
        </p:nvSpPr>
        <p:spPr>
          <a:xfrm>
            <a:off x="381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120224D-7B27-4445-B542-51E715585BE4}"/>
              </a:ext>
            </a:extLst>
          </p:cNvPr>
          <p:cNvSpPr/>
          <p:nvPr/>
        </p:nvSpPr>
        <p:spPr>
          <a:xfrm>
            <a:off x="381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0F61C28-1B61-46C6-80A6-6F258898D29B}"/>
              </a:ext>
            </a:extLst>
          </p:cNvPr>
          <p:cNvSpPr/>
          <p:nvPr/>
        </p:nvSpPr>
        <p:spPr>
          <a:xfrm>
            <a:off x="508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69C8400-55BF-4B8A-A375-60AFFA7E0980}"/>
              </a:ext>
            </a:extLst>
          </p:cNvPr>
          <p:cNvSpPr/>
          <p:nvPr/>
        </p:nvSpPr>
        <p:spPr>
          <a:xfrm>
            <a:off x="508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1AD448E-2254-4223-98C6-01DEDEDA0575}"/>
              </a:ext>
            </a:extLst>
          </p:cNvPr>
          <p:cNvSpPr/>
          <p:nvPr/>
        </p:nvSpPr>
        <p:spPr>
          <a:xfrm>
            <a:off x="508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A237AEE-E894-43B1-958F-FFA5C107A9D5}"/>
              </a:ext>
            </a:extLst>
          </p:cNvPr>
          <p:cNvSpPr/>
          <p:nvPr/>
        </p:nvSpPr>
        <p:spPr>
          <a:xfrm>
            <a:off x="6350000" y="29464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787C83B-1485-4860-BF8B-5E7C9A8BDAAC}"/>
              </a:ext>
            </a:extLst>
          </p:cNvPr>
          <p:cNvSpPr/>
          <p:nvPr/>
        </p:nvSpPr>
        <p:spPr>
          <a:xfrm>
            <a:off x="6350000" y="2540000"/>
            <a:ext cx="1143000" cy="330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CF86677-3E7B-4D1B-8443-30D3380CE165}"/>
              </a:ext>
            </a:extLst>
          </p:cNvPr>
          <p:cNvSpPr/>
          <p:nvPr/>
        </p:nvSpPr>
        <p:spPr>
          <a:xfrm>
            <a:off x="6350000" y="2133600"/>
            <a:ext cx="1143000" cy="3302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lê + move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81B9AB3-3416-47E9-9F72-658CCBC49226}"/>
              </a:ext>
            </a:extLst>
          </p:cNvPr>
          <p:cNvSpPr txBox="1"/>
          <p:nvPr/>
        </p:nvSpPr>
        <p:spPr>
          <a:xfrm>
            <a:off x="10795000" y="3403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tempo →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0B37147-842F-4A63-B5D9-AE8E44D7EB9B}"/>
              </a:ext>
            </a:extLst>
          </p:cNvPr>
          <p:cNvSpPr txBox="1"/>
          <p:nvPr/>
        </p:nvSpPr>
        <p:spPr>
          <a:xfrm>
            <a:off x="635000" y="40386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15803D"/>
                </a:solidFill>
              </a:rPr>
              <a:t>COM DMA — CPU livre para processar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43F598A-ECE2-4164-9E25-30BA5325CE13}"/>
              </a:ext>
            </a:extLst>
          </p:cNvPr>
          <p:cNvSpPr txBox="1"/>
          <p:nvPr/>
        </p:nvSpPr>
        <p:spPr>
          <a:xfrm>
            <a:off x="635000" y="44704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E0B0671-3599-4D24-A498-B8BD1A0BADD1}"/>
              </a:ext>
            </a:extLst>
          </p:cNvPr>
          <p:cNvSpPr txBox="1"/>
          <p:nvPr/>
        </p:nvSpPr>
        <p:spPr>
          <a:xfrm>
            <a:off x="635000" y="48768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Bus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977D7C7-85EB-4D66-B335-24B3F3A773CE}"/>
              </a:ext>
            </a:extLst>
          </p:cNvPr>
          <p:cNvSpPr txBox="1"/>
          <p:nvPr/>
        </p:nvSpPr>
        <p:spPr>
          <a:xfrm>
            <a:off x="635000" y="5283200"/>
            <a:ext cx="63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475569"/>
                </a:solidFill>
              </a:rPr>
              <a:t>ADC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5728BF9-850E-48BF-B245-0B5237427FF2}"/>
              </a:ext>
            </a:extLst>
          </p:cNvPr>
          <p:cNvSpPr/>
          <p:nvPr/>
        </p:nvSpPr>
        <p:spPr>
          <a:xfrm>
            <a:off x="1270000" y="5638800"/>
            <a:ext cx="10287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6BBD080-C311-4B59-8017-B94256D63640}"/>
              </a:ext>
            </a:extLst>
          </p:cNvPr>
          <p:cNvSpPr/>
          <p:nvPr/>
        </p:nvSpPr>
        <p:spPr>
          <a:xfrm>
            <a:off x="1270000" y="5232400"/>
            <a:ext cx="10160000" cy="3302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amostragem contínua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2210446-2D29-4D57-B694-51B304CF6B03}"/>
              </a:ext>
            </a:extLst>
          </p:cNvPr>
          <p:cNvSpPr/>
          <p:nvPr/>
        </p:nvSpPr>
        <p:spPr>
          <a:xfrm>
            <a:off x="127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9D0B292-B7CE-4FF7-99FF-84FD6CF8DADB}"/>
              </a:ext>
            </a:extLst>
          </p:cNvPr>
          <p:cNvSpPr/>
          <p:nvPr/>
        </p:nvSpPr>
        <p:spPr>
          <a:xfrm>
            <a:off x="254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17147AE-0CD1-47EF-8884-4BA22063B937}"/>
              </a:ext>
            </a:extLst>
          </p:cNvPr>
          <p:cNvSpPr/>
          <p:nvPr/>
        </p:nvSpPr>
        <p:spPr>
          <a:xfrm>
            <a:off x="381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DDC349D-0005-4275-A464-DE9C3021F6D6}"/>
              </a:ext>
            </a:extLst>
          </p:cNvPr>
          <p:cNvSpPr/>
          <p:nvPr/>
        </p:nvSpPr>
        <p:spPr>
          <a:xfrm>
            <a:off x="508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BEAE1D-E0EF-4D26-AD02-484C415A93DE}"/>
              </a:ext>
            </a:extLst>
          </p:cNvPr>
          <p:cNvSpPr/>
          <p:nvPr/>
        </p:nvSpPr>
        <p:spPr>
          <a:xfrm>
            <a:off x="635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7332407-09AF-4EDE-83F6-42B557CA837C}"/>
              </a:ext>
            </a:extLst>
          </p:cNvPr>
          <p:cNvSpPr/>
          <p:nvPr/>
        </p:nvSpPr>
        <p:spPr>
          <a:xfrm>
            <a:off x="762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21CB14FC-5931-4BFD-B1CB-1B3697850A21}"/>
              </a:ext>
            </a:extLst>
          </p:cNvPr>
          <p:cNvSpPr/>
          <p:nvPr/>
        </p:nvSpPr>
        <p:spPr>
          <a:xfrm>
            <a:off x="889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F4BADC9-C764-4E31-BFD4-0A3A1E725990}"/>
              </a:ext>
            </a:extLst>
          </p:cNvPr>
          <p:cNvSpPr/>
          <p:nvPr/>
        </p:nvSpPr>
        <p:spPr>
          <a:xfrm>
            <a:off x="10160000" y="4826000"/>
            <a:ext cx="381000" cy="3302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919484D9-A014-4734-91BB-FAA4BF76639E}"/>
              </a:ext>
            </a:extLst>
          </p:cNvPr>
          <p:cNvSpPr/>
          <p:nvPr/>
        </p:nvSpPr>
        <p:spPr>
          <a:xfrm>
            <a:off x="1270000" y="4419600"/>
            <a:ext cx="4826000" cy="330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processa FFT / PID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314DDEE-DE56-4C55-80A9-62BE6AA3E5F8}"/>
              </a:ext>
            </a:extLst>
          </p:cNvPr>
          <p:cNvSpPr/>
          <p:nvPr/>
        </p:nvSpPr>
        <p:spPr>
          <a:xfrm>
            <a:off x="6350000" y="4419600"/>
            <a:ext cx="4826000" cy="3302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comunicação WiFi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AB82B47-3D5D-4E5F-81FB-CC2C40D59DFE}"/>
              </a:ext>
            </a:extLst>
          </p:cNvPr>
          <p:cNvSpPr txBox="1"/>
          <p:nvPr/>
        </p:nvSpPr>
        <p:spPr>
          <a:xfrm>
            <a:off x="10795000" y="56896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tempo →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E52E7D08-FECE-4E52-8213-AF3A7911DDBD}"/>
              </a:ext>
            </a:extLst>
          </p:cNvPr>
          <p:cNvSpPr/>
          <p:nvPr/>
        </p:nvSpPr>
        <p:spPr>
          <a:xfrm>
            <a:off x="635000" y="6197600"/>
            <a:ext cx="10922000" cy="4826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F2FBE27-7DF5-4EB5-B653-22C0DC563DBC}"/>
              </a:ext>
            </a:extLst>
          </p:cNvPr>
          <p:cNvSpPr txBox="1"/>
          <p:nvPr/>
        </p:nvSpPr>
        <p:spPr>
          <a:xfrm>
            <a:off x="635000" y="63119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✓  CPU livre  ·  ADC contínuo  ·  Zero perda de amostras  ·  Jitter ±0</a:t>
            </a:r>
          </a:p>
        </p:txBody>
      </p:sp>
    </p:spTree>
    <p:extLst>
      <p:ext uri="{BB962C8B-B14F-4D97-AF65-F5344CB8AC3E}">
        <p14:creationId xmlns:p14="http://schemas.microsoft.com/office/powerpoint/2010/main" val="85871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5BE3A0A-1E4C-4BC1-94D4-745E713300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6A42F7-2ACF-40A6-8278-E49A2BCDA9B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47598E-D808-48DC-92E8-B40CEEE14FCC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EA580C"/>
                </a:solidFill>
              </a:rPr>
              <a:t>03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98F7F2-FAC7-4D45-BD28-BC611339F0FC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Buffers &amp; Double Buffering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6D90F1-AA0B-44E0-8600-07C6F9123169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Como manter o fluxo de dados sem perda</a:t>
            </a:r>
          </a:p>
        </p:txBody>
      </p:sp>
    </p:spTree>
    <p:extLst>
      <p:ext uri="{BB962C8B-B14F-4D97-AF65-F5344CB8AC3E}">
        <p14:creationId xmlns:p14="http://schemas.microsoft.com/office/powerpoint/2010/main" val="2877227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2AA117-B942-48E9-A7BD-F2A8A4AE68B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3C20A6-E484-476D-91D7-2B1D0315F3CA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CAF21-62E5-4436-87B8-881094F6FC2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Anatomia de um buffer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AF76A8A-1217-4241-AB02-EF7F042E8C24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87541D2-47E8-4B1D-B862-244630135A51}"/>
              </a:ext>
            </a:extLst>
          </p:cNvPr>
          <p:cNvSpPr/>
          <p:nvPr/>
        </p:nvSpPr>
        <p:spPr>
          <a:xfrm>
            <a:off x="635000" y="1778000"/>
            <a:ext cx="5143500" cy="45720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7AFF40-A601-4223-98A0-C34806D884E6}"/>
              </a:ext>
            </a:extLst>
          </p:cNvPr>
          <p:cNvSpPr txBox="1"/>
          <p:nvPr/>
        </p:nvSpPr>
        <p:spPr>
          <a:xfrm>
            <a:off x="889000" y="19685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900" b="1">
                <a:solidFill>
                  <a:srgbClr val="9A3412"/>
                </a:solidFill>
              </a:rPr>
              <a:t>Buffer = região de memória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E7F204-5F60-4AA6-9F88-A53F12997AFA}"/>
              </a:ext>
            </a:extLst>
          </p:cNvPr>
          <p:cNvSpPr txBox="1"/>
          <p:nvPr/>
        </p:nvSpPr>
        <p:spPr>
          <a:xfrm>
            <a:off x="889000" y="24130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7C2D12"/>
                </a:solidFill>
              </a:rPr>
              <a:t>É onde o DMA grava (P→M) ou lê (M→P) os dados de um periférico.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009A97-A24D-4EA5-A2D9-0712E01CA59C}"/>
              </a:ext>
            </a:extLst>
          </p:cNvPr>
          <p:cNvSpPr txBox="1"/>
          <p:nvPr/>
        </p:nvSpPr>
        <p:spPr>
          <a:xfrm>
            <a:off x="889000" y="3111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Requisitos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13B4495-BBA5-488D-8DBD-2C238E525AB8}"/>
              </a:ext>
            </a:extLst>
          </p:cNvPr>
          <p:cNvSpPr/>
          <p:nvPr/>
        </p:nvSpPr>
        <p:spPr>
          <a:xfrm>
            <a:off x="952500" y="37084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B61029-B1AC-4D3F-A4F0-825BE9ED9726}"/>
              </a:ext>
            </a:extLst>
          </p:cNvPr>
          <p:cNvSpPr txBox="1"/>
          <p:nvPr/>
        </p:nvSpPr>
        <p:spPr>
          <a:xfrm>
            <a:off x="1206500" y="35560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RAM interna (DRAM) ou PSRAM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B55DA8E-B034-4E29-8F95-D998DCF4B734}"/>
              </a:ext>
            </a:extLst>
          </p:cNvPr>
          <p:cNvSpPr/>
          <p:nvPr/>
        </p:nvSpPr>
        <p:spPr>
          <a:xfrm>
            <a:off x="952500" y="41656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C9BFE4E-1158-44F5-87D5-8CF049885F6E}"/>
              </a:ext>
            </a:extLst>
          </p:cNvPr>
          <p:cNvSpPr txBox="1"/>
          <p:nvPr/>
        </p:nvSpPr>
        <p:spPr>
          <a:xfrm>
            <a:off x="1206500" y="40132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Alinhamento ≥ 4 bytes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B4EFB59-E106-42C1-ADD2-9E0813608E38}"/>
              </a:ext>
            </a:extLst>
          </p:cNvPr>
          <p:cNvSpPr/>
          <p:nvPr/>
        </p:nvSpPr>
        <p:spPr>
          <a:xfrm>
            <a:off x="952500" y="46228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42A80C4-82CA-4E60-AB16-C9F8795F89F1}"/>
              </a:ext>
            </a:extLst>
          </p:cNvPr>
          <p:cNvSpPr txBox="1"/>
          <p:nvPr/>
        </p:nvSpPr>
        <p:spPr>
          <a:xfrm>
            <a:off x="1206500" y="44704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MALLOC_CAP_DMA na alocação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682C628-5520-41BA-9038-20D7868DEA3C}"/>
              </a:ext>
            </a:extLst>
          </p:cNvPr>
          <p:cNvSpPr/>
          <p:nvPr/>
        </p:nvSpPr>
        <p:spPr>
          <a:xfrm>
            <a:off x="952500" y="5080000"/>
            <a:ext cx="101600" cy="101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4D3DF7A-D59D-40B1-95A0-C110DAE0218B}"/>
              </a:ext>
            </a:extLst>
          </p:cNvPr>
          <p:cNvSpPr txBox="1"/>
          <p:nvPr/>
        </p:nvSpPr>
        <p:spPr>
          <a:xfrm>
            <a:off x="1206500" y="4927600"/>
            <a:ext cx="444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0F172A"/>
                </a:solidFill>
              </a:rPr>
              <a:t>Tamanho múltiplo do burst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D85F7DE-F96B-4E0C-BDDC-CCC62387336D}"/>
              </a:ext>
            </a:extLst>
          </p:cNvPr>
          <p:cNvSpPr/>
          <p:nvPr/>
        </p:nvSpPr>
        <p:spPr>
          <a:xfrm>
            <a:off x="6032500" y="1778000"/>
            <a:ext cx="5524500" cy="4572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AE82882-88D9-4E48-BABB-F6EB6107F98C}"/>
              </a:ext>
            </a:extLst>
          </p:cNvPr>
          <p:cNvSpPr txBox="1"/>
          <p:nvPr/>
        </p:nvSpPr>
        <p:spPr>
          <a:xfrm>
            <a:off x="6286500" y="1930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94A3B8"/>
                </a:solidFill>
              </a:rPr>
              <a:t>alocação correta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DEE75E0-E42C-4D94-A915-12BBF3880678}"/>
              </a:ext>
            </a:extLst>
          </p:cNvPr>
          <p:cNvSpPr txBox="1"/>
          <p:nvPr/>
        </p:nvSpPr>
        <p:spPr>
          <a:xfrm>
            <a:off x="6286500" y="2286000"/>
            <a:ext cx="5080000" cy="3873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E2E8F0"/>
                </a:solidFill>
                <a:latin typeface="Consolas"/>
              </a:rPr>
              <a:t>// Alocar buffer DMA-capable na DRAM interna
#include "esp_heap_caps.h"
#define BUF_SIZE  2048   // múltiplo de 4
uint8_t *buffer = heap_caps_aligned_alloc(
    4,                       // alinhamento 4 bytes
    BUF_SIZE,                // tamanho
    MALLOC_CAP_DMA |         // DMA-capable
    MALLOC_CAP_INTERNAL      // DRAM interna
);
assert(buffer != NULL);
// ...usa buffer...
heap_caps_free(buffer);</a:t>
            </a:r>
          </a:p>
        </p:txBody>
      </p:sp>
    </p:spTree>
    <p:extLst>
      <p:ext uri="{BB962C8B-B14F-4D97-AF65-F5344CB8AC3E}">
        <p14:creationId xmlns:p14="http://schemas.microsoft.com/office/powerpoint/2010/main" val="4051149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31899CD-BF73-4716-A250-0915C8155AB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6D8591-75A5-4174-AFF7-836E96AB2187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DF6A528-8BB1-4AC7-B0F3-5D971889594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Single buffer — o problema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034A53-9517-496B-957E-14F5F436EF0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3CAB65-97C5-4764-A0ED-0D6CC512C26A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Com um único buffer, o DMA precisa esperar a CPU processar antes de receber novos dados.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27FC9A-066B-4CD3-873D-3D09B8322AC2}"/>
              </a:ext>
            </a:extLst>
          </p:cNvPr>
          <p:cNvSpPr txBox="1"/>
          <p:nvPr/>
        </p:nvSpPr>
        <p:spPr>
          <a:xfrm>
            <a:off x="762000" y="27051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DMA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EEA27E3-F622-4D28-B3CE-F989D3387A7D}"/>
              </a:ext>
            </a:extLst>
          </p:cNvPr>
          <p:cNvSpPr/>
          <p:nvPr/>
        </p:nvSpPr>
        <p:spPr>
          <a:xfrm>
            <a:off x="1651000" y="2857500"/>
            <a:ext cx="990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3D40CA-EFBE-443A-85F3-2EC404CCE46A}"/>
              </a:ext>
            </a:extLst>
          </p:cNvPr>
          <p:cNvSpPr txBox="1"/>
          <p:nvPr/>
        </p:nvSpPr>
        <p:spPr>
          <a:xfrm>
            <a:off x="762000" y="37211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7C3AED"/>
                </a:solidFill>
              </a:rPr>
              <a:t>Buffer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3BF8D09-50F3-4FEA-B790-B270357D5899}"/>
              </a:ext>
            </a:extLst>
          </p:cNvPr>
          <p:cNvSpPr/>
          <p:nvPr/>
        </p:nvSpPr>
        <p:spPr>
          <a:xfrm>
            <a:off x="1651000" y="3873500"/>
            <a:ext cx="990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D849E61-4B5A-40BC-A86F-367BBBAEAE5C}"/>
              </a:ext>
            </a:extLst>
          </p:cNvPr>
          <p:cNvSpPr txBox="1"/>
          <p:nvPr/>
        </p:nvSpPr>
        <p:spPr>
          <a:xfrm>
            <a:off x="762000" y="47371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2563EB"/>
                </a:solidFill>
              </a:rPr>
              <a:t>CPU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5CE14F9-5A46-4BFB-A971-DD76C513DF83}"/>
              </a:ext>
            </a:extLst>
          </p:cNvPr>
          <p:cNvSpPr/>
          <p:nvPr/>
        </p:nvSpPr>
        <p:spPr>
          <a:xfrm>
            <a:off x="1651000" y="4889500"/>
            <a:ext cx="990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9E608B2-CA81-47DA-A5B8-F4192B24A23D}"/>
              </a:ext>
            </a:extLst>
          </p:cNvPr>
          <p:cNvSpPr/>
          <p:nvPr/>
        </p:nvSpPr>
        <p:spPr>
          <a:xfrm>
            <a:off x="1778000" y="2603500"/>
            <a:ext cx="1905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enchendo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04C7AB3-BDF1-4A43-B796-E7FD362EAF03}"/>
              </a:ext>
            </a:extLst>
          </p:cNvPr>
          <p:cNvSpPr/>
          <p:nvPr/>
        </p:nvSpPr>
        <p:spPr>
          <a:xfrm>
            <a:off x="3683000" y="2603500"/>
            <a:ext cx="2032000" cy="5080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❌ BLOQUEADO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A6E6F1-3216-4AC1-9DE7-E41729C8174C}"/>
              </a:ext>
            </a:extLst>
          </p:cNvPr>
          <p:cNvSpPr/>
          <p:nvPr/>
        </p:nvSpPr>
        <p:spPr>
          <a:xfrm>
            <a:off x="5715000" y="2603500"/>
            <a:ext cx="1905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enchendo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8BDFB52-9659-4DDF-98CC-70F2E33CD6E7}"/>
              </a:ext>
            </a:extLst>
          </p:cNvPr>
          <p:cNvSpPr/>
          <p:nvPr/>
        </p:nvSpPr>
        <p:spPr>
          <a:xfrm>
            <a:off x="7620000" y="2603500"/>
            <a:ext cx="2032000" cy="5080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❌ BLOQUEADO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F816F2B-8317-470B-8166-C1E756E15F88}"/>
              </a:ext>
            </a:extLst>
          </p:cNvPr>
          <p:cNvSpPr/>
          <p:nvPr/>
        </p:nvSpPr>
        <p:spPr>
          <a:xfrm>
            <a:off x="9652000" y="2603500"/>
            <a:ext cx="1651000" cy="50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enchendo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46D9AB8-5476-4A37-BEAB-2960FA324EAB}"/>
              </a:ext>
            </a:extLst>
          </p:cNvPr>
          <p:cNvSpPr/>
          <p:nvPr/>
        </p:nvSpPr>
        <p:spPr>
          <a:xfrm>
            <a:off x="1778000" y="3619500"/>
            <a:ext cx="1905000" cy="508000"/>
          </a:xfrm>
          <a:prstGeom prst="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9A3412"/>
                </a:solidFill>
              </a:rPr>
              <a:t>DMA escreve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1BEC028-5F4C-4E83-972A-D1A20EE4A06B}"/>
              </a:ext>
            </a:extLst>
          </p:cNvPr>
          <p:cNvSpPr/>
          <p:nvPr/>
        </p:nvSpPr>
        <p:spPr>
          <a:xfrm>
            <a:off x="3683000" y="3619500"/>
            <a:ext cx="2032000" cy="508000"/>
          </a:xfrm>
          <a:prstGeom prst="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E40AF"/>
                </a:solidFill>
              </a:rPr>
              <a:t>CPU lê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3FDEEC2-7C48-4059-A1BE-7164D1D0105E}"/>
              </a:ext>
            </a:extLst>
          </p:cNvPr>
          <p:cNvSpPr/>
          <p:nvPr/>
        </p:nvSpPr>
        <p:spPr>
          <a:xfrm>
            <a:off x="5715000" y="3619500"/>
            <a:ext cx="1905000" cy="508000"/>
          </a:xfrm>
          <a:prstGeom prst="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9A3412"/>
                </a:solidFill>
              </a:rPr>
              <a:t>DMA escreve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C8EB0E6-D2A0-4468-BDC4-105EC41BD9A1}"/>
              </a:ext>
            </a:extLst>
          </p:cNvPr>
          <p:cNvSpPr/>
          <p:nvPr/>
        </p:nvSpPr>
        <p:spPr>
          <a:xfrm>
            <a:off x="7620000" y="3619500"/>
            <a:ext cx="2032000" cy="508000"/>
          </a:xfrm>
          <a:prstGeom prst="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1E40AF"/>
                </a:solidFill>
              </a:rPr>
              <a:t>CPU lê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9759621-54B9-4580-9C63-8CFD623735F3}"/>
              </a:ext>
            </a:extLst>
          </p:cNvPr>
          <p:cNvSpPr/>
          <p:nvPr/>
        </p:nvSpPr>
        <p:spPr>
          <a:xfrm>
            <a:off x="9652000" y="3619500"/>
            <a:ext cx="1651000" cy="508000"/>
          </a:xfrm>
          <a:prstGeom prst="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9A3412"/>
                </a:solidFill>
              </a:rPr>
              <a:t>DMA escreve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C8D10C7-B6B9-4ED3-8DDB-4130B1FC91F4}"/>
              </a:ext>
            </a:extLst>
          </p:cNvPr>
          <p:cNvSpPr/>
          <p:nvPr/>
        </p:nvSpPr>
        <p:spPr>
          <a:xfrm>
            <a:off x="1778000" y="4635500"/>
            <a:ext cx="1905000" cy="5080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ociosa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8794A24-9E47-425D-B96B-26A28D386045}"/>
              </a:ext>
            </a:extLst>
          </p:cNvPr>
          <p:cNvSpPr/>
          <p:nvPr/>
        </p:nvSpPr>
        <p:spPr>
          <a:xfrm>
            <a:off x="3683000" y="4635500"/>
            <a:ext cx="2032000" cy="50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processa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1FE56F0-EFE4-40D8-B09F-C50D2E707D04}"/>
              </a:ext>
            </a:extLst>
          </p:cNvPr>
          <p:cNvSpPr/>
          <p:nvPr/>
        </p:nvSpPr>
        <p:spPr>
          <a:xfrm>
            <a:off x="5715000" y="4635500"/>
            <a:ext cx="1905000" cy="5080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ociosa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F0CFDA2-09AC-410E-B204-71A3A2B12465}"/>
              </a:ext>
            </a:extLst>
          </p:cNvPr>
          <p:cNvSpPr/>
          <p:nvPr/>
        </p:nvSpPr>
        <p:spPr>
          <a:xfrm>
            <a:off x="7620000" y="4635500"/>
            <a:ext cx="2032000" cy="50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processa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9192486-6005-4DBC-81E1-21AF97A444C7}"/>
              </a:ext>
            </a:extLst>
          </p:cNvPr>
          <p:cNvSpPr/>
          <p:nvPr/>
        </p:nvSpPr>
        <p:spPr>
          <a:xfrm>
            <a:off x="9652000" y="4635500"/>
            <a:ext cx="1651000" cy="5080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ociosa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87EE887-9253-44DF-BF3A-3A00203A6DD2}"/>
              </a:ext>
            </a:extLst>
          </p:cNvPr>
          <p:cNvSpPr txBox="1"/>
          <p:nvPr/>
        </p:nvSpPr>
        <p:spPr>
          <a:xfrm>
            <a:off x="10795000" y="53975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tempo →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380E6C34-E257-4AEC-AE90-477CCF6A050F}"/>
              </a:ext>
            </a:extLst>
          </p:cNvPr>
          <p:cNvSpPr/>
          <p:nvPr/>
        </p:nvSpPr>
        <p:spPr>
          <a:xfrm>
            <a:off x="635000" y="6096000"/>
            <a:ext cx="10922000" cy="4826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F353F06-E67F-4C8D-B458-D43A5F9253A5}"/>
              </a:ext>
            </a:extLst>
          </p:cNvPr>
          <p:cNvSpPr txBox="1"/>
          <p:nvPr/>
        </p:nvSpPr>
        <p:spPr>
          <a:xfrm>
            <a:off x="762000" y="62103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B91C1C"/>
                </a:solidFill>
              </a:rPr>
              <a:t>⚠  Throughput cai pela metade  ·  DMA passa metade do tempo bloqueado  ·  Amostras podem ser perdidas se o ADC continuar</a:t>
            </a:r>
          </a:p>
        </p:txBody>
      </p:sp>
    </p:spTree>
    <p:extLst>
      <p:ext uri="{BB962C8B-B14F-4D97-AF65-F5344CB8AC3E}">
        <p14:creationId xmlns:p14="http://schemas.microsoft.com/office/powerpoint/2010/main" val="894231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BA2E30B-8429-4EA7-B202-B857915D9EE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CB8174-08D0-4787-9B6B-55B47D4CC952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B984A2-4243-43E0-A452-5BFD3F62AE6A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Double buffering — ping-pong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29202E-812E-4384-9818-2BE6800793BB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58454F-16D2-4BF7-9EED-A80D48222814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Dois buffers alternados: enquanto o DMA enche um, a CPU processa o outro. Zero espera.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569E6E-5713-4402-BCD9-393C2E607814}"/>
              </a:ext>
            </a:extLst>
          </p:cNvPr>
          <p:cNvSpPr txBox="1"/>
          <p:nvPr/>
        </p:nvSpPr>
        <p:spPr>
          <a:xfrm>
            <a:off x="635000" y="2159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Fase 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24B2C75-646C-4F73-BAE9-A5F163B15444}"/>
              </a:ext>
            </a:extLst>
          </p:cNvPr>
          <p:cNvSpPr/>
          <p:nvPr/>
        </p:nvSpPr>
        <p:spPr>
          <a:xfrm>
            <a:off x="1016000" y="2540000"/>
            <a:ext cx="1651000" cy="6985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9A3412"/>
                </a:solidFill>
              </a:rPr>
              <a:t>DMA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03F520E-15B4-4688-AB70-60A693508D0F}"/>
              </a:ext>
            </a:extLst>
          </p:cNvPr>
          <p:cNvSpPr/>
          <p:nvPr/>
        </p:nvSpPr>
        <p:spPr>
          <a:xfrm>
            <a:off x="3810000" y="2387600"/>
            <a:ext cx="2921000" cy="444500"/>
          </a:xfrm>
          <a:prstGeom prst="roundRect">
            <a:avLst/>
          </a:prstGeom>
          <a:solidFill>
            <a:srgbClr val="FED7AA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E405C57-126E-4D5B-82D6-666AF33EFFE9}"/>
              </a:ext>
            </a:extLst>
          </p:cNvPr>
          <p:cNvSpPr/>
          <p:nvPr/>
        </p:nvSpPr>
        <p:spPr>
          <a:xfrm>
            <a:off x="3810000" y="2921000"/>
            <a:ext cx="2921000" cy="444500"/>
          </a:xfrm>
          <a:prstGeom prst="roundRect">
            <a:avLst/>
          </a:prstGeom>
          <a:solidFill>
            <a:srgbClr val="DBEAFE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B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6EBCDF31-2A3F-4CCB-ACD5-F6BE374D202D}"/>
              </a:ext>
            </a:extLst>
          </p:cNvPr>
          <p:cNvSpPr/>
          <p:nvPr/>
        </p:nvSpPr>
        <p:spPr>
          <a:xfrm>
            <a:off x="2730500" y="2501900"/>
            <a:ext cx="1016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23BC89C-47EE-4D78-AE35-2B378C9E1175}"/>
              </a:ext>
            </a:extLst>
          </p:cNvPr>
          <p:cNvSpPr/>
          <p:nvPr/>
        </p:nvSpPr>
        <p:spPr>
          <a:xfrm>
            <a:off x="7874000" y="2540000"/>
            <a:ext cx="1651000" cy="6985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E40AF"/>
                </a:solidFill>
              </a:rPr>
              <a:t>CPU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D5827F46-1CF1-4194-8884-948ADDB6809E}"/>
              </a:ext>
            </a:extLst>
          </p:cNvPr>
          <p:cNvSpPr/>
          <p:nvPr/>
        </p:nvSpPr>
        <p:spPr>
          <a:xfrm>
            <a:off x="6858000" y="3035300"/>
            <a:ext cx="952500" cy="228600"/>
          </a:xfrm>
          <a:prstGeom prst="rightArrow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EC2BB8D-CE34-4F76-A909-83F433793F95}"/>
              </a:ext>
            </a:extLst>
          </p:cNvPr>
          <p:cNvSpPr txBox="1"/>
          <p:nvPr/>
        </p:nvSpPr>
        <p:spPr>
          <a:xfrm>
            <a:off x="9779000" y="26416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→  A    |    CPU ←  B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FDE6A9C-7F7D-4EB2-A7DB-A3438F9251F9}"/>
              </a:ext>
            </a:extLst>
          </p:cNvPr>
          <p:cNvSpPr txBox="1"/>
          <p:nvPr/>
        </p:nvSpPr>
        <p:spPr>
          <a:xfrm>
            <a:off x="635000" y="3683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Fase 2  (swap)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C741561-ABC8-459D-804E-A233F24EAE72}"/>
              </a:ext>
            </a:extLst>
          </p:cNvPr>
          <p:cNvSpPr/>
          <p:nvPr/>
        </p:nvSpPr>
        <p:spPr>
          <a:xfrm>
            <a:off x="1016000" y="4064000"/>
            <a:ext cx="1651000" cy="6985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9A3412"/>
                </a:solidFill>
              </a:rPr>
              <a:t>DMA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5C701A8-6336-484B-A5B1-A44850C15B76}"/>
              </a:ext>
            </a:extLst>
          </p:cNvPr>
          <p:cNvSpPr/>
          <p:nvPr/>
        </p:nvSpPr>
        <p:spPr>
          <a:xfrm>
            <a:off x="3810000" y="3911600"/>
            <a:ext cx="2921000" cy="444500"/>
          </a:xfrm>
          <a:prstGeom prst="roundRect">
            <a:avLst/>
          </a:prstGeom>
          <a:solidFill>
            <a:srgbClr val="DBEAFE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76B1321-D13D-41E9-B024-73F8EC0E8CC5}"/>
              </a:ext>
            </a:extLst>
          </p:cNvPr>
          <p:cNvSpPr/>
          <p:nvPr/>
        </p:nvSpPr>
        <p:spPr>
          <a:xfrm>
            <a:off x="3810000" y="4445000"/>
            <a:ext cx="2921000" cy="444500"/>
          </a:xfrm>
          <a:prstGeom prst="roundRect">
            <a:avLst/>
          </a:prstGeom>
          <a:solidFill>
            <a:srgbClr val="FED7AA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B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2EBC0BA0-353A-4F58-88B6-A9674CCAE914}"/>
              </a:ext>
            </a:extLst>
          </p:cNvPr>
          <p:cNvSpPr/>
          <p:nvPr/>
        </p:nvSpPr>
        <p:spPr>
          <a:xfrm>
            <a:off x="2730500" y="4559300"/>
            <a:ext cx="1016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EDFD2C4-D7FD-4D1C-8F3D-624B17BAFA3B}"/>
              </a:ext>
            </a:extLst>
          </p:cNvPr>
          <p:cNvSpPr/>
          <p:nvPr/>
        </p:nvSpPr>
        <p:spPr>
          <a:xfrm>
            <a:off x="7874000" y="4064000"/>
            <a:ext cx="1651000" cy="6985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E40AF"/>
                </a:solidFill>
              </a:rPr>
              <a:t>CPU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B940C455-FBD9-4FF3-B6A4-F1A6319E66F1}"/>
              </a:ext>
            </a:extLst>
          </p:cNvPr>
          <p:cNvSpPr/>
          <p:nvPr/>
        </p:nvSpPr>
        <p:spPr>
          <a:xfrm>
            <a:off x="6858000" y="4025900"/>
            <a:ext cx="952500" cy="228600"/>
          </a:xfrm>
          <a:prstGeom prst="rightArrow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6C4E678-D289-41BA-9946-DD36EF035497}"/>
              </a:ext>
            </a:extLst>
          </p:cNvPr>
          <p:cNvSpPr txBox="1"/>
          <p:nvPr/>
        </p:nvSpPr>
        <p:spPr>
          <a:xfrm>
            <a:off x="9779000" y="41656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→  B    |    CPU ←  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C0F689A-A3FE-4A8C-9CDC-544AF380F0CD}"/>
              </a:ext>
            </a:extLst>
          </p:cNvPr>
          <p:cNvSpPr txBox="1"/>
          <p:nvPr/>
        </p:nvSpPr>
        <p:spPr>
          <a:xfrm>
            <a:off x="635000" y="5207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Fase 3  (swap)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3FF438-93D8-4588-9ED5-653475A50AE3}"/>
              </a:ext>
            </a:extLst>
          </p:cNvPr>
          <p:cNvSpPr/>
          <p:nvPr/>
        </p:nvSpPr>
        <p:spPr>
          <a:xfrm>
            <a:off x="1016000" y="5588000"/>
            <a:ext cx="1651000" cy="6985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9A3412"/>
                </a:solidFill>
              </a:rPr>
              <a:t>DMA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E464631-3C77-464C-8AB2-E668CB233925}"/>
              </a:ext>
            </a:extLst>
          </p:cNvPr>
          <p:cNvSpPr/>
          <p:nvPr/>
        </p:nvSpPr>
        <p:spPr>
          <a:xfrm>
            <a:off x="3810000" y="5435600"/>
            <a:ext cx="2921000" cy="444500"/>
          </a:xfrm>
          <a:prstGeom prst="roundRect">
            <a:avLst/>
          </a:prstGeom>
          <a:solidFill>
            <a:srgbClr val="FED7AA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59CC952-3780-4816-AC27-F288503CDDF6}"/>
              </a:ext>
            </a:extLst>
          </p:cNvPr>
          <p:cNvSpPr/>
          <p:nvPr/>
        </p:nvSpPr>
        <p:spPr>
          <a:xfrm>
            <a:off x="3810000" y="5969000"/>
            <a:ext cx="2921000" cy="444500"/>
          </a:xfrm>
          <a:prstGeom prst="roundRect">
            <a:avLst/>
          </a:prstGeom>
          <a:solidFill>
            <a:srgbClr val="DBEAFE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BUFFER  B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0C7996A1-F2E6-44B5-9D8C-01F254EDA53F}"/>
              </a:ext>
            </a:extLst>
          </p:cNvPr>
          <p:cNvSpPr/>
          <p:nvPr/>
        </p:nvSpPr>
        <p:spPr>
          <a:xfrm>
            <a:off x="2730500" y="5549900"/>
            <a:ext cx="1016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E70B7DD-773A-4300-A60A-872011680D82}"/>
              </a:ext>
            </a:extLst>
          </p:cNvPr>
          <p:cNvSpPr/>
          <p:nvPr/>
        </p:nvSpPr>
        <p:spPr>
          <a:xfrm>
            <a:off x="7874000" y="5588000"/>
            <a:ext cx="1651000" cy="698500"/>
          </a:xfrm>
          <a:prstGeom prst="roundRect">
            <a:avLst/>
          </a:prstGeom>
          <a:solidFill>
            <a:srgbClr val="DBEAFE"/>
          </a:solidFill>
          <a:ln w="1524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1E40AF"/>
                </a:solidFill>
              </a:rPr>
              <a:t>CPU</a:t>
            </a:r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B619C22A-750A-4EC8-9ECC-43965089E16C}"/>
              </a:ext>
            </a:extLst>
          </p:cNvPr>
          <p:cNvSpPr/>
          <p:nvPr/>
        </p:nvSpPr>
        <p:spPr>
          <a:xfrm>
            <a:off x="6858000" y="6083300"/>
            <a:ext cx="952500" cy="228600"/>
          </a:xfrm>
          <a:prstGeom prst="rightArrow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2A3122A-75C0-4A69-BE41-98C0CEC00231}"/>
              </a:ext>
            </a:extLst>
          </p:cNvPr>
          <p:cNvSpPr txBox="1"/>
          <p:nvPr/>
        </p:nvSpPr>
        <p:spPr>
          <a:xfrm>
            <a:off x="9779000" y="56896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→  A    |    CPU ←  B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DFE36527-42A5-446B-9DC2-B1ABEA07B95A}"/>
              </a:ext>
            </a:extLst>
          </p:cNvPr>
          <p:cNvSpPr/>
          <p:nvPr/>
        </p:nvSpPr>
        <p:spPr>
          <a:xfrm>
            <a:off x="635000" y="6477000"/>
            <a:ext cx="10922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279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2FAC50-4F92-4BF2-8534-BEFE92645AA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930317-5F6A-4883-8117-9049E72700D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6ADE88-6D2C-4987-AF12-F5459D31211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Buffer circular — fila contínua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FB3A8BC-4130-4352-B1F1-1188EA7580E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D4D9337-C0E0-46EA-A78C-F0FAB1E7700F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75569"/>
                </a:solidFill>
              </a:rPr>
              <a:t>Descritores em loop fechado. O DMA escreve indefinidamente; a CPU consome com índice de leitura.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A60C6B8-3996-4EC6-92DC-DD4E08389D26}"/>
              </a:ext>
            </a:extLst>
          </p:cNvPr>
          <p:cNvSpPr/>
          <p:nvPr/>
        </p:nvSpPr>
        <p:spPr>
          <a:xfrm>
            <a:off x="3200400" y="2057400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B0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0787926-AFDD-4E4E-AFFE-23CEDAEF17EA}"/>
              </a:ext>
            </a:extLst>
          </p:cNvPr>
          <p:cNvSpPr/>
          <p:nvPr/>
        </p:nvSpPr>
        <p:spPr>
          <a:xfrm>
            <a:off x="4367833" y="2540966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B1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E9A166A-9CE5-4B7D-929B-A04A843CCAD0}"/>
              </a:ext>
            </a:extLst>
          </p:cNvPr>
          <p:cNvSpPr/>
          <p:nvPr/>
        </p:nvSpPr>
        <p:spPr>
          <a:xfrm>
            <a:off x="4851400" y="3708400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4690415-921A-41C0-ABB0-C22F5B443F11}"/>
              </a:ext>
            </a:extLst>
          </p:cNvPr>
          <p:cNvSpPr/>
          <p:nvPr/>
        </p:nvSpPr>
        <p:spPr>
          <a:xfrm>
            <a:off x="4367833" y="4875833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B3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DD729CF-368E-4413-9DA0-12217CBE3330}"/>
              </a:ext>
            </a:extLst>
          </p:cNvPr>
          <p:cNvSpPr/>
          <p:nvPr/>
        </p:nvSpPr>
        <p:spPr>
          <a:xfrm>
            <a:off x="3200400" y="5359400"/>
            <a:ext cx="711200" cy="711200"/>
          </a:xfrm>
          <a:prstGeom prst="roundRect">
            <a:avLst/>
          </a:prstGeom>
          <a:solidFill>
            <a:srgbClr val="FED7AA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B4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25F3B46-D611-46B9-8B9E-283C30FE7841}"/>
              </a:ext>
            </a:extLst>
          </p:cNvPr>
          <p:cNvSpPr/>
          <p:nvPr/>
        </p:nvSpPr>
        <p:spPr>
          <a:xfrm>
            <a:off x="2032966" y="4875833"/>
            <a:ext cx="711200" cy="7112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4A3B8"/>
                </a:solidFill>
              </a:rPr>
              <a:t>B5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755F134-B650-4A3C-B996-4B38F1313E3F}"/>
              </a:ext>
            </a:extLst>
          </p:cNvPr>
          <p:cNvSpPr/>
          <p:nvPr/>
        </p:nvSpPr>
        <p:spPr>
          <a:xfrm>
            <a:off x="1549400" y="3708400"/>
            <a:ext cx="711200" cy="7112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4A3B8"/>
                </a:solidFill>
              </a:rPr>
              <a:t>B6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39FFD60-6C4D-41D0-975A-4726571F99B8}"/>
              </a:ext>
            </a:extLst>
          </p:cNvPr>
          <p:cNvSpPr/>
          <p:nvPr/>
        </p:nvSpPr>
        <p:spPr>
          <a:xfrm>
            <a:off x="2032966" y="2540966"/>
            <a:ext cx="711200" cy="7112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94A3B8"/>
                </a:solidFill>
              </a:rPr>
              <a:t>B7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C3D16D-ACFA-49D3-8DB0-68FF67465A90}"/>
              </a:ext>
            </a:extLst>
          </p:cNvPr>
          <p:cNvSpPr txBox="1"/>
          <p:nvPr/>
        </p:nvSpPr>
        <p:spPr>
          <a:xfrm>
            <a:off x="2794000" y="36830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CIRCULAR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CDC90B9-9FC4-4FA3-95E8-C2B2001D0D06}"/>
              </a:ext>
            </a:extLst>
          </p:cNvPr>
          <p:cNvSpPr txBox="1"/>
          <p:nvPr/>
        </p:nvSpPr>
        <p:spPr>
          <a:xfrm>
            <a:off x="2794000" y="39878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DMA loop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D69A93BB-2A6F-4550-A8E8-2DB42C86CC71}"/>
              </a:ext>
            </a:extLst>
          </p:cNvPr>
          <p:cNvSpPr/>
          <p:nvPr/>
        </p:nvSpPr>
        <p:spPr>
          <a:xfrm>
            <a:off x="4953000" y="4000500"/>
            <a:ext cx="635000" cy="228600"/>
          </a:xfrm>
          <a:prstGeom prst="rightArrow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839CC1-21B0-4C5C-A2CB-5D17D90A12F7}"/>
              </a:ext>
            </a:extLst>
          </p:cNvPr>
          <p:cNvSpPr txBox="1"/>
          <p:nvPr/>
        </p:nvSpPr>
        <p:spPr>
          <a:xfrm>
            <a:off x="5651500" y="40005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wr (DMA)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E9315B-99AA-4E82-A137-69BF34D02724}"/>
              </a:ext>
            </a:extLst>
          </p:cNvPr>
          <p:cNvSpPr txBox="1"/>
          <p:nvPr/>
        </p:nvSpPr>
        <p:spPr>
          <a:xfrm>
            <a:off x="6096000" y="1841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Características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D18F842-2C25-4DEC-B772-EBBAD815C628}"/>
              </a:ext>
            </a:extLst>
          </p:cNvPr>
          <p:cNvSpPr/>
          <p:nvPr/>
        </p:nvSpPr>
        <p:spPr>
          <a:xfrm>
            <a:off x="6096000" y="23495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7642CE-ED34-40E7-9E83-F89699A3E312}"/>
              </a:ext>
            </a:extLst>
          </p:cNvPr>
          <p:cNvSpPr txBox="1"/>
          <p:nvPr/>
        </p:nvSpPr>
        <p:spPr>
          <a:xfrm>
            <a:off x="6286500" y="24511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Memória reutilizada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800CF0-19FB-47A6-8806-B0D01C5D42CF}"/>
              </a:ext>
            </a:extLst>
          </p:cNvPr>
          <p:cNvSpPr txBox="1"/>
          <p:nvPr/>
        </p:nvSpPr>
        <p:spPr>
          <a:xfrm>
            <a:off x="6477000" y="27813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Endereços fixos, alocação única no boot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F069309-A9D7-4A74-AFC6-0707C1597D88}"/>
              </a:ext>
            </a:extLst>
          </p:cNvPr>
          <p:cNvSpPr/>
          <p:nvPr/>
        </p:nvSpPr>
        <p:spPr>
          <a:xfrm>
            <a:off x="6096000" y="33020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FD495E2-57F5-4EDF-AD12-89C9428DD7A5}"/>
              </a:ext>
            </a:extLst>
          </p:cNvPr>
          <p:cNvSpPr txBox="1"/>
          <p:nvPr/>
        </p:nvSpPr>
        <p:spPr>
          <a:xfrm>
            <a:off x="6286500" y="34036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Fluxo infinito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8D3033-7888-4EE5-8B18-64FFBA8F1B34}"/>
              </a:ext>
            </a:extLst>
          </p:cNvPr>
          <p:cNvSpPr txBox="1"/>
          <p:nvPr/>
        </p:nvSpPr>
        <p:spPr>
          <a:xfrm>
            <a:off x="6477000" y="37338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DMA continua sem precisar reprogramar descritores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2D0B10D-35D4-487C-AE8D-2D32AC13E3E4}"/>
              </a:ext>
            </a:extLst>
          </p:cNvPr>
          <p:cNvSpPr/>
          <p:nvPr/>
        </p:nvSpPr>
        <p:spPr>
          <a:xfrm>
            <a:off x="6096000" y="42545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26320C-1C09-44E0-AE89-51221C71A360}"/>
              </a:ext>
            </a:extLst>
          </p:cNvPr>
          <p:cNvSpPr txBox="1"/>
          <p:nvPr/>
        </p:nvSpPr>
        <p:spPr>
          <a:xfrm>
            <a:off x="6286500" y="43561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Eficiência ↑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FA8143A-550D-4D9C-AB1E-A6530C359FE6}"/>
              </a:ext>
            </a:extLst>
          </p:cNvPr>
          <p:cNvSpPr txBox="1"/>
          <p:nvPr/>
        </p:nvSpPr>
        <p:spPr>
          <a:xfrm>
            <a:off x="6477000" y="46863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Sem overhead de reinicialização entre blocos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2C2EAD28-653C-4581-9EB7-465E7678BB58}"/>
              </a:ext>
            </a:extLst>
          </p:cNvPr>
          <p:cNvSpPr/>
          <p:nvPr/>
        </p:nvSpPr>
        <p:spPr>
          <a:xfrm>
            <a:off x="6096000" y="5207000"/>
            <a:ext cx="5588000" cy="82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51CC2E9-3A1E-44C7-843E-117D2632693A}"/>
              </a:ext>
            </a:extLst>
          </p:cNvPr>
          <p:cNvSpPr txBox="1"/>
          <p:nvPr/>
        </p:nvSpPr>
        <p:spPr>
          <a:xfrm>
            <a:off x="6286500" y="53086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9A3412"/>
                </a:solidFill>
              </a:rPr>
              <a:t>▸  Atenção: overrun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74EF464-CB6E-4F03-8863-AD025E385096}"/>
              </a:ext>
            </a:extLst>
          </p:cNvPr>
          <p:cNvSpPr txBox="1"/>
          <p:nvPr/>
        </p:nvSpPr>
        <p:spPr>
          <a:xfrm>
            <a:off x="6477000" y="5638800"/>
            <a:ext cx="5143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C2D12"/>
                </a:solidFill>
              </a:rPr>
              <a:t>Se a CPU não consumir a tempo, dados antigos são sobrescritos</a:t>
            </a:r>
          </a:p>
        </p:txBody>
      </p:sp>
    </p:spTree>
    <p:extLst>
      <p:ext uri="{BB962C8B-B14F-4D97-AF65-F5344CB8AC3E}">
        <p14:creationId xmlns:p14="http://schemas.microsoft.com/office/powerpoint/2010/main" val="1744866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1BD37A9-4BDB-4367-9002-C5D49CC542C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DCDF81-90D3-4219-9F06-3DFBF8284FD8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BUFFERS · 05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78171C-1D48-4445-A770-6BE4C6C079A5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Dimensionando o buffer corretamente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7D10FB5-FEDB-4CDD-B04A-34D9288BABC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E1C0DF-E12B-4E53-A92F-D92415E27373}"/>
              </a:ext>
            </a:extLst>
          </p:cNvPr>
          <p:cNvSpPr/>
          <p:nvPr/>
        </p:nvSpPr>
        <p:spPr>
          <a:xfrm>
            <a:off x="635000" y="1778000"/>
            <a:ext cx="10922000" cy="1397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01B235B-A534-41D4-9D42-0E9D51AD2808}"/>
              </a:ext>
            </a:extLst>
          </p:cNvPr>
          <p:cNvSpPr txBox="1"/>
          <p:nvPr/>
        </p:nvSpPr>
        <p:spPr>
          <a:xfrm>
            <a:off x="889000" y="1930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FBBF24"/>
                </a:solidFill>
              </a:rPr>
              <a:t>EQUAÇÃO FUNDAMENTAL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47F920-BF9F-4C99-B214-99B6C30D9A64}"/>
              </a:ext>
            </a:extLst>
          </p:cNvPr>
          <p:cNvSpPr txBox="1"/>
          <p:nvPr/>
        </p:nvSpPr>
        <p:spPr>
          <a:xfrm>
            <a:off x="889000" y="22606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FFFFFF"/>
                </a:solidFill>
                <a:latin typeface="Consolas"/>
              </a:rPr>
              <a:t>BUF_SIZE  =  fs  ×  N_canais  ×  bytes_amostra  ×  T_processamento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20F57A-E899-4A9A-A832-388F210FAC7D}"/>
              </a:ext>
            </a:extLst>
          </p:cNvPr>
          <p:cNvSpPr txBox="1"/>
          <p:nvPr/>
        </p:nvSpPr>
        <p:spPr>
          <a:xfrm>
            <a:off x="635000" y="3429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Variáveis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03ADB6-DB79-4B2E-9243-2028D7C8339F}"/>
              </a:ext>
            </a:extLst>
          </p:cNvPr>
          <p:cNvSpPr txBox="1"/>
          <p:nvPr/>
        </p:nvSpPr>
        <p:spPr>
          <a:xfrm>
            <a:off x="762000" y="3873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fs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CCB2CD4-0FEF-46EF-B851-A0A19DB6B844}"/>
              </a:ext>
            </a:extLst>
          </p:cNvPr>
          <p:cNvSpPr txBox="1"/>
          <p:nvPr/>
        </p:nvSpPr>
        <p:spPr>
          <a:xfrm>
            <a:off x="762000" y="38735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fs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F2A8CE9-8660-48D7-A565-7E8B87E8CA27}"/>
              </a:ext>
            </a:extLst>
          </p:cNvPr>
          <p:cNvSpPr txBox="1"/>
          <p:nvPr/>
        </p:nvSpPr>
        <p:spPr>
          <a:xfrm>
            <a:off x="3048000" y="38735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Taxa de amostragem [Hz]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0741DC-EF2C-4D09-997D-A24126070C80}"/>
              </a:ext>
            </a:extLst>
          </p:cNvPr>
          <p:cNvSpPr txBox="1"/>
          <p:nvPr/>
        </p:nvSpPr>
        <p:spPr>
          <a:xfrm>
            <a:off x="762000" y="43561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N_canais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275078-724C-4222-BF16-7979CE9ED5CF}"/>
              </a:ext>
            </a:extLst>
          </p:cNvPr>
          <p:cNvSpPr txBox="1"/>
          <p:nvPr/>
        </p:nvSpPr>
        <p:spPr>
          <a:xfrm>
            <a:off x="762000" y="43561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N_canais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D41392A-B4AF-4ED6-B310-02A8F802E225}"/>
              </a:ext>
            </a:extLst>
          </p:cNvPr>
          <p:cNvSpPr txBox="1"/>
          <p:nvPr/>
        </p:nvSpPr>
        <p:spPr>
          <a:xfrm>
            <a:off x="3048000" y="43561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Quantidade de canais simultâneos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5AB891-C488-4E7D-A7E5-E70C7278F532}"/>
              </a:ext>
            </a:extLst>
          </p:cNvPr>
          <p:cNvSpPr txBox="1"/>
          <p:nvPr/>
        </p:nvSpPr>
        <p:spPr>
          <a:xfrm>
            <a:off x="762000" y="48387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bytes_amostra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BFE0FBB-CB59-4E2A-990E-52A29FC2C27E}"/>
              </a:ext>
            </a:extLst>
          </p:cNvPr>
          <p:cNvSpPr txBox="1"/>
          <p:nvPr/>
        </p:nvSpPr>
        <p:spPr>
          <a:xfrm>
            <a:off x="762000" y="48387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bytes_amostra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D055F2F-DA7A-4DC0-B6E0-2AA6250ED22B}"/>
              </a:ext>
            </a:extLst>
          </p:cNvPr>
          <p:cNvSpPr txBox="1"/>
          <p:nvPr/>
        </p:nvSpPr>
        <p:spPr>
          <a:xfrm>
            <a:off x="3048000" y="48387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Tamanho de cada amostra (ADC = 2)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37CFF8C-AA07-4710-9C0F-8C21AE85B97F}"/>
              </a:ext>
            </a:extLst>
          </p:cNvPr>
          <p:cNvSpPr txBox="1"/>
          <p:nvPr/>
        </p:nvSpPr>
        <p:spPr>
          <a:xfrm>
            <a:off x="762000" y="53213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</a:rPr>
              <a:t>T_processamento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4BE1610-3F2F-48E7-81B9-318B3505E2CD}"/>
              </a:ext>
            </a:extLst>
          </p:cNvPr>
          <p:cNvSpPr txBox="1"/>
          <p:nvPr/>
        </p:nvSpPr>
        <p:spPr>
          <a:xfrm>
            <a:off x="762000" y="53213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EA580C"/>
                </a:solidFill>
                <a:latin typeface="Consolas"/>
              </a:rPr>
              <a:t>T_processamento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C1FD495-4FAF-4CBF-8BC8-30E141418AE1}"/>
              </a:ext>
            </a:extLst>
          </p:cNvPr>
          <p:cNvSpPr txBox="1"/>
          <p:nvPr/>
        </p:nvSpPr>
        <p:spPr>
          <a:xfrm>
            <a:off x="3048000" y="53213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334155"/>
                </a:solidFill>
              </a:rPr>
              <a:t>Tempo entre callbacks [s]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57FA5BC-7702-4213-8233-2E6889EEDC76}"/>
              </a:ext>
            </a:extLst>
          </p:cNvPr>
          <p:cNvSpPr/>
          <p:nvPr/>
        </p:nvSpPr>
        <p:spPr>
          <a:xfrm>
            <a:off x="6096000" y="3556000"/>
            <a:ext cx="5461000" cy="2794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5C4F2D4-9132-44E6-810B-E1113F82AA4A}"/>
              </a:ext>
            </a:extLst>
          </p:cNvPr>
          <p:cNvSpPr txBox="1"/>
          <p:nvPr/>
        </p:nvSpPr>
        <p:spPr>
          <a:xfrm>
            <a:off x="6350000" y="3746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15803D"/>
                </a:solidFill>
              </a:rPr>
              <a:t>📐  Exemplo prático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7755AF8-C169-4CAB-9BED-DE9B18A4B91D}"/>
              </a:ext>
            </a:extLst>
          </p:cNvPr>
          <p:cNvSpPr txBox="1"/>
          <p:nvPr/>
        </p:nvSpPr>
        <p:spPr>
          <a:xfrm>
            <a:off x="6350000" y="4127500"/>
            <a:ext cx="50800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14532D"/>
                </a:solidFill>
                <a:latin typeface="Consolas"/>
              </a:rPr>
              <a:t>fs               = 48 000 Hz
N_canais         = 2
bytes_amostra    = 2
T_processamento  = 10 ms = 0,010 s
BUF_SIZE = 48000 × 2 × 2 × 0,010
         = 1920 bytes
         ≈ 2048 bytes  (próx. potência de 2)</a:t>
            </a:r>
          </a:p>
        </p:txBody>
      </p:sp>
    </p:spTree>
    <p:extLst>
      <p:ext uri="{BB962C8B-B14F-4D97-AF65-F5344CB8AC3E}">
        <p14:creationId xmlns:p14="http://schemas.microsoft.com/office/powerpoint/2010/main" val="2164877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59AC1C-6D2B-49A8-A29B-CA83A2B0A0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D5884A2-768C-409B-B1DB-C38AC7A3A94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DC8E93-8625-4892-AF29-40DFE83C2A7C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484A3E-69FF-48B7-8C0B-B48A426EE03A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ADC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EA9F2E-D49D-4ABF-8ED3-167286C3424C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Aquisição analógica contínua com zero perda de amostras</a:t>
            </a:r>
          </a:p>
        </p:txBody>
      </p:sp>
    </p:spTree>
    <p:extLst>
      <p:ext uri="{BB962C8B-B14F-4D97-AF65-F5344CB8AC3E}">
        <p14:creationId xmlns:p14="http://schemas.microsoft.com/office/powerpoint/2010/main" val="1414178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168F560-BA38-4F86-B631-FFECC7492CD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364CB5-2D80-47B3-8833-CCE8086E88C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C877F0-7532-4ACF-A841-23AAEFF67DD5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ADC contínuo no ESP32-S3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255F9C0-7422-4F33-97D8-5A9828FD66F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38A2379-8A93-4B7B-9B69-83DC6E821562}"/>
              </a:ext>
            </a:extLst>
          </p:cNvPr>
          <p:cNvSpPr/>
          <p:nvPr/>
        </p:nvSpPr>
        <p:spPr>
          <a:xfrm>
            <a:off x="6350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CB006B-49B5-4FB0-9477-E754C2E9143F}"/>
              </a:ext>
            </a:extLst>
          </p:cNvPr>
          <p:cNvSpPr txBox="1"/>
          <p:nvPr/>
        </p:nvSpPr>
        <p:spPr>
          <a:xfrm>
            <a:off x="8128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Resolução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52CCDE-01E2-4F58-BDDF-C34FEF6D2FB0}"/>
              </a:ext>
            </a:extLst>
          </p:cNvPr>
          <p:cNvSpPr txBox="1"/>
          <p:nvPr/>
        </p:nvSpPr>
        <p:spPr>
          <a:xfrm>
            <a:off x="8128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12 bits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0777D45-FDBC-48CA-986C-FCF03621373B}"/>
              </a:ext>
            </a:extLst>
          </p:cNvPr>
          <p:cNvSpPr/>
          <p:nvPr/>
        </p:nvSpPr>
        <p:spPr>
          <a:xfrm>
            <a:off x="34036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43FF3FA-046F-43EE-B569-7BC931A2E5DA}"/>
              </a:ext>
            </a:extLst>
          </p:cNvPr>
          <p:cNvSpPr txBox="1"/>
          <p:nvPr/>
        </p:nvSpPr>
        <p:spPr>
          <a:xfrm>
            <a:off x="35814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Taxa máx.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43BAA-62B3-45BD-ACCA-C73CB8E9E62E}"/>
              </a:ext>
            </a:extLst>
          </p:cNvPr>
          <p:cNvSpPr txBox="1"/>
          <p:nvPr/>
        </p:nvSpPr>
        <p:spPr>
          <a:xfrm>
            <a:off x="35814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~ 2 MSPS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7D9FF82-6101-4BAB-911A-74F10271A8D9}"/>
              </a:ext>
            </a:extLst>
          </p:cNvPr>
          <p:cNvSpPr/>
          <p:nvPr/>
        </p:nvSpPr>
        <p:spPr>
          <a:xfrm>
            <a:off x="61722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7F8C1E-ED4E-478A-A987-53705EDF8262}"/>
              </a:ext>
            </a:extLst>
          </p:cNvPr>
          <p:cNvSpPr txBox="1"/>
          <p:nvPr/>
        </p:nvSpPr>
        <p:spPr>
          <a:xfrm>
            <a:off x="63500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Canais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811DD98-5E2C-4AD1-AA79-2F161186C5A8}"/>
              </a:ext>
            </a:extLst>
          </p:cNvPr>
          <p:cNvSpPr txBox="1"/>
          <p:nvPr/>
        </p:nvSpPr>
        <p:spPr>
          <a:xfrm>
            <a:off x="63500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10 (ADC1) + 10 (ADC2)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D6932D4-FE62-4663-98DA-00735137CE21}"/>
              </a:ext>
            </a:extLst>
          </p:cNvPr>
          <p:cNvSpPr/>
          <p:nvPr/>
        </p:nvSpPr>
        <p:spPr>
          <a:xfrm>
            <a:off x="8940800" y="1778000"/>
            <a:ext cx="2540000" cy="1143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A5CD2D-3332-4D28-A08B-C522C417818E}"/>
              </a:ext>
            </a:extLst>
          </p:cNvPr>
          <p:cNvSpPr txBox="1"/>
          <p:nvPr/>
        </p:nvSpPr>
        <p:spPr>
          <a:xfrm>
            <a:off x="9118600" y="19304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Modo DMA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1C43B35-DC7C-4DAE-A4F6-D8FA62220284}"/>
              </a:ext>
            </a:extLst>
          </p:cNvPr>
          <p:cNvSpPr txBox="1"/>
          <p:nvPr/>
        </p:nvSpPr>
        <p:spPr>
          <a:xfrm>
            <a:off x="9118600" y="22606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F172A"/>
                </a:solidFill>
              </a:rPr>
              <a:t>adc_continuous_*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B7300B1-1F0E-4CFE-8C26-EC33039D9AC3}"/>
              </a:ext>
            </a:extLst>
          </p:cNvPr>
          <p:cNvSpPr txBox="1"/>
          <p:nvPr/>
        </p:nvSpPr>
        <p:spPr>
          <a:xfrm>
            <a:off x="635000" y="3111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Pipeline de aquisição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5E01FD7-80EA-45B6-BAEE-BC531F6E77B2}"/>
              </a:ext>
            </a:extLst>
          </p:cNvPr>
          <p:cNvSpPr/>
          <p:nvPr/>
        </p:nvSpPr>
        <p:spPr>
          <a:xfrm>
            <a:off x="635000" y="3429000"/>
            <a:ext cx="1905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Sinal
analógico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7673D9EF-926B-4E78-8230-2535D8CAF56A}"/>
              </a:ext>
            </a:extLst>
          </p:cNvPr>
          <p:cNvSpPr/>
          <p:nvPr/>
        </p:nvSpPr>
        <p:spPr>
          <a:xfrm>
            <a:off x="25654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A22720B-BD60-44F4-958F-712657A9B163}"/>
              </a:ext>
            </a:extLst>
          </p:cNvPr>
          <p:cNvSpPr/>
          <p:nvPr/>
        </p:nvSpPr>
        <p:spPr>
          <a:xfrm>
            <a:off x="2768600" y="3429000"/>
            <a:ext cx="1905000" cy="1016000"/>
          </a:xfrm>
          <a:prstGeom prst="roundRect">
            <a:avLst/>
          </a:prstGeom>
          <a:solidFill>
            <a:srgbClr val="FAF5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5B21B6"/>
                </a:solidFill>
              </a:rPr>
              <a:t>ADC
(amostra &amp; SAR)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4330AB22-6AD5-4F73-BAC4-2A2A81E56CFD}"/>
              </a:ext>
            </a:extLst>
          </p:cNvPr>
          <p:cNvSpPr/>
          <p:nvPr/>
        </p:nvSpPr>
        <p:spPr>
          <a:xfrm>
            <a:off x="46990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162D3FA-5171-4E4C-BF40-A1A8F18875E8}"/>
              </a:ext>
            </a:extLst>
          </p:cNvPr>
          <p:cNvSpPr/>
          <p:nvPr/>
        </p:nvSpPr>
        <p:spPr>
          <a:xfrm>
            <a:off x="4902200" y="3429000"/>
            <a:ext cx="1905000" cy="1016000"/>
          </a:xfrm>
          <a:prstGeom prst="roundRect">
            <a:avLst/>
          </a:prstGeom>
          <a:solidFill>
            <a:srgbClr val="FAF5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5B21B6"/>
                </a:solidFill>
              </a:rPr>
              <a:t>GDMA
(escreve em RAM)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CCAFCF36-DA26-4235-B9BF-4EEF6EF8090C}"/>
              </a:ext>
            </a:extLst>
          </p:cNvPr>
          <p:cNvSpPr/>
          <p:nvPr/>
        </p:nvSpPr>
        <p:spPr>
          <a:xfrm>
            <a:off x="68326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909FD12-975E-4663-8FB0-9ABB50883BF7}"/>
              </a:ext>
            </a:extLst>
          </p:cNvPr>
          <p:cNvSpPr/>
          <p:nvPr/>
        </p:nvSpPr>
        <p:spPr>
          <a:xfrm>
            <a:off x="7035800" y="3429000"/>
            <a:ext cx="1905000" cy="1016000"/>
          </a:xfrm>
          <a:prstGeom prst="roundRect">
            <a:avLst/>
          </a:prstGeom>
          <a:solidFill>
            <a:srgbClr val="FAF5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5B21B6"/>
                </a:solidFill>
              </a:rPr>
              <a:t>Pool de
descritores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ECC49498-A3B9-4106-8616-D85DA6B26AE2}"/>
              </a:ext>
            </a:extLst>
          </p:cNvPr>
          <p:cNvSpPr/>
          <p:nvPr/>
        </p:nvSpPr>
        <p:spPr>
          <a:xfrm>
            <a:off x="8966200" y="3835400"/>
            <a:ext cx="177800" cy="203200"/>
          </a:xfrm>
          <a:prstGeom prst="rightArrow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986AE9C6-1206-4444-BF65-831C13B67592}"/>
              </a:ext>
            </a:extLst>
          </p:cNvPr>
          <p:cNvSpPr/>
          <p:nvPr/>
        </p:nvSpPr>
        <p:spPr>
          <a:xfrm>
            <a:off x="9169400" y="3429000"/>
            <a:ext cx="1905000" cy="1016000"/>
          </a:xfrm>
          <a:prstGeom prst="roundRect">
            <a:avLst/>
          </a:prstGeom>
          <a:solidFill>
            <a:srgbClr val="F0FDF4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Callback
on_conv_done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8CA56C9-9B02-4BB4-ADC4-1DE4E7F2E7F2}"/>
              </a:ext>
            </a:extLst>
          </p:cNvPr>
          <p:cNvSpPr txBox="1"/>
          <p:nvPr/>
        </p:nvSpPr>
        <p:spPr>
          <a:xfrm>
            <a:off x="635000" y="4953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F172A"/>
                </a:solidFill>
              </a:rPr>
              <a:t>Formato do frame (adc_digi_output_data_t)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C2428C1-1673-491F-A736-2A36EFB34C3D}"/>
              </a:ext>
            </a:extLst>
          </p:cNvPr>
          <p:cNvSpPr/>
          <p:nvPr/>
        </p:nvSpPr>
        <p:spPr>
          <a:xfrm>
            <a:off x="635000" y="5334000"/>
            <a:ext cx="10922000" cy="762000"/>
          </a:xfrm>
          <a:prstGeom prst="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BB7EF8A-25FA-4E01-A52B-BBBCE246C51C}"/>
              </a:ext>
            </a:extLst>
          </p:cNvPr>
          <p:cNvSpPr/>
          <p:nvPr/>
        </p:nvSpPr>
        <p:spPr>
          <a:xfrm>
            <a:off x="635000" y="5334000"/>
            <a:ext cx="5461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7C3AED"/>
                </a:solidFill>
              </a:rPr>
              <a:t>data[11:0]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F9E2BAA-7F04-42CB-A4BE-868601B9F378}"/>
              </a:ext>
            </a:extLst>
          </p:cNvPr>
          <p:cNvSpPr/>
          <p:nvPr/>
        </p:nvSpPr>
        <p:spPr>
          <a:xfrm>
            <a:off x="6096000" y="5334000"/>
            <a:ext cx="2540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891B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0891B2"/>
                </a:solidFill>
              </a:rPr>
              <a:t>channel[3:0]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3274727-A2DF-4E36-8B56-C04F1C43EBF8}"/>
              </a:ext>
            </a:extLst>
          </p:cNvPr>
          <p:cNvSpPr/>
          <p:nvPr/>
        </p:nvSpPr>
        <p:spPr>
          <a:xfrm>
            <a:off x="8636000" y="5334000"/>
            <a:ext cx="1397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16A34A"/>
                </a:solidFill>
              </a:rPr>
              <a:t>unit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9912703-CBA0-4B15-AAB5-26B97193DDC8}"/>
              </a:ext>
            </a:extLst>
          </p:cNvPr>
          <p:cNvSpPr/>
          <p:nvPr/>
        </p:nvSpPr>
        <p:spPr>
          <a:xfrm>
            <a:off x="10033000" y="5334000"/>
            <a:ext cx="152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4A3B8"/>
                </a:solidFill>
              </a:rPr>
              <a:t>rsv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8568AD4-A6B2-4AF9-9E9B-0DEEC497EA3B}"/>
              </a:ext>
            </a:extLst>
          </p:cNvPr>
          <p:cNvSpPr txBox="1"/>
          <p:nvPr/>
        </p:nvSpPr>
        <p:spPr>
          <a:xfrm>
            <a:off x="635000" y="62230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32 bits por amostra  ·  conversion frame = grupo de amostras lido em uma transação DMA</a:t>
            </a:r>
          </a:p>
        </p:txBody>
      </p:sp>
    </p:spTree>
    <p:extLst>
      <p:ext uri="{BB962C8B-B14F-4D97-AF65-F5344CB8AC3E}">
        <p14:creationId xmlns:p14="http://schemas.microsoft.com/office/powerpoint/2010/main" val="74885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1352B3C-2DD5-491C-947F-8026375B2AF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0026E6-E6E9-4C15-B4F5-395FF3A0C63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3ED713-E307-4345-AB8B-E8CDA1E650CF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Inicializando o handle contínuo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E6AB8A-E08B-4104-815A-97E0447ECD31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620F6C-E320-4DAA-B3CB-64C920154861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API adc_continuous (ESP-IDF v5.x): cria o handle, configura padrões de canais e registra callbacks.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8E383D0-5037-42F6-B146-43D8DA8E1FCD}"/>
              </a:ext>
            </a:extLst>
          </p:cNvPr>
          <p:cNvSpPr/>
          <p:nvPr/>
        </p:nvSpPr>
        <p:spPr>
          <a:xfrm>
            <a:off x="635000" y="2222500"/>
            <a:ext cx="10922000" cy="4191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EF3758-19CC-4F95-9AF6-595DFAD04831}"/>
              </a:ext>
            </a:extLst>
          </p:cNvPr>
          <p:cNvSpPr txBox="1"/>
          <p:nvPr/>
        </p:nvSpPr>
        <p:spPr>
          <a:xfrm>
            <a:off x="863600" y="2400300"/>
            <a:ext cx="10464800" cy="383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E2E8F0"/>
                </a:solidFill>
                <a:latin typeface="Consolas"/>
              </a:rPr>
              <a:t>#include "esp_adc/adc_continuous.h"
#define ADC_CONV_LEN     1024    // bytes por conversão
#define ADC_FRAME_SIZE   256     // bytes do frame
#define SAMPLE_FREQ_HZ   20000
static adc_continuous_handle_t adc_handle = NULL;
void adc_dma_init(void)
{
    // 1. Criar handle e pool de descritores
    adc_continuous_handle_cfg_t hdl_cfg = {
        .max_store_buf_size = ADC_CONV_LEN * 4,   // pool 4 KB
        .conv_frame_size    = ADC_FRAME_SIZE,
    };
    ESP_ERROR_CHECK(adc_continuous_new_handle(&amp;hdl_cfg, &amp;adc_handle));
    // 2. Configurar canais (GPIO1 = ADC1_CH0)
    adc_digi_pattern_config_t pat[1] = {{
        .atten      = ADC_ATTEN_DB_12,
        .channel    = ADC_CHANNEL_0,
        .unit       = ADC_UNIT_1,
        .bit_width  = ADC_BITWIDTH_12,
    }};
    adc_continuous_config_t cfg = {
        .pattern_num    = 1,
        .adc_pattern    = pat,
        .sample_freq_hz = SAMPLE_FREQ_HZ,
        .conv_mode      = ADC_CONV_SINGLE_UNIT_1,
        .format         = ADC_DIGI_OUTPUT_FORMAT_TYPE2,
    };
    ESP_ERROR_CHECK(adc_continuous_config(adc_handle, &amp;cfg));
}</a:t>
            </a:r>
          </a:p>
        </p:txBody>
      </p:sp>
    </p:spTree>
    <p:extLst>
      <p:ext uri="{BB962C8B-B14F-4D97-AF65-F5344CB8AC3E}">
        <p14:creationId xmlns:p14="http://schemas.microsoft.com/office/powerpoint/2010/main" val="3571528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09ABCAA-8AB8-45B6-B9D0-37E36E8935F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513AE7-7169-4ED6-8ED9-DBFDCA267AB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70CE0EA-7F09-492B-99FF-9AF0542C483D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Callback ISR + leitura via task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B175339-BD8F-45A8-89B3-F37856888B68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8EDB53-2325-446F-9F0C-541704A8F8CB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O DMA termina um frame → callback ISR notifica a task que processa os bytes.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3337A21-39A7-4E25-BEC8-C49212D64540}"/>
              </a:ext>
            </a:extLst>
          </p:cNvPr>
          <p:cNvSpPr/>
          <p:nvPr/>
        </p:nvSpPr>
        <p:spPr>
          <a:xfrm>
            <a:off x="635000" y="2222500"/>
            <a:ext cx="10922000" cy="4318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EE78C6-8B17-4379-B2D4-790EB0AE3660}"/>
              </a:ext>
            </a:extLst>
          </p:cNvPr>
          <p:cNvSpPr txBox="1"/>
          <p:nvPr/>
        </p:nvSpPr>
        <p:spPr>
          <a:xfrm>
            <a:off x="863600" y="2400300"/>
            <a:ext cx="10464800" cy="396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dirty="0" err="1">
                <a:solidFill>
                  <a:srgbClr val="E2E8F0"/>
                </a:solidFill>
                <a:latin typeface="Consolas"/>
              </a:rPr>
              <a:t>static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TaskHandle_t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adc_task_handle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= NULL;
// ❶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Callback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executa em contexto ISR — manter MUITO curto
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static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bool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IRAM_ATTR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on_conv_done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adc_continuous_handle_t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h,
                            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const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adc_continuous_evt_data_t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*e,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void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*u)
{
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BaseType_t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hp_task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=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pdFALSE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;
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vTaskNotifyGiveFromISR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adc_task_handle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 &amp;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hp_task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);   // sinaliza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task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
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return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hp_task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==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pdTRUE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;                            //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yield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se necessário
}
// ❷ Task que consome os frames
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void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adc_task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void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*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arg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
{
    uint8_t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[ADC_FRAME_SIZE];
    uint32_t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rx_len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= 0;
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while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(1) {
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ulTaskNotifyTake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pdTRUE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portMAX_DELAY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);    // bloqueia até IRQ
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while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adc_continuous_read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adc_handle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sizeof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),
                                    &amp;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rx_len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 0) == ESP_OK) {
            for 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int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i = 0; i &lt;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rx_len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; i += SOC_ADC_DIGI_RESULT_BYTES) {
        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adc_digi_output_data_t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*p = 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void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*)&amp;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[i];
                uint16_t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raw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= p-&gt;type2.data;        // 12 bits
                // ...processa amostra...
            }
        }
    }
}</a:t>
            </a:r>
          </a:p>
        </p:txBody>
      </p:sp>
    </p:spTree>
    <p:extLst>
      <p:ext uri="{BB962C8B-B14F-4D97-AF65-F5344CB8AC3E}">
        <p14:creationId xmlns:p14="http://schemas.microsoft.com/office/powerpoint/2010/main" val="3131512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659EE6B-4CB0-407B-A464-AC88EC7BEB1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5EE40A-E5AE-4FAE-907E-8F7B7F69E238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ADC · 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2D719F-A783-433A-801F-02854B84536E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Registrando, iniciando e cuidados práticos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A935CE6-416B-47FB-A55B-3372C2EAA38D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0B4A792-83C4-4D17-8571-1BF9C779BD48}"/>
              </a:ext>
            </a:extLst>
          </p:cNvPr>
          <p:cNvSpPr/>
          <p:nvPr/>
        </p:nvSpPr>
        <p:spPr>
          <a:xfrm>
            <a:off x="635000" y="1778000"/>
            <a:ext cx="5842000" cy="4572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B9F4AE-7545-41B3-93F9-A39447EF8606}"/>
              </a:ext>
            </a:extLst>
          </p:cNvPr>
          <p:cNvSpPr txBox="1"/>
          <p:nvPr/>
        </p:nvSpPr>
        <p:spPr>
          <a:xfrm>
            <a:off x="863600" y="1955800"/>
            <a:ext cx="5384800" cy="421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E2E8F0"/>
                </a:solidFill>
                <a:latin typeface="Consolas"/>
              </a:rPr>
              <a:t>// 1. Criar a task primeiro
xTaskCreatePinnedToCore(adc_task, "adc",
    4096, NULL, 10, &amp;adc_task_handle, 1);
// 2. Registrar callbacks
adc_continuous_evt_cbs_t cbs = {
    .on_conv_done = on_conv_done,
};
adc_continuous_register_event_callbacks(
    adc_handle, &amp;cbs, NULL);
// 3. START — DMA começa a escrever
ESP_ERROR_CHECK(
    adc_continuous_start(adc_handle));
// ... mais tarde, para encerrar:
// adc_continuous_stop(adc_handle);
// adc_continuous_deinit(adc_handle);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8191A7-947C-4524-AC5F-F175389529ED}"/>
              </a:ext>
            </a:extLst>
          </p:cNvPr>
          <p:cNvSpPr txBox="1"/>
          <p:nvPr/>
        </p:nvSpPr>
        <p:spPr>
          <a:xfrm>
            <a:off x="6858000" y="1841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DC2626"/>
                </a:solidFill>
              </a:rPr>
              <a:t>⚠  Cuidados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F3EFCC5-9044-4706-99B0-13CF99A6B43D}"/>
              </a:ext>
            </a:extLst>
          </p:cNvPr>
          <p:cNvSpPr/>
          <p:nvPr/>
        </p:nvSpPr>
        <p:spPr>
          <a:xfrm>
            <a:off x="6858000" y="22860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EF3311-4C1E-4201-892E-0BA596D46E0B}"/>
              </a:ext>
            </a:extLst>
          </p:cNvPr>
          <p:cNvSpPr txBox="1"/>
          <p:nvPr/>
        </p:nvSpPr>
        <p:spPr>
          <a:xfrm>
            <a:off x="7010400" y="2362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ISR curta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CB3A2E8-116D-4B5F-9A49-DA396B57EB61}"/>
              </a:ext>
            </a:extLst>
          </p:cNvPr>
          <p:cNvSpPr txBox="1"/>
          <p:nvPr/>
        </p:nvSpPr>
        <p:spPr>
          <a:xfrm>
            <a:off x="7137400" y="26416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Use IRAM_ATTR e apenas notifique. Nada de printf, malloc ou logs.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2A26D29-BD91-4D93-8A2C-91833D7B938C}"/>
              </a:ext>
            </a:extLst>
          </p:cNvPr>
          <p:cNvSpPr/>
          <p:nvPr/>
        </p:nvSpPr>
        <p:spPr>
          <a:xfrm>
            <a:off x="6858000" y="30988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EDC623D-BEBB-48A0-A255-2F9427545769}"/>
              </a:ext>
            </a:extLst>
          </p:cNvPr>
          <p:cNvSpPr txBox="1"/>
          <p:nvPr/>
        </p:nvSpPr>
        <p:spPr>
          <a:xfrm>
            <a:off x="7010400" y="3175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Calibração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D5110B9-ADC3-4476-9E8F-3F91F3ABA02B}"/>
              </a:ext>
            </a:extLst>
          </p:cNvPr>
          <p:cNvSpPr txBox="1"/>
          <p:nvPr/>
        </p:nvSpPr>
        <p:spPr>
          <a:xfrm>
            <a:off x="7137400" y="34544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Use esp_adc_cal_* para converter raw → milivolts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112C855-8F9C-4DB2-8E73-23AE80669715}"/>
              </a:ext>
            </a:extLst>
          </p:cNvPr>
          <p:cNvSpPr/>
          <p:nvPr/>
        </p:nvSpPr>
        <p:spPr>
          <a:xfrm>
            <a:off x="6858000" y="39116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26018A8-9892-48EC-862E-20862E12E547}"/>
              </a:ext>
            </a:extLst>
          </p:cNvPr>
          <p:cNvSpPr txBox="1"/>
          <p:nvPr/>
        </p:nvSpPr>
        <p:spPr>
          <a:xfrm>
            <a:off x="7010400" y="3987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GPIO válido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00437DC-2A96-40DC-B9B1-85530CEAE0EC}"/>
              </a:ext>
            </a:extLst>
          </p:cNvPr>
          <p:cNvSpPr txBox="1"/>
          <p:nvPr/>
        </p:nvSpPr>
        <p:spPr>
          <a:xfrm>
            <a:off x="7137400" y="42672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Pinos ADC1: GPIO1–10 no ESP32-S3. ADC2 conflita com Wi-Fi.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2EB398A-03DC-4396-83DC-20C2E88FFC9F}"/>
              </a:ext>
            </a:extLst>
          </p:cNvPr>
          <p:cNvSpPr/>
          <p:nvPr/>
        </p:nvSpPr>
        <p:spPr>
          <a:xfrm>
            <a:off x="6858000" y="47244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7680AD4-60A4-42E9-87F5-B1B5DE99824B}"/>
              </a:ext>
            </a:extLst>
          </p:cNvPr>
          <p:cNvSpPr txBox="1"/>
          <p:nvPr/>
        </p:nvSpPr>
        <p:spPr>
          <a:xfrm>
            <a:off x="7010400" y="4800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 dirty="0">
                <a:solidFill>
                  <a:srgbClr val="991B1B"/>
                </a:solidFill>
              </a:rPr>
              <a:t>▸  Frame múltiplo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E98F34C-931B-4C3E-BAB7-35B99863380D}"/>
              </a:ext>
            </a:extLst>
          </p:cNvPr>
          <p:cNvSpPr txBox="1"/>
          <p:nvPr/>
        </p:nvSpPr>
        <p:spPr>
          <a:xfrm>
            <a:off x="7137400" y="50800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 err="1">
                <a:solidFill>
                  <a:srgbClr val="7F1D1D"/>
                </a:solidFill>
              </a:rPr>
              <a:t>conv_frame_size</a:t>
            </a:r>
            <a:r>
              <a:rPr lang="pt-BR" sz="1200" dirty="0">
                <a:solidFill>
                  <a:srgbClr val="7F1D1D"/>
                </a:solidFill>
              </a:rPr>
              <a:t> deve ser múltiplo de SOC_ADC_DIGI_DATA_BYTES_PER_CONV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4BEF2F2-1E97-4192-8D70-A1922156703D}"/>
              </a:ext>
            </a:extLst>
          </p:cNvPr>
          <p:cNvSpPr/>
          <p:nvPr/>
        </p:nvSpPr>
        <p:spPr>
          <a:xfrm>
            <a:off x="6858000" y="5537200"/>
            <a:ext cx="4826000" cy="7112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E0D98A6-6371-4722-8AEB-6D40A3DDC89C}"/>
              </a:ext>
            </a:extLst>
          </p:cNvPr>
          <p:cNvSpPr txBox="1"/>
          <p:nvPr/>
        </p:nvSpPr>
        <p:spPr>
          <a:xfrm>
            <a:off x="7010400" y="5613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991B1B"/>
                </a:solidFill>
              </a:rPr>
              <a:t>▸  Pool grande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FDF026A-0194-42DC-A69A-EAB611A657F7}"/>
              </a:ext>
            </a:extLst>
          </p:cNvPr>
          <p:cNvSpPr txBox="1"/>
          <p:nvPr/>
        </p:nvSpPr>
        <p:spPr>
          <a:xfrm>
            <a:off x="7137400" y="58928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max_store_buf_size ≥ 2× frame_size para evitar overrun</a:t>
            </a:r>
          </a:p>
        </p:txBody>
      </p:sp>
    </p:spTree>
    <p:extLst>
      <p:ext uri="{BB962C8B-B14F-4D97-AF65-F5344CB8AC3E}">
        <p14:creationId xmlns:p14="http://schemas.microsoft.com/office/powerpoint/2010/main" val="329222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A627DD0-DD43-42F6-8F95-BFD8519AD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CF83784-0DEC-4E34-9425-103C63AF3B2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444913-9FFB-424A-8A67-F600A44CEA63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0891B2"/>
                </a:solidFill>
              </a:rPr>
              <a:t>05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ED1303-EB09-40DC-8BEB-5B9D68CA3B8C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I2S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64B056-48EA-4DFE-AF77-4BE5CEAB3EC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Áudio em tempo real com microfone MEMS e DAC externo</a:t>
            </a:r>
          </a:p>
        </p:txBody>
      </p:sp>
    </p:spTree>
    <p:extLst>
      <p:ext uri="{BB962C8B-B14F-4D97-AF65-F5344CB8AC3E}">
        <p14:creationId xmlns:p14="http://schemas.microsoft.com/office/powerpoint/2010/main" val="2492557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4AA96A-B0A6-4F1D-B050-145F23B62FF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299CA0-4A3C-4877-98A9-3EBA004DBA7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I2S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FEAE4A-B425-4FA6-822C-242B22E561A3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Por que I2S exige 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6FA326-E5A3-4E2A-8E8E-43153C411925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8A38A27-0037-42A5-9053-098E237C71F5}"/>
              </a:ext>
            </a:extLst>
          </p:cNvPr>
          <p:cNvSpPr/>
          <p:nvPr/>
        </p:nvSpPr>
        <p:spPr>
          <a:xfrm>
            <a:off x="635000" y="1841500"/>
            <a:ext cx="5270500" cy="2222500"/>
          </a:xfrm>
          <a:prstGeom prst="roundRect">
            <a:avLst/>
          </a:prstGeom>
          <a:solidFill>
            <a:srgbClr val="ECFEFF"/>
          </a:solidFill>
          <a:ln w="12700" cap="flat" cmpd="sng" algn="ctr">
            <a:solidFill>
              <a:srgbClr val="67E8F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9A9466-D261-4B1D-A6CC-195C3F90E919}"/>
              </a:ext>
            </a:extLst>
          </p:cNvPr>
          <p:cNvSpPr txBox="1"/>
          <p:nvPr/>
        </p:nvSpPr>
        <p:spPr>
          <a:xfrm>
            <a:off x="889000" y="20066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E7490"/>
                </a:solidFill>
              </a:rPr>
              <a:t>🎵  Cenário típico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B58C1A-7296-44DD-B32D-F90B783C94D2}"/>
              </a:ext>
            </a:extLst>
          </p:cNvPr>
          <p:cNvSpPr txBox="1"/>
          <p:nvPr/>
        </p:nvSpPr>
        <p:spPr>
          <a:xfrm>
            <a:off x="889000" y="2387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5E75"/>
                </a:solidFill>
              </a:rPr>
              <a:t>Áudio 48 kHz · 16 bits · estéreo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1B81340-EF05-436D-B619-94E2DDBEEA5B}"/>
              </a:ext>
            </a:extLst>
          </p:cNvPr>
          <p:cNvSpPr txBox="1"/>
          <p:nvPr/>
        </p:nvSpPr>
        <p:spPr>
          <a:xfrm>
            <a:off x="889000" y="2730500"/>
            <a:ext cx="4826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164E63"/>
                </a:solidFill>
              </a:rPr>
              <a:t>= 192 KB/s ininterruptos
= uma amostra a cada 20,8 µs
= sem margem para CPU intervir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E2A9349-8734-4656-A497-43E87D5F5C1C}"/>
              </a:ext>
            </a:extLst>
          </p:cNvPr>
          <p:cNvSpPr/>
          <p:nvPr/>
        </p:nvSpPr>
        <p:spPr>
          <a:xfrm>
            <a:off x="635000" y="4254500"/>
            <a:ext cx="5270500" cy="2095500"/>
          </a:xfrm>
          <a:prstGeom prst="roundRect">
            <a:avLst/>
          </a:prstGeom>
          <a:solidFill>
            <a:srgbClr val="FFFBEB"/>
          </a:solidFill>
          <a:ln w="12700" cap="flat" cmpd="sng" algn="ctr">
            <a:solidFill>
              <a:srgbClr val="FCD3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095A3E-70FC-4577-B04F-3F2A7F655C7F}"/>
              </a:ext>
            </a:extLst>
          </p:cNvPr>
          <p:cNvSpPr txBox="1"/>
          <p:nvPr/>
        </p:nvSpPr>
        <p:spPr>
          <a:xfrm>
            <a:off x="889000" y="44196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B45309"/>
                </a:solidFill>
              </a:rPr>
              <a:t>❌  Sem DMA = inviável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DB5C59D-49A0-4A12-8EAB-4382F5148904}"/>
              </a:ext>
            </a:extLst>
          </p:cNvPr>
          <p:cNvSpPr txBox="1"/>
          <p:nvPr/>
        </p:nvSpPr>
        <p:spPr>
          <a:xfrm>
            <a:off x="889000" y="4826000"/>
            <a:ext cx="482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8350F"/>
                </a:solidFill>
              </a:rPr>
              <a:t>• IRQ a cada amostra satura a CPU
• Qualquer atraso causa clicks/pops audíveis
• Impossível rodar Wi-Fi, BLE ou processamento simultâneo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044DEFF-569C-43D6-9FC3-BE58F94D3DC1}"/>
              </a:ext>
            </a:extLst>
          </p:cNvPr>
          <p:cNvSpPr/>
          <p:nvPr/>
        </p:nvSpPr>
        <p:spPr>
          <a:xfrm>
            <a:off x="6159500" y="1841500"/>
            <a:ext cx="5397500" cy="450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9F6AF1-B13C-4AAD-82E3-808F2803ACEC}"/>
              </a:ext>
            </a:extLst>
          </p:cNvPr>
          <p:cNvSpPr txBox="1"/>
          <p:nvPr/>
        </p:nvSpPr>
        <p:spPr>
          <a:xfrm>
            <a:off x="6413500" y="2006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📐  Sinal I2S — 3 fios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CC4BC82-6377-4B2B-8505-090E34CA098A}"/>
              </a:ext>
            </a:extLst>
          </p:cNvPr>
          <p:cNvSpPr txBox="1"/>
          <p:nvPr/>
        </p:nvSpPr>
        <p:spPr>
          <a:xfrm>
            <a:off x="6413500" y="27686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891B2"/>
                </a:solidFill>
              </a:rPr>
              <a:t>BCLK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A715346-3781-4261-84E7-F70044485F8E}"/>
              </a:ext>
            </a:extLst>
          </p:cNvPr>
          <p:cNvSpPr/>
          <p:nvPr/>
        </p:nvSpPr>
        <p:spPr>
          <a:xfrm>
            <a:off x="7620000" y="2984500"/>
            <a:ext cx="3683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06F743D-8ABC-41A5-AD1A-007BC9972AC5}"/>
              </a:ext>
            </a:extLst>
          </p:cNvPr>
          <p:cNvSpPr/>
          <p:nvPr/>
        </p:nvSpPr>
        <p:spPr>
          <a:xfrm>
            <a:off x="76200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C55F83D-7578-43FD-97A3-8DA0DA2C6D31}"/>
              </a:ext>
            </a:extLst>
          </p:cNvPr>
          <p:cNvSpPr/>
          <p:nvPr/>
        </p:nvSpPr>
        <p:spPr>
          <a:xfrm>
            <a:off x="79248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6383E79-5637-4B2A-B9F5-795987E7CC6D}"/>
              </a:ext>
            </a:extLst>
          </p:cNvPr>
          <p:cNvSpPr/>
          <p:nvPr/>
        </p:nvSpPr>
        <p:spPr>
          <a:xfrm>
            <a:off x="82296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1F13613-E142-4E54-9429-B8354A5EA32F}"/>
              </a:ext>
            </a:extLst>
          </p:cNvPr>
          <p:cNvSpPr/>
          <p:nvPr/>
        </p:nvSpPr>
        <p:spPr>
          <a:xfrm>
            <a:off x="85344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83FC4D2-2D61-46CC-906F-6FA0D18891EC}"/>
              </a:ext>
            </a:extLst>
          </p:cNvPr>
          <p:cNvSpPr/>
          <p:nvPr/>
        </p:nvSpPr>
        <p:spPr>
          <a:xfrm>
            <a:off x="88392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705F641-2D70-45CA-80AB-83F9A87926FF}"/>
              </a:ext>
            </a:extLst>
          </p:cNvPr>
          <p:cNvSpPr/>
          <p:nvPr/>
        </p:nvSpPr>
        <p:spPr>
          <a:xfrm>
            <a:off x="91440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321286B-B352-4A79-B478-2B59FC251EC0}"/>
              </a:ext>
            </a:extLst>
          </p:cNvPr>
          <p:cNvSpPr/>
          <p:nvPr/>
        </p:nvSpPr>
        <p:spPr>
          <a:xfrm>
            <a:off x="94488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4E6E262-0BBA-4DA5-BF80-27982C73BBFF}"/>
              </a:ext>
            </a:extLst>
          </p:cNvPr>
          <p:cNvSpPr/>
          <p:nvPr/>
        </p:nvSpPr>
        <p:spPr>
          <a:xfrm>
            <a:off x="97536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2F7CF59-1D9D-4E52-BAA8-B823ECF5E179}"/>
              </a:ext>
            </a:extLst>
          </p:cNvPr>
          <p:cNvSpPr/>
          <p:nvPr/>
        </p:nvSpPr>
        <p:spPr>
          <a:xfrm>
            <a:off x="100584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F805252-F900-4744-92B1-110580F423EF}"/>
              </a:ext>
            </a:extLst>
          </p:cNvPr>
          <p:cNvSpPr/>
          <p:nvPr/>
        </p:nvSpPr>
        <p:spPr>
          <a:xfrm>
            <a:off x="103632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CCD3658-A59F-42BF-A622-9E7F6AF64AAA}"/>
              </a:ext>
            </a:extLst>
          </p:cNvPr>
          <p:cNvSpPr/>
          <p:nvPr/>
        </p:nvSpPr>
        <p:spPr>
          <a:xfrm>
            <a:off x="106680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E545775-F589-4BE2-AF49-5CE2CB90A57C}"/>
              </a:ext>
            </a:extLst>
          </p:cNvPr>
          <p:cNvSpPr/>
          <p:nvPr/>
        </p:nvSpPr>
        <p:spPr>
          <a:xfrm>
            <a:off x="10972800" y="2768600"/>
            <a:ext cx="152400" cy="2286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1AA73FE-7A26-4EF8-A08E-9C04C89B332F}"/>
              </a:ext>
            </a:extLst>
          </p:cNvPr>
          <p:cNvSpPr txBox="1"/>
          <p:nvPr/>
        </p:nvSpPr>
        <p:spPr>
          <a:xfrm>
            <a:off x="6413500" y="37211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7C3AED"/>
                </a:solidFill>
              </a:rPr>
              <a:t>WS / LRCLK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E30A74F-BF90-4BE3-B270-6C89EFA20316}"/>
              </a:ext>
            </a:extLst>
          </p:cNvPr>
          <p:cNvSpPr/>
          <p:nvPr/>
        </p:nvSpPr>
        <p:spPr>
          <a:xfrm>
            <a:off x="7620000" y="3937000"/>
            <a:ext cx="3683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62C6314-D070-40E9-8D10-62D767D27613}"/>
              </a:ext>
            </a:extLst>
          </p:cNvPr>
          <p:cNvSpPr/>
          <p:nvPr/>
        </p:nvSpPr>
        <p:spPr>
          <a:xfrm>
            <a:off x="7620000" y="3721100"/>
            <a:ext cx="609600" cy="228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40662342-3621-43DC-9B0C-42888236B2F2}"/>
              </a:ext>
            </a:extLst>
          </p:cNvPr>
          <p:cNvSpPr/>
          <p:nvPr/>
        </p:nvSpPr>
        <p:spPr>
          <a:xfrm>
            <a:off x="8839200" y="3721100"/>
            <a:ext cx="609600" cy="228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4BDB85F-3E78-40EE-A14F-2FCDD96E5163}"/>
              </a:ext>
            </a:extLst>
          </p:cNvPr>
          <p:cNvSpPr/>
          <p:nvPr/>
        </p:nvSpPr>
        <p:spPr>
          <a:xfrm>
            <a:off x="10058400" y="3721100"/>
            <a:ext cx="609600" cy="228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84EB993-0E46-46FB-9287-C25C79C5B3EF}"/>
              </a:ext>
            </a:extLst>
          </p:cNvPr>
          <p:cNvSpPr txBox="1"/>
          <p:nvPr/>
        </p:nvSpPr>
        <p:spPr>
          <a:xfrm>
            <a:off x="6413500" y="46736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6A34A"/>
                </a:solidFill>
              </a:rPr>
              <a:t>DATA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4AA439B3-CC22-4F80-B9F9-90268C5FE372}"/>
              </a:ext>
            </a:extLst>
          </p:cNvPr>
          <p:cNvSpPr/>
          <p:nvPr/>
        </p:nvSpPr>
        <p:spPr>
          <a:xfrm>
            <a:off x="7620000" y="4889500"/>
            <a:ext cx="3683000" cy="127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DD66D32-FC77-4A50-A804-41C3D7679F74}"/>
              </a:ext>
            </a:extLst>
          </p:cNvPr>
          <p:cNvSpPr/>
          <p:nvPr/>
        </p:nvSpPr>
        <p:spPr>
          <a:xfrm>
            <a:off x="76200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EC414DA8-585A-4F85-B70E-D634772C2F7E}"/>
              </a:ext>
            </a:extLst>
          </p:cNvPr>
          <p:cNvSpPr/>
          <p:nvPr/>
        </p:nvSpPr>
        <p:spPr>
          <a:xfrm>
            <a:off x="82296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9DA42E5-793D-488A-BCDE-5082DE53B3F3}"/>
              </a:ext>
            </a:extLst>
          </p:cNvPr>
          <p:cNvSpPr/>
          <p:nvPr/>
        </p:nvSpPr>
        <p:spPr>
          <a:xfrm>
            <a:off x="85344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E394601-37CB-40DD-BAD0-9EEF841D7B2B}"/>
              </a:ext>
            </a:extLst>
          </p:cNvPr>
          <p:cNvSpPr/>
          <p:nvPr/>
        </p:nvSpPr>
        <p:spPr>
          <a:xfrm>
            <a:off x="94488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A05F324-899C-4BA0-B923-B4EA91485C98}"/>
              </a:ext>
            </a:extLst>
          </p:cNvPr>
          <p:cNvSpPr/>
          <p:nvPr/>
        </p:nvSpPr>
        <p:spPr>
          <a:xfrm>
            <a:off x="100584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2DA24EB-F23B-48C5-99E1-7289FE8C749C}"/>
              </a:ext>
            </a:extLst>
          </p:cNvPr>
          <p:cNvSpPr/>
          <p:nvPr/>
        </p:nvSpPr>
        <p:spPr>
          <a:xfrm>
            <a:off x="103632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B7CE45B-443E-443D-8A0C-D40F7A4457CC}"/>
              </a:ext>
            </a:extLst>
          </p:cNvPr>
          <p:cNvSpPr/>
          <p:nvPr/>
        </p:nvSpPr>
        <p:spPr>
          <a:xfrm>
            <a:off x="10972800" y="4673600"/>
            <a:ext cx="152400" cy="228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32FF82B-9654-4012-ACAB-9A00FA966E3B}"/>
              </a:ext>
            </a:extLst>
          </p:cNvPr>
          <p:cNvSpPr txBox="1"/>
          <p:nvPr/>
        </p:nvSpPr>
        <p:spPr>
          <a:xfrm>
            <a:off x="6413500" y="53975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64748B"/>
                </a:solidFill>
              </a:rPr>
              <a:t>BCLK = bit clock  ·  WS = word select (L/R)  ·  DATA = sample stream</a:t>
            </a:r>
            <a:endParaRPr lang="pt-BR" sz="1100">
              <a:solidFill>
                <a:srgbClr val="64748B"/>
              </a:solidFill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5ABF6A0-A380-4C4D-BBF0-48CB90CC2931}"/>
              </a:ext>
            </a:extLst>
          </p:cNvPr>
          <p:cNvSpPr txBox="1"/>
          <p:nvPr/>
        </p:nvSpPr>
        <p:spPr>
          <a:xfrm>
            <a:off x="6413500" y="5778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E7490"/>
                </a:solidFill>
              </a:rPr>
              <a:t>DMA captura a stream e empacota em frames</a:t>
            </a:r>
          </a:p>
        </p:txBody>
      </p:sp>
    </p:spTree>
    <p:extLst>
      <p:ext uri="{BB962C8B-B14F-4D97-AF65-F5344CB8AC3E}">
        <p14:creationId xmlns:p14="http://schemas.microsoft.com/office/powerpoint/2010/main" val="2688333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F486808-4295-4F98-BA02-6863DDACEAF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539DFE-CCD5-471D-9468-33CD3C4E40F5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I2S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5D8D53-BC60-4BA2-9509-BC79BD67AF3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Configurando I2S Standard com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127907-B37B-4619-8B27-F0CE6F34FB2B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30A64E-AA2E-47A8-9816-F9FC15BD1260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Driver i2s_std (ESP-IDF v5.x): channel handle + canais TX/RX com pool de DMA dedicado.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73C9C6F-04E2-474D-80B0-57A57571671C}"/>
              </a:ext>
            </a:extLst>
          </p:cNvPr>
          <p:cNvSpPr/>
          <p:nvPr/>
        </p:nvSpPr>
        <p:spPr>
          <a:xfrm>
            <a:off x="635000" y="2222500"/>
            <a:ext cx="10922000" cy="4191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AE5579-6509-46BA-AFF3-C95F31DE50B2}"/>
              </a:ext>
            </a:extLst>
          </p:cNvPr>
          <p:cNvSpPr txBox="1"/>
          <p:nvPr/>
        </p:nvSpPr>
        <p:spPr>
          <a:xfrm>
            <a:off x="863600" y="2400300"/>
            <a:ext cx="10464800" cy="383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E2E8F0"/>
                </a:solidFill>
                <a:latin typeface="Consolas"/>
              </a:rPr>
              <a:t>#include "driver/i2s_std.h"
static i2s_chan_handle_t rx_chan = NULL;
void i2s_mic_init(void)
{
    // 1. Configuração de canal — pool DMA
    i2s_chan_config_t chan_cfg = I2S_CHANNEL_DEFAULT_CONFIG(
        I2S_NUM_0, I2S_ROLE_MASTER);
    chan_cfg.dma_desc_num   = 6;        // 6 descritores
    chan_cfg.dma_frame_num  = 240;      // 240 amostras / descritor
    chan_cfg.auto_clear     = true;
    ESP_ERROR_CHECK(i2s_new_channel(&amp;chan_cfg, NULL, &amp;rx_chan));
    // 2. Modo Standard: Philips · 16 bits · estéreo · 48 kHz
    i2s_std_config_t std_cfg = {
        .clk_cfg  = I2S_STD_CLK_DEFAULT_CONFIG(48000),
        .slot_cfg = I2S_STD_PHILIPS_SLOT_DEFAULT_CONFIG(
                        I2S_DATA_BIT_WIDTH_16BIT, I2S_SLOT_MODE_STEREO),
        .gpio_cfg = {
            .mclk = I2S_GPIO_UNUSED,
            .bclk = GPIO_NUM_4,
            .ws   = GPIO_NUM_5,
            .dout = I2S_GPIO_UNUSED,
            .din  = GPIO_NUM_6,
        },
    };
    ESP_ERROR_CHECK(i2s_channel_init_std_mode(rx_chan, &amp;std_cfg));
    ESP_ERROR_CHECK(i2s_channel_enable(rx_chan));
}</a:t>
            </a:r>
          </a:p>
        </p:txBody>
      </p:sp>
    </p:spTree>
    <p:extLst>
      <p:ext uri="{BB962C8B-B14F-4D97-AF65-F5344CB8AC3E}">
        <p14:creationId xmlns:p14="http://schemas.microsoft.com/office/powerpoint/2010/main" val="470393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3B6583D-7468-4B63-84A2-A69518EA41D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114A19-2F6E-45B8-AAC7-917B8853CFC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I2S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085AE0-8C43-405D-B578-B028A052F580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Lendo áudio e calculando RMS em tempo real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C59660A-1F83-4D34-893C-73790C3251DF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6EBEEFD-01B4-4532-8763-8632CFE09947}"/>
              </a:ext>
            </a:extLst>
          </p:cNvPr>
          <p:cNvSpPr/>
          <p:nvPr/>
        </p:nvSpPr>
        <p:spPr>
          <a:xfrm>
            <a:off x="635000" y="1778000"/>
            <a:ext cx="6858000" cy="46355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A96834-86A0-4324-8358-FC7EF500428A}"/>
              </a:ext>
            </a:extLst>
          </p:cNvPr>
          <p:cNvSpPr txBox="1"/>
          <p:nvPr/>
        </p:nvSpPr>
        <p:spPr>
          <a:xfrm>
            <a:off x="863600" y="1955800"/>
            <a:ext cx="6400800" cy="427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dirty="0">
                <a:solidFill>
                  <a:srgbClr val="E2E8F0"/>
                </a:solidFill>
                <a:latin typeface="Consolas"/>
              </a:rPr>
              <a:t>#define I2S_BUF_SAMPLES   480     // 10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ms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@ 48 kHz
int16_t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audio_buf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[I2S_BUF_SAMPLES * 2];   // estéreo
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void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i2s_task(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void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*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arg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
{
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size_t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bytes_read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= 0;
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while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(1) {
        // Bloqueia até DMA encher um frame
        i2s_channel_read(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rx_chan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audio_buf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
                 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sizeof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audio_buf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),
                         &amp;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bytes_read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
                 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portMAX_DELAY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);
        // Processa: RMS do canal esquerdo
        int32_t sum = 0;
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int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n =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bytes_read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/ 4;       // 4 B por frame estéreo
        for 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int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i = 0; i &lt; n; i++) {
            int16_t s =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audio_buf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[i * 2];   // só L
            sum += (int32_t)s * s;
        }
        uint16_t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rms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=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sqrtf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float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)sum / n);
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if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rms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 &gt; THRESHOLD)
            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xEventGroupSetBits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(</a:t>
            </a:r>
            <a:r>
              <a:rPr lang="pt-BR" sz="1300" dirty="0" err="1">
                <a:solidFill>
                  <a:srgbClr val="E2E8F0"/>
                </a:solidFill>
                <a:latin typeface="Consolas"/>
              </a:rPr>
              <a:t>evt</a:t>
            </a:r>
            <a:r>
              <a:rPr lang="pt-BR" sz="1300" dirty="0">
                <a:solidFill>
                  <a:srgbClr val="E2E8F0"/>
                </a:solidFill>
                <a:latin typeface="Consolas"/>
              </a:rPr>
              <a:t>, BIT_DETECT);
    }
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4F5BE7-7731-485A-A303-15B12F4BB574}"/>
              </a:ext>
            </a:extLst>
          </p:cNvPr>
          <p:cNvSpPr txBox="1"/>
          <p:nvPr/>
        </p:nvSpPr>
        <p:spPr>
          <a:xfrm>
            <a:off x="7747000" y="18415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Resultado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7E65397-A12C-413E-9F3D-8B387266B28A}"/>
              </a:ext>
            </a:extLst>
          </p:cNvPr>
          <p:cNvSpPr/>
          <p:nvPr/>
        </p:nvSpPr>
        <p:spPr>
          <a:xfrm>
            <a:off x="7747000" y="2286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BA0879A-AACC-42B4-82D8-0384B872A704}"/>
              </a:ext>
            </a:extLst>
          </p:cNvPr>
          <p:cNvSpPr txBox="1"/>
          <p:nvPr/>
        </p:nvSpPr>
        <p:spPr>
          <a:xfrm>
            <a:off x="7937500" y="2374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Latência DMA→app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B4F8CA-1BD8-4E15-BE01-10F9ABD9FD2D}"/>
              </a:ext>
            </a:extLst>
          </p:cNvPr>
          <p:cNvSpPr txBox="1"/>
          <p:nvPr/>
        </p:nvSpPr>
        <p:spPr>
          <a:xfrm>
            <a:off x="7937500" y="2641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10 ms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7B3751B-BDD5-4994-8DA0-FB936436600B}"/>
              </a:ext>
            </a:extLst>
          </p:cNvPr>
          <p:cNvSpPr/>
          <p:nvPr/>
        </p:nvSpPr>
        <p:spPr>
          <a:xfrm>
            <a:off x="7747000" y="3175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E7DD5D-40AC-4D57-B5EA-F3AF950BBCAC}"/>
              </a:ext>
            </a:extLst>
          </p:cNvPr>
          <p:cNvSpPr txBox="1"/>
          <p:nvPr/>
        </p:nvSpPr>
        <p:spPr>
          <a:xfrm>
            <a:off x="7937500" y="3263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CPU usada (M5)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55D158A-4882-4971-AE0E-A065CF4580B4}"/>
              </a:ext>
            </a:extLst>
          </p:cNvPr>
          <p:cNvSpPr txBox="1"/>
          <p:nvPr/>
        </p:nvSpPr>
        <p:spPr>
          <a:xfrm>
            <a:off x="7937500" y="3530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≈ 3 %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D3018CA-9172-49FD-941D-34F81D17B701}"/>
              </a:ext>
            </a:extLst>
          </p:cNvPr>
          <p:cNvSpPr/>
          <p:nvPr/>
        </p:nvSpPr>
        <p:spPr>
          <a:xfrm>
            <a:off x="7747000" y="4064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3308B6A-F262-4EAD-9AE6-C2BD8FC5B38C}"/>
              </a:ext>
            </a:extLst>
          </p:cNvPr>
          <p:cNvSpPr txBox="1"/>
          <p:nvPr/>
        </p:nvSpPr>
        <p:spPr>
          <a:xfrm>
            <a:off x="7937500" y="4152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Amostras perdidas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85F65C9-6AEC-4219-A13B-6706C5020B3E}"/>
              </a:ext>
            </a:extLst>
          </p:cNvPr>
          <p:cNvSpPr txBox="1"/>
          <p:nvPr/>
        </p:nvSpPr>
        <p:spPr>
          <a:xfrm>
            <a:off x="7937500" y="4419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0 / 10⁶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4477A81-CCA2-4A60-9EB3-0EDB8998DE25}"/>
              </a:ext>
            </a:extLst>
          </p:cNvPr>
          <p:cNvSpPr/>
          <p:nvPr/>
        </p:nvSpPr>
        <p:spPr>
          <a:xfrm>
            <a:off x="7747000" y="4953000"/>
            <a:ext cx="3810000" cy="762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45F126-029D-4887-951A-905B7393A2D9}"/>
              </a:ext>
            </a:extLst>
          </p:cNvPr>
          <p:cNvSpPr txBox="1"/>
          <p:nvPr/>
        </p:nvSpPr>
        <p:spPr>
          <a:xfrm>
            <a:off x="7937500" y="50419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475569"/>
                </a:solidFill>
              </a:rPr>
              <a:t>Wi-Fi simultâneo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3DCD05C-E544-4985-860A-2065A4DC7301}"/>
              </a:ext>
            </a:extLst>
          </p:cNvPr>
          <p:cNvSpPr txBox="1"/>
          <p:nvPr/>
        </p:nvSpPr>
        <p:spPr>
          <a:xfrm>
            <a:off x="7937500" y="5308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6A34A"/>
                </a:solidFill>
              </a:rPr>
              <a:t>OK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B55D532-B326-43E2-A4FF-1B12CFB3C91C}"/>
              </a:ext>
            </a:extLst>
          </p:cNvPr>
          <p:cNvSpPr txBox="1"/>
          <p:nvPr/>
        </p:nvSpPr>
        <p:spPr>
          <a:xfrm>
            <a:off x="7747000" y="5969000"/>
            <a:ext cx="444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E7490"/>
                </a:solidFill>
              </a:rPr>
              <a:t>Pipeline real: I2S → DMA → buffer → RMS → trigger</a:t>
            </a:r>
          </a:p>
        </p:txBody>
      </p:sp>
    </p:spTree>
    <p:extLst>
      <p:ext uri="{BB962C8B-B14F-4D97-AF65-F5344CB8AC3E}">
        <p14:creationId xmlns:p14="http://schemas.microsoft.com/office/powerpoint/2010/main" val="410151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A5C67E-FA04-43AC-8F08-32AE488A50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E39B27-A702-4B49-99E6-C9BFDFF04DB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3CE8A7-3CEF-4AA2-A9A0-6875B2A6DA36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DC2626"/>
                </a:solidFill>
              </a:rPr>
              <a:t>06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67753E-CE5B-44B1-BD43-E1B1CC858B1D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SPI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6A5A85-5DB6-419F-A650-7A8251F30DA9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Transferências grandes a alta velocidade — displays, SD, sensores</a:t>
            </a:r>
          </a:p>
        </p:txBody>
      </p:sp>
    </p:spTree>
    <p:extLst>
      <p:ext uri="{BB962C8B-B14F-4D97-AF65-F5344CB8AC3E}">
        <p14:creationId xmlns:p14="http://schemas.microsoft.com/office/powerpoint/2010/main" val="1458475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33973A3-663F-4A4B-8A97-AC1B8C156A0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ADA287-06F6-487D-BC54-04E10EAF56C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SPI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46BD7F-9B73-494B-9B93-D343908085E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Quando vale ativar SPI+DMA?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880A7C-CBC4-402F-99F3-DCB6C9F4F3A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7B2F74-46DE-46E5-8593-B920B1B17589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Polling vs DMA: o overhead de configurar o DMA só compensa em transações &gt; ~64 bytes.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ACADB0-A5CF-4477-BF99-8D97DA267494}"/>
              </a:ext>
            </a:extLst>
          </p:cNvPr>
          <p:cNvSpPr txBox="1"/>
          <p:nvPr/>
        </p:nvSpPr>
        <p:spPr>
          <a:xfrm>
            <a:off x="762000" y="26543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16 B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447FE7-DE5D-4B96-8906-9C9F7296CB03}"/>
              </a:ext>
            </a:extLst>
          </p:cNvPr>
          <p:cNvSpPr/>
          <p:nvPr/>
        </p:nvSpPr>
        <p:spPr>
          <a:xfrm>
            <a:off x="1714500" y="2476500"/>
            <a:ext cx="1135434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F2808E4-961C-4ECF-9363-F8AB8EC93FA0}"/>
              </a:ext>
            </a:extLst>
          </p:cNvPr>
          <p:cNvSpPr txBox="1"/>
          <p:nvPr/>
        </p:nvSpPr>
        <p:spPr>
          <a:xfrm>
            <a:off x="2926134" y="24511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12 µs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A78E03-9660-4F3F-9807-0D7EB3E2263A}"/>
              </a:ext>
            </a:extLst>
          </p:cNvPr>
          <p:cNvSpPr txBox="1"/>
          <p:nvPr/>
        </p:nvSpPr>
        <p:spPr>
          <a:xfrm>
            <a:off x="762000" y="24257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9EFB5F7-241C-4478-9C54-2E0365F46991}"/>
              </a:ext>
            </a:extLst>
          </p:cNvPr>
          <p:cNvSpPr/>
          <p:nvPr/>
        </p:nvSpPr>
        <p:spPr>
          <a:xfrm>
            <a:off x="1714500" y="2755900"/>
            <a:ext cx="1303424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1F55B75-4139-4345-BF45-85D219896A4D}"/>
              </a:ext>
            </a:extLst>
          </p:cNvPr>
          <p:cNvSpPr txBox="1"/>
          <p:nvPr/>
        </p:nvSpPr>
        <p:spPr>
          <a:xfrm>
            <a:off x="3094124" y="27305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18 µs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9225B2F-2548-4DC3-B2C6-CEF6F5126903}"/>
              </a:ext>
            </a:extLst>
          </p:cNvPr>
          <p:cNvSpPr/>
          <p:nvPr/>
        </p:nvSpPr>
        <p:spPr>
          <a:xfrm>
            <a:off x="6477000" y="2565400"/>
            <a:ext cx="1397000" cy="355600"/>
          </a:xfrm>
          <a:prstGeom prst="round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Polling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F343D7F-1DC6-4646-98C9-8C06B11D9C52}"/>
              </a:ext>
            </a:extLst>
          </p:cNvPr>
          <p:cNvSpPr txBox="1"/>
          <p:nvPr/>
        </p:nvSpPr>
        <p:spPr>
          <a:xfrm>
            <a:off x="762000" y="33528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64 B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BD68719-FAAB-4C05-B112-42B89A0ED047}"/>
              </a:ext>
            </a:extLst>
          </p:cNvPr>
          <p:cNvSpPr/>
          <p:nvPr/>
        </p:nvSpPr>
        <p:spPr>
          <a:xfrm>
            <a:off x="1714500" y="3175000"/>
            <a:ext cx="1722805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DA0258A-8DBB-46E3-9E38-E9271EF5B1D2}"/>
              </a:ext>
            </a:extLst>
          </p:cNvPr>
          <p:cNvSpPr txBox="1"/>
          <p:nvPr/>
        </p:nvSpPr>
        <p:spPr>
          <a:xfrm>
            <a:off x="3513505" y="3149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48 µs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EE8BD41-DF9E-4A09-B74D-F4D9D2623190}"/>
              </a:ext>
            </a:extLst>
          </p:cNvPr>
          <p:cNvSpPr txBox="1"/>
          <p:nvPr/>
        </p:nvSpPr>
        <p:spPr>
          <a:xfrm>
            <a:off x="762000" y="31242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9F1093D-CD2A-45AA-8BA7-BABCF6E860E8}"/>
              </a:ext>
            </a:extLst>
          </p:cNvPr>
          <p:cNvSpPr/>
          <p:nvPr/>
        </p:nvSpPr>
        <p:spPr>
          <a:xfrm>
            <a:off x="1714500" y="3454400"/>
            <a:ext cx="1490612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061D3A7-F94E-4E67-B463-1C57D0394C65}"/>
              </a:ext>
            </a:extLst>
          </p:cNvPr>
          <p:cNvSpPr txBox="1"/>
          <p:nvPr/>
        </p:nvSpPr>
        <p:spPr>
          <a:xfrm>
            <a:off x="3281312" y="3429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28 µs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DCEB2EC-428D-46F7-A9D8-FB5D3DC007BA}"/>
              </a:ext>
            </a:extLst>
          </p:cNvPr>
          <p:cNvSpPr/>
          <p:nvPr/>
        </p:nvSpPr>
        <p:spPr>
          <a:xfrm>
            <a:off x="6477000" y="32639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D3AEFC1-F8F9-427E-9436-BDB2E0B03E47}"/>
              </a:ext>
            </a:extLst>
          </p:cNvPr>
          <p:cNvSpPr txBox="1"/>
          <p:nvPr/>
        </p:nvSpPr>
        <p:spPr>
          <a:xfrm>
            <a:off x="762000" y="40513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256 B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6CFABC6-9CEA-4CD1-9B36-EC1CD4F79630}"/>
              </a:ext>
            </a:extLst>
          </p:cNvPr>
          <p:cNvSpPr/>
          <p:nvPr/>
        </p:nvSpPr>
        <p:spPr>
          <a:xfrm>
            <a:off x="1714500" y="3873500"/>
            <a:ext cx="2329653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65FF6FF-CBBB-4F1B-AFAE-FF999BBC7A56}"/>
              </a:ext>
            </a:extLst>
          </p:cNvPr>
          <p:cNvSpPr txBox="1"/>
          <p:nvPr/>
        </p:nvSpPr>
        <p:spPr>
          <a:xfrm>
            <a:off x="4120353" y="38481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192 µs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E1142FF-87DD-44E0-8C13-D90927D4260A}"/>
              </a:ext>
            </a:extLst>
          </p:cNvPr>
          <p:cNvSpPr txBox="1"/>
          <p:nvPr/>
        </p:nvSpPr>
        <p:spPr>
          <a:xfrm>
            <a:off x="762000" y="38227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D25E0E8-07D2-490F-AC0E-6094039BDA48}"/>
              </a:ext>
            </a:extLst>
          </p:cNvPr>
          <p:cNvSpPr/>
          <p:nvPr/>
        </p:nvSpPr>
        <p:spPr>
          <a:xfrm>
            <a:off x="1714500" y="4152900"/>
            <a:ext cx="1586328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81474DF-5EFD-4103-81B1-E0AF14F94EA4}"/>
              </a:ext>
            </a:extLst>
          </p:cNvPr>
          <p:cNvSpPr txBox="1"/>
          <p:nvPr/>
        </p:nvSpPr>
        <p:spPr>
          <a:xfrm>
            <a:off x="3377028" y="41275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35 µs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F6DF043-EA51-499F-A739-A1F42C8EE262}"/>
              </a:ext>
            </a:extLst>
          </p:cNvPr>
          <p:cNvSpPr/>
          <p:nvPr/>
        </p:nvSpPr>
        <p:spPr>
          <a:xfrm>
            <a:off x="6477000" y="39624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AAC8D99-10D3-4BD5-A593-843DEBECF9DA}"/>
              </a:ext>
            </a:extLst>
          </p:cNvPr>
          <p:cNvSpPr txBox="1"/>
          <p:nvPr/>
        </p:nvSpPr>
        <p:spPr>
          <a:xfrm>
            <a:off x="762000" y="47498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1 KB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9EA7C97-8B7D-41F5-BF79-BAD58F89DD2A}"/>
              </a:ext>
            </a:extLst>
          </p:cNvPr>
          <p:cNvSpPr/>
          <p:nvPr/>
        </p:nvSpPr>
        <p:spPr>
          <a:xfrm>
            <a:off x="1714500" y="4572000"/>
            <a:ext cx="2942755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CE2E427-D3DA-4ADF-9856-0DAE56A98D68}"/>
              </a:ext>
            </a:extLst>
          </p:cNvPr>
          <p:cNvSpPr txBox="1"/>
          <p:nvPr/>
        </p:nvSpPr>
        <p:spPr>
          <a:xfrm>
            <a:off x="4733455" y="45466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770 µs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EAC83B9-994F-4836-A3C4-4FB1A51E46C0}"/>
              </a:ext>
            </a:extLst>
          </p:cNvPr>
          <p:cNvSpPr txBox="1"/>
          <p:nvPr/>
        </p:nvSpPr>
        <p:spPr>
          <a:xfrm>
            <a:off x="762000" y="45212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55042B8-AD37-45EA-AEE0-EE2CDB951A6D}"/>
              </a:ext>
            </a:extLst>
          </p:cNvPr>
          <p:cNvSpPr/>
          <p:nvPr/>
        </p:nvSpPr>
        <p:spPr>
          <a:xfrm>
            <a:off x="1714500" y="4851400"/>
            <a:ext cx="1781916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92A833A-8C2B-46DE-9A8C-A10E8C75E30D}"/>
              </a:ext>
            </a:extLst>
          </p:cNvPr>
          <p:cNvSpPr txBox="1"/>
          <p:nvPr/>
        </p:nvSpPr>
        <p:spPr>
          <a:xfrm>
            <a:off x="3572616" y="4826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55 µs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158ED92-C203-49AC-89E4-DD6781DFFFF6}"/>
              </a:ext>
            </a:extLst>
          </p:cNvPr>
          <p:cNvSpPr/>
          <p:nvPr/>
        </p:nvSpPr>
        <p:spPr>
          <a:xfrm>
            <a:off x="6477000" y="46609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0B0A74D-6092-432D-9E9B-EE4E36C3B70D}"/>
              </a:ext>
            </a:extLst>
          </p:cNvPr>
          <p:cNvSpPr txBox="1"/>
          <p:nvPr/>
        </p:nvSpPr>
        <p:spPr>
          <a:xfrm>
            <a:off x="762000" y="5448300"/>
            <a:ext cx="825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4 KB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296E376-CBBB-41E9-A098-0CE35B9D7058}"/>
              </a:ext>
            </a:extLst>
          </p:cNvPr>
          <p:cNvSpPr/>
          <p:nvPr/>
        </p:nvSpPr>
        <p:spPr>
          <a:xfrm>
            <a:off x="1714500" y="5270500"/>
            <a:ext cx="35560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A3F1829-7B28-4E53-82A2-6DC1AFAFC921}"/>
              </a:ext>
            </a:extLst>
          </p:cNvPr>
          <p:cNvSpPr txBox="1"/>
          <p:nvPr/>
        </p:nvSpPr>
        <p:spPr>
          <a:xfrm>
            <a:off x="5346700" y="52451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991B1B"/>
                </a:solidFill>
              </a:rPr>
              <a:t>3080 µs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BDC468E-F5A0-403F-A67B-2918257C1A92}"/>
              </a:ext>
            </a:extLst>
          </p:cNvPr>
          <p:cNvSpPr txBox="1"/>
          <p:nvPr/>
        </p:nvSpPr>
        <p:spPr>
          <a:xfrm>
            <a:off x="762000" y="52197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Polling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99860FC-A9E6-48F0-A579-569BBA0D0E5E}"/>
              </a:ext>
            </a:extLst>
          </p:cNvPr>
          <p:cNvSpPr/>
          <p:nvPr/>
        </p:nvSpPr>
        <p:spPr>
          <a:xfrm>
            <a:off x="1714500" y="5549900"/>
            <a:ext cx="215812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F7B9675-01DA-4A91-9FAA-52A2F0FA0137}"/>
              </a:ext>
            </a:extLst>
          </p:cNvPr>
          <p:cNvSpPr txBox="1"/>
          <p:nvPr/>
        </p:nvSpPr>
        <p:spPr>
          <a:xfrm>
            <a:off x="3948820" y="55245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b="1">
                <a:solidFill>
                  <a:srgbClr val="166534"/>
                </a:solidFill>
              </a:rPr>
              <a:t>130 µs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30D7548C-52A3-4AF6-8F74-6EABC1998727}"/>
              </a:ext>
            </a:extLst>
          </p:cNvPr>
          <p:cNvSpPr/>
          <p:nvPr/>
        </p:nvSpPr>
        <p:spPr>
          <a:xfrm>
            <a:off x="6477000" y="5359400"/>
            <a:ext cx="1397000" cy="3556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▸ vence: DMA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69AB0B90-F8F8-4659-A5A8-FFBB3D5A5C46}"/>
              </a:ext>
            </a:extLst>
          </p:cNvPr>
          <p:cNvSpPr/>
          <p:nvPr/>
        </p:nvSpPr>
        <p:spPr>
          <a:xfrm>
            <a:off x="8255000" y="2476500"/>
            <a:ext cx="3302000" cy="3429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A32E232-31A2-4A5B-A80A-7F2303837FEA}"/>
              </a:ext>
            </a:extLst>
          </p:cNvPr>
          <p:cNvSpPr txBox="1"/>
          <p:nvPr/>
        </p:nvSpPr>
        <p:spPr>
          <a:xfrm>
            <a:off x="8509000" y="26670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B91C1C"/>
                </a:solidFill>
              </a:rPr>
              <a:t>🎯  Regra prática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88CCB5D-9903-48FC-8FD0-A85E2BB09D5B}"/>
              </a:ext>
            </a:extLst>
          </p:cNvPr>
          <p:cNvSpPr txBox="1"/>
          <p:nvPr/>
        </p:nvSpPr>
        <p:spPr>
          <a:xfrm>
            <a:off x="8509000" y="31115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7F1D1D"/>
                </a:solidFill>
              </a:rPr>
              <a:t>Use DMA quando: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81B3170-2F00-4BDB-B617-BFC06C4BB6FE}"/>
              </a:ext>
            </a:extLst>
          </p:cNvPr>
          <p:cNvSpPr txBox="1"/>
          <p:nvPr/>
        </p:nvSpPr>
        <p:spPr>
          <a:xfrm>
            <a:off x="8509000" y="3492500"/>
            <a:ext cx="2794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▸ Transação ≥ 64 bytes
▸ Streams contínuos (display)
▸ Cartão SD / SDIO
▸ Frequência ≥ 10 MHz
▸ CPU precisa fazer outras coisas em paralelo</a:t>
            </a:r>
          </a:p>
        </p:txBody>
      </p:sp>
    </p:spTree>
    <p:extLst>
      <p:ext uri="{BB962C8B-B14F-4D97-AF65-F5344CB8AC3E}">
        <p14:creationId xmlns:p14="http://schemas.microsoft.com/office/powerpoint/2010/main" val="459019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30F1B52-1104-4868-BC6E-C3486856F8C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D02006-D219-4A28-AC30-97BAE820E69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SPI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CE968A-ED21-4C84-B087-F84E0E406E50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Setup do barramento e device com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29D680-DFA3-4D82-8E98-92D9D2DB536F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1C5DBD-3A36-4AA6-9FBB-E37B4F7DCDBD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Anexar o canal SPI a um bus com DMA habilitado e criar um device por escravo.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3C30486-7033-4C9B-ADBE-CF690F07CA72}"/>
              </a:ext>
            </a:extLst>
          </p:cNvPr>
          <p:cNvSpPr/>
          <p:nvPr/>
        </p:nvSpPr>
        <p:spPr>
          <a:xfrm>
            <a:off x="635000" y="2222500"/>
            <a:ext cx="10922000" cy="41910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63ACB8-C8F0-4FE4-8BE0-C37E2CA333BD}"/>
              </a:ext>
            </a:extLst>
          </p:cNvPr>
          <p:cNvSpPr txBox="1"/>
          <p:nvPr/>
        </p:nvSpPr>
        <p:spPr>
          <a:xfrm>
            <a:off x="863600" y="2400300"/>
            <a:ext cx="10464800" cy="383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E2E8F0"/>
                </a:solidFill>
                <a:latin typeface="Consolas"/>
              </a:rPr>
              <a:t>#include "driver/spi_master.h"
#define DISPLAY_DC_GPIO   16
#define DISPLAY_CS_GPIO   17
spi_device_handle_t display;
void spi_dma_init(void)
{
    // 1. Configurar o barramento — DMA channel auto
    spi_bus_config_t bus = {
        .mosi_io_num    = 11,
        .miso_io_num    = -1,
        .sclk_io_num    = 12,
        .quadwp_io_num  = -1,
        .quadhd_io_num  = -1,
        .max_transfer_sz = 4096,    // tamanho máx por transação
    };
    ESP_ERROR_CHECK(spi_bus_initialize(SPI2_HOST, &amp;bus, SPI_DMA_CH_AUTO));
    // 2. Adicionar device (display ST7789)
    spi_device_interface_config_t dev = {
        .clock_speed_hz = 40 * 1000 * 1000,  // 40 MHz
        .mode           = 0,
        .spics_io_num   = DISPLAY_CS_GPIO,
        .queue_size     = 7,                  // até 7 trans em fila
        .pre_cb         = display_dc_pre_cb,  // alterna DC pin
    };
    ESP_ERROR_CHECK(spi_bus_add_device(SPI2_HOST, &amp;dev, &amp;display));
}</a:t>
            </a:r>
          </a:p>
        </p:txBody>
      </p:sp>
    </p:spTree>
    <p:extLst>
      <p:ext uri="{BB962C8B-B14F-4D97-AF65-F5344CB8AC3E}">
        <p14:creationId xmlns:p14="http://schemas.microsoft.com/office/powerpoint/2010/main" val="166934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4C3CA4-88FC-4744-80F5-98C969E9587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134899-54F4-48A3-B488-1C4E714A06C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SPI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3250BA-B853-481C-9588-90AB067988F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Fila de transações assíncronas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CF3757-AD9A-4448-BC2F-745802F13F6F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D59DA89-64D4-46E0-B48E-30D26739323A}"/>
              </a:ext>
            </a:extLst>
          </p:cNvPr>
          <p:cNvSpPr/>
          <p:nvPr/>
        </p:nvSpPr>
        <p:spPr>
          <a:xfrm>
            <a:off x="635000" y="1778000"/>
            <a:ext cx="6858000" cy="46355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E8F149-9480-4540-8D95-00D879D0D439}"/>
              </a:ext>
            </a:extLst>
          </p:cNvPr>
          <p:cNvSpPr txBox="1"/>
          <p:nvPr/>
        </p:nvSpPr>
        <p:spPr>
          <a:xfrm>
            <a:off x="863600" y="1955800"/>
            <a:ext cx="6400800" cy="427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E2E8F0"/>
                </a:solidFill>
                <a:latin typeface="Consolas"/>
              </a:rPr>
              <a:t>// Buffer de framebuffer DMA-capable
uint16_t *fb = heap_caps_aligned_alloc(
    4, 240 * 320 * 2,
    MALLOC_CAP_DMA | MALLOC_CAP_INTERNAL);
void send_frame_async(uint16_t *src, size_t bytes)
{
    spi_transaction_t t = {
        .length    = bytes * 8,    // em bits
        .tx_buffer = src,
        .user      = (void *)1,    // dado p/ pre_cb
    };
    // Não bloqueia — enfileira no DMA
    spi_device_queue_trans(display, &amp;t, portMAX_DELAY);
    // ... CPU faz outra coisa enquanto DMA transmite ...
    spi_transaction_t *rt;
    spi_device_get_trans_result(display,
                                &amp;rt,
                                portMAX_DELAY);
    // transação concluída
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310CC5-5691-407A-B035-73406C9ED197}"/>
              </a:ext>
            </a:extLst>
          </p:cNvPr>
          <p:cNvSpPr txBox="1"/>
          <p:nvPr/>
        </p:nvSpPr>
        <p:spPr>
          <a:xfrm>
            <a:off x="7747000" y="18415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F172A"/>
                </a:solidFill>
              </a:rPr>
              <a:t>Fluxo assíncrono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66EF60D-2BF7-4C63-AFBF-A21C25735895}"/>
              </a:ext>
            </a:extLst>
          </p:cNvPr>
          <p:cNvSpPr/>
          <p:nvPr/>
        </p:nvSpPr>
        <p:spPr>
          <a:xfrm>
            <a:off x="7747000" y="2286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E0A7567-A72D-4283-9EC9-5E530382F03E}"/>
              </a:ext>
            </a:extLst>
          </p:cNvPr>
          <p:cNvSpPr/>
          <p:nvPr/>
        </p:nvSpPr>
        <p:spPr>
          <a:xfrm>
            <a:off x="7899400" y="2451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2A112B-F9F0-40D6-B868-E37F662A0392}"/>
              </a:ext>
            </a:extLst>
          </p:cNvPr>
          <p:cNvSpPr txBox="1"/>
          <p:nvPr/>
        </p:nvSpPr>
        <p:spPr>
          <a:xfrm>
            <a:off x="8382000" y="2362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queue_trans()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68D779-12BC-4C0B-BA68-6B034994B49C}"/>
              </a:ext>
            </a:extLst>
          </p:cNvPr>
          <p:cNvSpPr txBox="1"/>
          <p:nvPr/>
        </p:nvSpPr>
        <p:spPr>
          <a:xfrm>
            <a:off x="8382000" y="2641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enfileira no driver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585F3E2-725F-48F6-83BA-3CDCEF1D3CC8}"/>
              </a:ext>
            </a:extLst>
          </p:cNvPr>
          <p:cNvSpPr/>
          <p:nvPr/>
        </p:nvSpPr>
        <p:spPr>
          <a:xfrm>
            <a:off x="7747000" y="3048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1858A13-C874-4FF0-8B95-C4848F7860CB}"/>
              </a:ext>
            </a:extLst>
          </p:cNvPr>
          <p:cNvSpPr/>
          <p:nvPr/>
        </p:nvSpPr>
        <p:spPr>
          <a:xfrm>
            <a:off x="7899400" y="3213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7C9CCC5-C520-4857-B377-84FF4532088B}"/>
              </a:ext>
            </a:extLst>
          </p:cNvPr>
          <p:cNvSpPr txBox="1"/>
          <p:nvPr/>
        </p:nvSpPr>
        <p:spPr>
          <a:xfrm>
            <a:off x="8382000" y="3124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DMA arma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A41569F-4E7A-4587-A8CF-BF76A957682B}"/>
              </a:ext>
            </a:extLst>
          </p:cNvPr>
          <p:cNvSpPr txBox="1"/>
          <p:nvPr/>
        </p:nvSpPr>
        <p:spPr>
          <a:xfrm>
            <a:off x="8382000" y="3403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configura descritor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A6553CA-5776-48B2-A46A-B24B1688523D}"/>
              </a:ext>
            </a:extLst>
          </p:cNvPr>
          <p:cNvSpPr/>
          <p:nvPr/>
        </p:nvSpPr>
        <p:spPr>
          <a:xfrm>
            <a:off x="7747000" y="3810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F1C3086-528E-489C-873A-4F5A2544FD12}"/>
              </a:ext>
            </a:extLst>
          </p:cNvPr>
          <p:cNvSpPr/>
          <p:nvPr/>
        </p:nvSpPr>
        <p:spPr>
          <a:xfrm>
            <a:off x="7899400" y="3975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BA67ED-DA05-460D-B043-CFBCC0BAA326}"/>
              </a:ext>
            </a:extLst>
          </p:cNvPr>
          <p:cNvSpPr txBox="1"/>
          <p:nvPr/>
        </p:nvSpPr>
        <p:spPr>
          <a:xfrm>
            <a:off x="8382000" y="3886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Stream MOSI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C70E84-FA03-4594-A5E0-425FBBE941DA}"/>
              </a:ext>
            </a:extLst>
          </p:cNvPr>
          <p:cNvSpPr txBox="1"/>
          <p:nvPr/>
        </p:nvSpPr>
        <p:spPr>
          <a:xfrm>
            <a:off x="8382000" y="4165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240×320×2 B = 153 KB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96C0EB8-0DA1-4C02-8AA9-463EAD95A0F9}"/>
              </a:ext>
            </a:extLst>
          </p:cNvPr>
          <p:cNvSpPr/>
          <p:nvPr/>
        </p:nvSpPr>
        <p:spPr>
          <a:xfrm>
            <a:off x="7747000" y="4572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CE4620E-9AF8-497E-9CC3-6BB6C80D4FFA}"/>
              </a:ext>
            </a:extLst>
          </p:cNvPr>
          <p:cNvSpPr/>
          <p:nvPr/>
        </p:nvSpPr>
        <p:spPr>
          <a:xfrm>
            <a:off x="7899400" y="4737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D4D6DD2-28F3-4AB0-87EF-2827A904D34A}"/>
              </a:ext>
            </a:extLst>
          </p:cNvPr>
          <p:cNvSpPr txBox="1"/>
          <p:nvPr/>
        </p:nvSpPr>
        <p:spPr>
          <a:xfrm>
            <a:off x="8382000" y="4648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CPU LIVRE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B21F064-2E72-435C-8327-6DD99EED7C89}"/>
              </a:ext>
            </a:extLst>
          </p:cNvPr>
          <p:cNvSpPr txBox="1"/>
          <p:nvPr/>
        </p:nvSpPr>
        <p:spPr>
          <a:xfrm>
            <a:off x="8382000" y="4927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renderiza próximo frame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979BC9A-4492-49F5-8A30-440A2195231D}"/>
              </a:ext>
            </a:extLst>
          </p:cNvPr>
          <p:cNvSpPr/>
          <p:nvPr/>
        </p:nvSpPr>
        <p:spPr>
          <a:xfrm>
            <a:off x="7747000" y="5334000"/>
            <a:ext cx="3873500" cy="6604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07A5311-DAB4-4BD2-B555-93E0060CFC84}"/>
              </a:ext>
            </a:extLst>
          </p:cNvPr>
          <p:cNvSpPr/>
          <p:nvPr/>
        </p:nvSpPr>
        <p:spPr>
          <a:xfrm>
            <a:off x="7899400" y="54991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3DB801B-EB10-4173-9554-89BFD4B41F04}"/>
              </a:ext>
            </a:extLst>
          </p:cNvPr>
          <p:cNvSpPr txBox="1"/>
          <p:nvPr/>
        </p:nvSpPr>
        <p:spPr>
          <a:xfrm>
            <a:off x="8382000" y="54102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91B1B"/>
                </a:solidFill>
              </a:rPr>
              <a:t>get_trans_result()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E62EB34-7559-4BCC-9868-0C10223417B3}"/>
              </a:ext>
            </a:extLst>
          </p:cNvPr>
          <p:cNvSpPr txBox="1"/>
          <p:nvPr/>
        </p:nvSpPr>
        <p:spPr>
          <a:xfrm>
            <a:off x="8382000" y="5689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F1D1D"/>
                </a:solidFill>
              </a:rPr>
              <a:t>confirma conclusão</a:t>
            </a:r>
          </a:p>
        </p:txBody>
      </p:sp>
    </p:spTree>
    <p:extLst>
      <p:ext uri="{BB962C8B-B14F-4D97-AF65-F5344CB8AC3E}">
        <p14:creationId xmlns:p14="http://schemas.microsoft.com/office/powerpoint/2010/main" val="340567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C0A99C5-306A-4A0E-8FC3-CF5879B656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0EF1CD8-224A-48C2-AA99-68BDFED5905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14BF80-F697-45D8-AD58-6F301181F895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D0D83D6-9FD7-408C-80D0-552964BF3CB8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FreeRTOS + DMA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50657E-B126-49EA-994A-CC4B399A96C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Tasks, notifications e ISRs trabalhando em harmonia</a:t>
            </a:r>
          </a:p>
        </p:txBody>
      </p:sp>
    </p:spTree>
    <p:extLst>
      <p:ext uri="{BB962C8B-B14F-4D97-AF65-F5344CB8AC3E}">
        <p14:creationId xmlns:p14="http://schemas.microsoft.com/office/powerpoint/2010/main" val="110436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47ABAE4-6E78-471A-BB0C-18ECA6E6F50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6E8702-A157-4688-BF8F-76E642BEBB56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FreeRTOS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CD3B4C-39E1-4938-AA3B-04BFDECC7A9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IPC entre ISR de DMA e tasks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A7C665-0636-4D8B-A176-29D13F0322FB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A20E69-827F-47CC-8248-3334C3A0D728}"/>
              </a:ext>
            </a:extLst>
          </p:cNvPr>
          <p:cNvSpPr txBox="1"/>
          <p:nvPr/>
        </p:nvSpPr>
        <p:spPr>
          <a:xfrm>
            <a:off x="635000" y="17526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4 mecanismos para sinalizar dados prontos. Use o mais leve que atender o caso.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733C86C-AF85-4385-9F23-20F12C6E604A}"/>
              </a:ext>
            </a:extLst>
          </p:cNvPr>
          <p:cNvSpPr/>
          <p:nvPr/>
        </p:nvSpPr>
        <p:spPr>
          <a:xfrm>
            <a:off x="635000" y="2222500"/>
            <a:ext cx="10922000" cy="889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CF3ADBB-F96E-4C51-B2E5-FFF5FE543139}"/>
              </a:ext>
            </a:extLst>
          </p:cNvPr>
          <p:cNvSpPr/>
          <p:nvPr/>
        </p:nvSpPr>
        <p:spPr>
          <a:xfrm>
            <a:off x="825500" y="2451100"/>
            <a:ext cx="431800" cy="4318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D592AC-708A-43C8-AB1B-18C768E78581}"/>
              </a:ext>
            </a:extLst>
          </p:cNvPr>
          <p:cNvSpPr txBox="1"/>
          <p:nvPr/>
        </p:nvSpPr>
        <p:spPr>
          <a:xfrm>
            <a:off x="1460500" y="23241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Task Notification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C410FE-7758-4092-9E59-78BE05A2C514}"/>
              </a:ext>
            </a:extLst>
          </p:cNvPr>
          <p:cNvSpPr txBox="1"/>
          <p:nvPr/>
        </p:nvSpPr>
        <p:spPr>
          <a:xfrm>
            <a:off x="4064000" y="2349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  <a:latin typeface="Consolas"/>
              </a:rPr>
              <a:t>vTaskNotifyGiveFromISR()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9E94B5-35F5-41C4-B79B-9F7BFCE3D950}"/>
              </a:ext>
            </a:extLst>
          </p:cNvPr>
          <p:cNvSpPr txBox="1"/>
          <p:nvPr/>
        </p:nvSpPr>
        <p:spPr>
          <a:xfrm>
            <a:off x="1460500" y="26797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🟢  Mais rápido (≈ 40 % de um semáforo). Direto entre ISR e UMA task. Use sempre que possível.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41CEC24-37CD-4EEA-991D-0D408E29823C}"/>
              </a:ext>
            </a:extLst>
          </p:cNvPr>
          <p:cNvSpPr/>
          <p:nvPr/>
        </p:nvSpPr>
        <p:spPr>
          <a:xfrm>
            <a:off x="635000" y="3213100"/>
            <a:ext cx="10922000" cy="8890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C4B26F9-E52B-4EB4-A731-B8BE9F13692D}"/>
              </a:ext>
            </a:extLst>
          </p:cNvPr>
          <p:cNvSpPr/>
          <p:nvPr/>
        </p:nvSpPr>
        <p:spPr>
          <a:xfrm>
            <a:off x="825500" y="3441700"/>
            <a:ext cx="431800" cy="4318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958B0DC-C4A2-4E50-B36F-656BDBA894BC}"/>
              </a:ext>
            </a:extLst>
          </p:cNvPr>
          <p:cNvSpPr txBox="1"/>
          <p:nvPr/>
        </p:nvSpPr>
        <p:spPr>
          <a:xfrm>
            <a:off x="1460500" y="33147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Binary Semaphore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7FDF65-7027-485F-AEE4-4211C72A4420}"/>
              </a:ext>
            </a:extLst>
          </p:cNvPr>
          <p:cNvSpPr txBox="1"/>
          <p:nvPr/>
        </p:nvSpPr>
        <p:spPr>
          <a:xfrm>
            <a:off x="4064000" y="33401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  <a:latin typeface="Consolas"/>
              </a:rPr>
              <a:t>xSemaphoreGiveFromISR()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882C805-6586-4DCF-B76F-FA400F61C318}"/>
              </a:ext>
            </a:extLst>
          </p:cNvPr>
          <p:cNvSpPr txBox="1"/>
          <p:nvPr/>
        </p:nvSpPr>
        <p:spPr>
          <a:xfrm>
            <a:off x="1460500" y="36703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🟡  Mais lento, mas pode ser aguardado por múltiplas tasks. Útil em sincronização N:1.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D948511-762E-485C-BAB3-332BF2771967}"/>
              </a:ext>
            </a:extLst>
          </p:cNvPr>
          <p:cNvSpPr/>
          <p:nvPr/>
        </p:nvSpPr>
        <p:spPr>
          <a:xfrm>
            <a:off x="635000" y="4203700"/>
            <a:ext cx="10922000" cy="8890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53AEFF1-FED7-4610-83F5-8461641C21B0}"/>
              </a:ext>
            </a:extLst>
          </p:cNvPr>
          <p:cNvSpPr/>
          <p:nvPr/>
        </p:nvSpPr>
        <p:spPr>
          <a:xfrm>
            <a:off x="825500" y="4432300"/>
            <a:ext cx="431800" cy="431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57A9877-9716-433B-A6F3-A04D7320E65C}"/>
              </a:ext>
            </a:extLst>
          </p:cNvPr>
          <p:cNvSpPr txBox="1"/>
          <p:nvPr/>
        </p:nvSpPr>
        <p:spPr>
          <a:xfrm>
            <a:off x="1460500" y="43053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Queue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4B044E7-A4DD-4781-A8CE-AE7B391D9E75}"/>
              </a:ext>
            </a:extLst>
          </p:cNvPr>
          <p:cNvSpPr txBox="1"/>
          <p:nvPr/>
        </p:nvSpPr>
        <p:spPr>
          <a:xfrm>
            <a:off x="4064000" y="43307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  <a:latin typeface="Consolas"/>
              </a:rPr>
              <a:t>xQueueSendFromISR()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53D5475-537B-4FD8-A455-2E60B3AD6AD8}"/>
              </a:ext>
            </a:extLst>
          </p:cNvPr>
          <p:cNvSpPr txBox="1"/>
          <p:nvPr/>
        </p:nvSpPr>
        <p:spPr>
          <a:xfrm>
            <a:off x="1460500" y="46609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🟠  Carrega dados (não só sinaliza). Custo: cópia dos bytes. Use com payloads pequenos.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D6441AD-0A32-4864-A69F-A03C895EAFC9}"/>
              </a:ext>
            </a:extLst>
          </p:cNvPr>
          <p:cNvSpPr/>
          <p:nvPr/>
        </p:nvSpPr>
        <p:spPr>
          <a:xfrm>
            <a:off x="635000" y="5194300"/>
            <a:ext cx="10922000" cy="889000"/>
          </a:xfrm>
          <a:prstGeom prst="roundRect">
            <a:avLst/>
          </a:prstGeom>
          <a:solidFill>
            <a:srgbClr val="ECFEFF"/>
          </a:solidFill>
          <a:ln w="12700" cap="flat" cmpd="sng" algn="ctr">
            <a:solidFill>
              <a:srgbClr val="67E8F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A28199D-9C69-449E-B110-A5F484F0D454}"/>
              </a:ext>
            </a:extLst>
          </p:cNvPr>
          <p:cNvSpPr/>
          <p:nvPr/>
        </p:nvSpPr>
        <p:spPr>
          <a:xfrm>
            <a:off x="825500" y="5422900"/>
            <a:ext cx="431800" cy="4318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1F1F6E6-B8A9-434C-9D4D-61F0526A3BDC}"/>
              </a:ext>
            </a:extLst>
          </p:cNvPr>
          <p:cNvSpPr txBox="1"/>
          <p:nvPr/>
        </p:nvSpPr>
        <p:spPr>
          <a:xfrm>
            <a:off x="1460500" y="52959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Event Group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0AA9313-E397-403F-AECD-3FAD4FA27E53}"/>
              </a:ext>
            </a:extLst>
          </p:cNvPr>
          <p:cNvSpPr txBox="1"/>
          <p:nvPr/>
        </p:nvSpPr>
        <p:spPr>
          <a:xfrm>
            <a:off x="4064000" y="53213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  <a:latin typeface="Consolas"/>
              </a:rPr>
              <a:t>xEventGroupSetBitsFromISR()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B95AEBE-9026-4771-BB92-E4AC3A60FE0F}"/>
              </a:ext>
            </a:extLst>
          </p:cNvPr>
          <p:cNvSpPr txBox="1"/>
          <p:nvPr/>
        </p:nvSpPr>
        <p:spPr>
          <a:xfrm>
            <a:off x="1460500" y="5651500"/>
            <a:ext cx="927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334155"/>
                </a:solidFill>
              </a:rPr>
              <a:t>🔵  Múltiplos eventos paralelos (bits). Bom quando há várias fontes de IRQ diferentes.</a:t>
            </a:r>
          </a:p>
        </p:txBody>
      </p:sp>
    </p:spTree>
    <p:extLst>
      <p:ext uri="{BB962C8B-B14F-4D97-AF65-F5344CB8AC3E}">
        <p14:creationId xmlns:p14="http://schemas.microsoft.com/office/powerpoint/2010/main" val="822898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39E4CBD-A2EE-4E40-AF62-8C2B2DB01E8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133397-6C28-42B0-AA14-4F9B3A7D5864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2563EB"/>
                </a:solidFill>
              </a:rPr>
              <a:t>FreeRTOS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D10C32-78E7-470A-8B2D-2A662CEFF667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Pinning, prioridades e cores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F1489A-4415-4737-95DF-2529EB84916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560BAF-B5DB-428C-8DC2-F1F679A0047D}"/>
              </a:ext>
            </a:extLst>
          </p:cNvPr>
          <p:cNvSpPr txBox="1"/>
          <p:nvPr/>
        </p:nvSpPr>
        <p:spPr>
          <a:xfrm>
            <a:off x="635000" y="1778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Distribuição recomendada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530FD99-5A9C-42F9-BF4B-1D7C3D10FA56}"/>
              </a:ext>
            </a:extLst>
          </p:cNvPr>
          <p:cNvSpPr/>
          <p:nvPr/>
        </p:nvSpPr>
        <p:spPr>
          <a:xfrm>
            <a:off x="635000" y="2222500"/>
            <a:ext cx="5207000" cy="40640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7B1023-EB80-4DA9-ADEC-603BFE85B58F}"/>
              </a:ext>
            </a:extLst>
          </p:cNvPr>
          <p:cNvSpPr txBox="1"/>
          <p:nvPr/>
        </p:nvSpPr>
        <p:spPr>
          <a:xfrm>
            <a:off x="889000" y="2387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B91C1C"/>
                </a:solidFill>
              </a:rPr>
              <a:t>CORE 0 — Protocol CPU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A4A88B9-D746-4FF0-AC0A-190F77E26F31}"/>
              </a:ext>
            </a:extLst>
          </p:cNvPr>
          <p:cNvSpPr txBox="1"/>
          <p:nvPr/>
        </p:nvSpPr>
        <p:spPr>
          <a:xfrm>
            <a:off x="889000" y="27051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7F1D1D"/>
                </a:solidFill>
              </a:rPr>
              <a:t>(IDF default: Wi-Fi, BLE, lwIP)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DD5FC7B-2402-4F3B-B4B4-47287271C062}"/>
              </a:ext>
            </a:extLst>
          </p:cNvPr>
          <p:cNvSpPr/>
          <p:nvPr/>
        </p:nvSpPr>
        <p:spPr>
          <a:xfrm>
            <a:off x="889000" y="31115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4C7D850-63B7-40C7-BB1C-B064E26CFA4D}"/>
              </a:ext>
            </a:extLst>
          </p:cNvPr>
          <p:cNvSpPr/>
          <p:nvPr/>
        </p:nvSpPr>
        <p:spPr>
          <a:xfrm>
            <a:off x="1016000" y="3225800"/>
            <a:ext cx="457200" cy="3429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1784CE2-3380-4E93-8A61-DFF822D6A90B}"/>
              </a:ext>
            </a:extLst>
          </p:cNvPr>
          <p:cNvSpPr txBox="1"/>
          <p:nvPr/>
        </p:nvSpPr>
        <p:spPr>
          <a:xfrm>
            <a:off x="1651000" y="32512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Wi-Fi / BLE stack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BF1CE55-E0E3-47D4-90E5-ABC0CF105E45}"/>
              </a:ext>
            </a:extLst>
          </p:cNvPr>
          <p:cNvSpPr/>
          <p:nvPr/>
        </p:nvSpPr>
        <p:spPr>
          <a:xfrm>
            <a:off x="889000" y="38100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BD2477-609A-4A81-A064-43315FD2F57D}"/>
              </a:ext>
            </a:extLst>
          </p:cNvPr>
          <p:cNvSpPr/>
          <p:nvPr/>
        </p:nvSpPr>
        <p:spPr>
          <a:xfrm>
            <a:off x="1016000" y="3924300"/>
            <a:ext cx="457200" cy="342900"/>
          </a:xfrm>
          <a:prstGeom prst="round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7996076-323B-473F-8B6E-85280D9DC7BF}"/>
              </a:ext>
            </a:extLst>
          </p:cNvPr>
          <p:cNvSpPr txBox="1"/>
          <p:nvPr/>
        </p:nvSpPr>
        <p:spPr>
          <a:xfrm>
            <a:off x="1651000" y="39497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Networking (lwIP)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BA204D5-B60A-43CE-BBD1-30BD374C3B5D}"/>
              </a:ext>
            </a:extLst>
          </p:cNvPr>
          <p:cNvSpPr/>
          <p:nvPr/>
        </p:nvSpPr>
        <p:spPr>
          <a:xfrm>
            <a:off x="889000" y="45085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A7DC7B7-0676-4BB7-AC4C-18FB9D38BDD6}"/>
              </a:ext>
            </a:extLst>
          </p:cNvPr>
          <p:cNvSpPr/>
          <p:nvPr/>
        </p:nvSpPr>
        <p:spPr>
          <a:xfrm>
            <a:off x="1016000" y="4622800"/>
            <a:ext cx="457200" cy="342900"/>
          </a:xfrm>
          <a:prstGeom prst="round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4929122-B1D1-48BC-A587-D30CB272789D}"/>
              </a:ext>
            </a:extLst>
          </p:cNvPr>
          <p:cNvSpPr txBox="1"/>
          <p:nvPr/>
        </p:nvSpPr>
        <p:spPr>
          <a:xfrm>
            <a:off x="1651000" y="46482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MQTT / HTTP client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5DBB7CE-531E-40FE-9092-0E76FA52E159}"/>
              </a:ext>
            </a:extLst>
          </p:cNvPr>
          <p:cNvSpPr/>
          <p:nvPr/>
        </p:nvSpPr>
        <p:spPr>
          <a:xfrm>
            <a:off x="889000" y="5207000"/>
            <a:ext cx="4699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CA5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D816AEF-0B6E-47C4-B2B9-B0DB56B31865}"/>
              </a:ext>
            </a:extLst>
          </p:cNvPr>
          <p:cNvSpPr/>
          <p:nvPr/>
        </p:nvSpPr>
        <p:spPr>
          <a:xfrm>
            <a:off x="1016000" y="5321300"/>
            <a:ext cx="457200" cy="342900"/>
          </a:xfrm>
          <a:prstGeom prst="round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98661C3-A526-403C-A9C3-2713C39D0AF1}"/>
              </a:ext>
            </a:extLst>
          </p:cNvPr>
          <p:cNvSpPr txBox="1"/>
          <p:nvPr/>
        </p:nvSpPr>
        <p:spPr>
          <a:xfrm>
            <a:off x="1651000" y="53467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IDLE0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209D511-B8C1-4B9A-8243-42A6A15AF6E7}"/>
              </a:ext>
            </a:extLst>
          </p:cNvPr>
          <p:cNvSpPr/>
          <p:nvPr/>
        </p:nvSpPr>
        <p:spPr>
          <a:xfrm>
            <a:off x="6096000" y="2222500"/>
            <a:ext cx="5461000" cy="4064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48299F9-9B42-4F1A-8EF6-8171D2C82132}"/>
              </a:ext>
            </a:extLst>
          </p:cNvPr>
          <p:cNvSpPr txBox="1"/>
          <p:nvPr/>
        </p:nvSpPr>
        <p:spPr>
          <a:xfrm>
            <a:off x="6350000" y="2387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CORE 1 — Application CPU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F6ABD1C-72C6-42A2-B7D9-0BFC14E7D747}"/>
              </a:ext>
            </a:extLst>
          </p:cNvPr>
          <p:cNvSpPr txBox="1"/>
          <p:nvPr/>
        </p:nvSpPr>
        <p:spPr>
          <a:xfrm>
            <a:off x="6350000" y="27051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4532D"/>
                </a:solidFill>
              </a:rPr>
              <a:t>(reserve para tarefas tempo-real)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BF54CB8-1592-42A2-BF53-D476385307E1}"/>
              </a:ext>
            </a:extLst>
          </p:cNvPr>
          <p:cNvSpPr/>
          <p:nvPr/>
        </p:nvSpPr>
        <p:spPr>
          <a:xfrm>
            <a:off x="6350000" y="31115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16951F0-E03D-4AB9-91C1-EE6CAE27333A}"/>
              </a:ext>
            </a:extLst>
          </p:cNvPr>
          <p:cNvSpPr/>
          <p:nvPr/>
        </p:nvSpPr>
        <p:spPr>
          <a:xfrm>
            <a:off x="6477000" y="3225800"/>
            <a:ext cx="457200" cy="342900"/>
          </a:xfrm>
          <a:prstGeom prst="round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4B75884-0EA2-48A9-AF61-EE4834A1F871}"/>
              </a:ext>
            </a:extLst>
          </p:cNvPr>
          <p:cNvSpPr txBox="1"/>
          <p:nvPr/>
        </p:nvSpPr>
        <p:spPr>
          <a:xfrm>
            <a:off x="7112000" y="32512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DMA ISR handler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24B203A-B81C-4BA4-BC5A-784E7C08A3D6}"/>
              </a:ext>
            </a:extLst>
          </p:cNvPr>
          <p:cNvSpPr/>
          <p:nvPr/>
        </p:nvSpPr>
        <p:spPr>
          <a:xfrm>
            <a:off x="6350000" y="38100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248AA85-51D2-47B6-88F2-E3856BF1FB1D}"/>
              </a:ext>
            </a:extLst>
          </p:cNvPr>
          <p:cNvSpPr/>
          <p:nvPr/>
        </p:nvSpPr>
        <p:spPr>
          <a:xfrm>
            <a:off x="6477000" y="3924300"/>
            <a:ext cx="457200" cy="3429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6B9F732-89BC-429B-B544-EC29F552D370}"/>
              </a:ext>
            </a:extLst>
          </p:cNvPr>
          <p:cNvSpPr txBox="1"/>
          <p:nvPr/>
        </p:nvSpPr>
        <p:spPr>
          <a:xfrm>
            <a:off x="7112000" y="39497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Audio processing task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20295FA-9FF0-433A-B7E2-7DA950E2F621}"/>
              </a:ext>
            </a:extLst>
          </p:cNvPr>
          <p:cNvSpPr/>
          <p:nvPr/>
        </p:nvSpPr>
        <p:spPr>
          <a:xfrm>
            <a:off x="6350000" y="45085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34D1A5A-B2F4-4879-9DA3-1279A5B1ABDC}"/>
              </a:ext>
            </a:extLst>
          </p:cNvPr>
          <p:cNvSpPr/>
          <p:nvPr/>
        </p:nvSpPr>
        <p:spPr>
          <a:xfrm>
            <a:off x="6477000" y="4622800"/>
            <a:ext cx="457200" cy="342900"/>
          </a:xfrm>
          <a:prstGeom prst="round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93B8A7A-C817-48A7-9C9B-0AF53D32242D}"/>
              </a:ext>
            </a:extLst>
          </p:cNvPr>
          <p:cNvSpPr txBox="1"/>
          <p:nvPr/>
        </p:nvSpPr>
        <p:spPr>
          <a:xfrm>
            <a:off x="7112000" y="46482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DSP / FFT pipeline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E6B14B58-E5EA-470B-9E1A-ED50554257AC}"/>
              </a:ext>
            </a:extLst>
          </p:cNvPr>
          <p:cNvSpPr/>
          <p:nvPr/>
        </p:nvSpPr>
        <p:spPr>
          <a:xfrm>
            <a:off x="6350000" y="5207000"/>
            <a:ext cx="4953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9193C34-A424-456E-A395-D16E125C44D4}"/>
              </a:ext>
            </a:extLst>
          </p:cNvPr>
          <p:cNvSpPr/>
          <p:nvPr/>
        </p:nvSpPr>
        <p:spPr>
          <a:xfrm>
            <a:off x="6477000" y="5321300"/>
            <a:ext cx="457200" cy="342900"/>
          </a:xfrm>
          <a:prstGeom prst="round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294FBF0-FAE4-41D5-B5DC-1C166361B59B}"/>
              </a:ext>
            </a:extLst>
          </p:cNvPr>
          <p:cNvSpPr txBox="1"/>
          <p:nvPr/>
        </p:nvSpPr>
        <p:spPr>
          <a:xfrm>
            <a:off x="7112000" y="5346700"/>
            <a:ext cx="40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App logic</a:t>
            </a:r>
          </a:p>
        </p:txBody>
      </p:sp>
    </p:spTree>
    <p:extLst>
      <p:ext uri="{BB962C8B-B14F-4D97-AF65-F5344CB8AC3E}">
        <p14:creationId xmlns:p14="http://schemas.microsoft.com/office/powerpoint/2010/main" val="1033969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C57522-A53A-42D9-AEC0-7CD039B484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704EA9-9AB2-4D4B-839B-E443651427F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6EF6E1-2D27-4C1B-A23E-6579AFB45D90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16A34A"/>
                </a:solidFill>
              </a:rPr>
              <a:t>08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A73624-4106-44F1-8FE7-D93082B2B8A8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Pipelines Real-Time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95BA0C-02EB-42F6-994D-65CC84E2B02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FFT, filtros e streams contínuos sem deadline misses</a:t>
            </a:r>
          </a:p>
        </p:txBody>
      </p:sp>
    </p:spTree>
    <p:extLst>
      <p:ext uri="{BB962C8B-B14F-4D97-AF65-F5344CB8AC3E}">
        <p14:creationId xmlns:p14="http://schemas.microsoft.com/office/powerpoint/2010/main" val="2701605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838FF91-0098-4490-B98D-F2C2F6F8D1C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8898BC-1028-4711-AD47-60FC6830F720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PIPELINE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994EF2-61A9-4B91-BB16-BD1D8C01B2B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Arquitetura clássica de um pipeline real-time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F27A11-4255-4D5C-BF5A-ED421539AEE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CE4BD1-95C3-4186-A1D8-33E6B5DE3F00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75569"/>
                </a:solidFill>
              </a:rPr>
              <a:t>Estágios encadeados por filas/notificações. Cada estágio em sua própria task.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5D29751-5CCD-465F-A23F-6E491ECF448E}"/>
              </a:ext>
            </a:extLst>
          </p:cNvPr>
          <p:cNvSpPr/>
          <p:nvPr/>
        </p:nvSpPr>
        <p:spPr>
          <a:xfrm>
            <a:off x="635000" y="2540000"/>
            <a:ext cx="1651000" cy="1270000"/>
          </a:xfrm>
          <a:prstGeom prst="roundRect">
            <a:avLst/>
          </a:prstGeom>
          <a:solidFill>
            <a:srgbClr val="F5F3FF"/>
          </a:solidFill>
          <a:ln w="19050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9FE776-3B39-4C30-9FE1-FFE5A4D876F7}"/>
              </a:ext>
            </a:extLst>
          </p:cNvPr>
          <p:cNvSpPr txBox="1"/>
          <p:nvPr/>
        </p:nvSpPr>
        <p:spPr>
          <a:xfrm>
            <a:off x="6350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7C3AED"/>
                </a:solidFill>
              </a:rPr>
              <a:t>ADC / I2S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D5B721A-4607-4265-9F3C-574CE11E8A8C}"/>
              </a:ext>
            </a:extLst>
          </p:cNvPr>
          <p:cNvSpPr txBox="1"/>
          <p:nvPr/>
        </p:nvSpPr>
        <p:spPr>
          <a:xfrm>
            <a:off x="6350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DMA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28BB059-7F8B-4892-8F28-A4028AD23008}"/>
              </a:ext>
            </a:extLst>
          </p:cNvPr>
          <p:cNvSpPr/>
          <p:nvPr/>
        </p:nvSpPr>
        <p:spPr>
          <a:xfrm>
            <a:off x="1308100" y="3479800"/>
            <a:ext cx="304800" cy="3048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B3385EC9-86F3-465E-B012-40447B6D122C}"/>
              </a:ext>
            </a:extLst>
          </p:cNvPr>
          <p:cNvSpPr/>
          <p:nvPr/>
        </p:nvSpPr>
        <p:spPr>
          <a:xfrm>
            <a:off x="22606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69D7732-763F-46A3-9233-E5AA325CE19D}"/>
              </a:ext>
            </a:extLst>
          </p:cNvPr>
          <p:cNvSpPr/>
          <p:nvPr/>
        </p:nvSpPr>
        <p:spPr>
          <a:xfrm>
            <a:off x="2463800" y="2540000"/>
            <a:ext cx="1651000" cy="1270000"/>
          </a:xfrm>
          <a:prstGeom prst="roundRect">
            <a:avLst/>
          </a:prstGeom>
          <a:solidFill>
            <a:srgbClr val="ECFEFF"/>
          </a:solidFill>
          <a:ln w="19050" cap="flat" cmpd="sng" algn="ctr">
            <a:solidFill>
              <a:srgbClr val="0891B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8459F91-CDED-4B38-BDEB-AB2ED9517BF1}"/>
              </a:ext>
            </a:extLst>
          </p:cNvPr>
          <p:cNvSpPr txBox="1"/>
          <p:nvPr/>
        </p:nvSpPr>
        <p:spPr>
          <a:xfrm>
            <a:off x="24638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891B2"/>
                </a:solidFill>
              </a:rPr>
              <a:t>DC offset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E62EF2-D39A-4CAC-B840-6EDFCD04908C}"/>
              </a:ext>
            </a:extLst>
          </p:cNvPr>
          <p:cNvSpPr txBox="1"/>
          <p:nvPr/>
        </p:nvSpPr>
        <p:spPr>
          <a:xfrm>
            <a:off x="24638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remove bias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5BF5131-659B-4CC3-8F85-93EC7F0BB0D0}"/>
              </a:ext>
            </a:extLst>
          </p:cNvPr>
          <p:cNvSpPr/>
          <p:nvPr/>
        </p:nvSpPr>
        <p:spPr>
          <a:xfrm>
            <a:off x="3136900" y="3479800"/>
            <a:ext cx="304800" cy="3048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58B57D9B-AC3D-469F-99AA-9A7EF4A96733}"/>
              </a:ext>
            </a:extLst>
          </p:cNvPr>
          <p:cNvSpPr/>
          <p:nvPr/>
        </p:nvSpPr>
        <p:spPr>
          <a:xfrm>
            <a:off x="40894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8D9AC3A-A72A-497E-8C14-4CD29D5B05A2}"/>
              </a:ext>
            </a:extLst>
          </p:cNvPr>
          <p:cNvSpPr/>
          <p:nvPr/>
        </p:nvSpPr>
        <p:spPr>
          <a:xfrm>
            <a:off x="4292600" y="2540000"/>
            <a:ext cx="1651000" cy="1270000"/>
          </a:xfrm>
          <a:prstGeom prst="roundRect">
            <a:avLst/>
          </a:prstGeom>
          <a:solidFill>
            <a:srgbClr val="F0FDF4"/>
          </a:solidFill>
          <a:ln w="19050" cap="flat" cmpd="sng" algn="ctr">
            <a:solidFill>
              <a:srgbClr val="16A3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5A05BE9-50FB-4455-A195-FD48BEFA71DF}"/>
              </a:ext>
            </a:extLst>
          </p:cNvPr>
          <p:cNvSpPr txBox="1"/>
          <p:nvPr/>
        </p:nvSpPr>
        <p:spPr>
          <a:xfrm>
            <a:off x="42926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16A34A"/>
                </a:solidFill>
              </a:rPr>
              <a:t>Window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C7B7CC7-A5E5-4374-B10A-224368F2A6EF}"/>
              </a:ext>
            </a:extLst>
          </p:cNvPr>
          <p:cNvSpPr txBox="1"/>
          <p:nvPr/>
        </p:nvSpPr>
        <p:spPr>
          <a:xfrm>
            <a:off x="42926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Hann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2DBDDE1-A73A-46C9-8C05-A3C8E91685E3}"/>
              </a:ext>
            </a:extLst>
          </p:cNvPr>
          <p:cNvSpPr/>
          <p:nvPr/>
        </p:nvSpPr>
        <p:spPr>
          <a:xfrm>
            <a:off x="4965700" y="3479800"/>
            <a:ext cx="304800" cy="3048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75E8542E-D879-44A4-AEDE-FD607472A65B}"/>
              </a:ext>
            </a:extLst>
          </p:cNvPr>
          <p:cNvSpPr/>
          <p:nvPr/>
        </p:nvSpPr>
        <p:spPr>
          <a:xfrm>
            <a:off x="59182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211DD83-2D43-4DE9-AEDF-D0F333189694}"/>
              </a:ext>
            </a:extLst>
          </p:cNvPr>
          <p:cNvSpPr/>
          <p:nvPr/>
        </p:nvSpPr>
        <p:spPr>
          <a:xfrm>
            <a:off x="6121400" y="2540000"/>
            <a:ext cx="1651000" cy="1270000"/>
          </a:xfrm>
          <a:prstGeom prst="roundRect">
            <a:avLst/>
          </a:prstGeom>
          <a:solidFill>
            <a:srgbClr val="FFF7ED"/>
          </a:solidFill>
          <a:ln w="19050" cap="flat" cmpd="sng" algn="ctr">
            <a:solidFill>
              <a:srgbClr val="EA58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542C0DF-6996-4E7F-9677-CB501CE50DE8}"/>
              </a:ext>
            </a:extLst>
          </p:cNvPr>
          <p:cNvSpPr txBox="1"/>
          <p:nvPr/>
        </p:nvSpPr>
        <p:spPr>
          <a:xfrm>
            <a:off x="61214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EA580C"/>
                </a:solidFill>
              </a:rPr>
              <a:t>FFT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28C5383-525D-445F-A455-48F1A2E8D5C4}"/>
              </a:ext>
            </a:extLst>
          </p:cNvPr>
          <p:cNvSpPr txBox="1"/>
          <p:nvPr/>
        </p:nvSpPr>
        <p:spPr>
          <a:xfrm>
            <a:off x="61214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1024 pts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77A17B4-0391-4E4F-B7CD-BD8900A245E6}"/>
              </a:ext>
            </a:extLst>
          </p:cNvPr>
          <p:cNvSpPr/>
          <p:nvPr/>
        </p:nvSpPr>
        <p:spPr>
          <a:xfrm>
            <a:off x="6794500" y="3479800"/>
            <a:ext cx="304800" cy="3048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5CFE234D-C1B7-419E-A7FE-204804193D64}"/>
              </a:ext>
            </a:extLst>
          </p:cNvPr>
          <p:cNvSpPr/>
          <p:nvPr/>
        </p:nvSpPr>
        <p:spPr>
          <a:xfrm>
            <a:off x="77470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0CA0C69-65CB-4220-96A7-0E959081DFF9}"/>
              </a:ext>
            </a:extLst>
          </p:cNvPr>
          <p:cNvSpPr/>
          <p:nvPr/>
        </p:nvSpPr>
        <p:spPr>
          <a:xfrm>
            <a:off x="7950200" y="2540000"/>
            <a:ext cx="1651000" cy="1270000"/>
          </a:xfrm>
          <a:prstGeom prst="roundRect">
            <a:avLst/>
          </a:prstGeom>
          <a:solidFill>
            <a:srgbClr val="EFF6FF"/>
          </a:solidFill>
          <a:ln w="19050" cap="flat" cmpd="sng" algn="ctr">
            <a:solidFill>
              <a:srgbClr val="2563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9BE4791-86B8-40EF-BF20-E915DAE9A34E}"/>
              </a:ext>
            </a:extLst>
          </p:cNvPr>
          <p:cNvSpPr txBox="1"/>
          <p:nvPr/>
        </p:nvSpPr>
        <p:spPr>
          <a:xfrm>
            <a:off x="79502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2563EB"/>
                </a:solidFill>
              </a:rPr>
              <a:t>Detection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9BD5066-6183-4C0C-8770-FEB8C1780AB6}"/>
              </a:ext>
            </a:extLst>
          </p:cNvPr>
          <p:cNvSpPr txBox="1"/>
          <p:nvPr/>
        </p:nvSpPr>
        <p:spPr>
          <a:xfrm>
            <a:off x="79502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peak / VAD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72CBB61A-9CCB-4217-9578-C9B4FACA55AA}"/>
              </a:ext>
            </a:extLst>
          </p:cNvPr>
          <p:cNvSpPr/>
          <p:nvPr/>
        </p:nvSpPr>
        <p:spPr>
          <a:xfrm>
            <a:off x="8623300" y="34798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E6F4DE24-3A85-4CAD-91A1-03DFF00C1E14}"/>
              </a:ext>
            </a:extLst>
          </p:cNvPr>
          <p:cNvSpPr/>
          <p:nvPr/>
        </p:nvSpPr>
        <p:spPr>
          <a:xfrm>
            <a:off x="9575800" y="3048000"/>
            <a:ext cx="228600" cy="254000"/>
          </a:xfrm>
          <a:prstGeom prst="rightArrow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3A8F802-0F53-453C-998A-FBCA51125D3C}"/>
              </a:ext>
            </a:extLst>
          </p:cNvPr>
          <p:cNvSpPr/>
          <p:nvPr/>
        </p:nvSpPr>
        <p:spPr>
          <a:xfrm>
            <a:off x="9779000" y="2540000"/>
            <a:ext cx="1651000" cy="1270000"/>
          </a:xfrm>
          <a:prstGeom prst="roundRect">
            <a:avLst/>
          </a:prstGeom>
          <a:solidFill>
            <a:srgbClr val="FEF2F2"/>
          </a:solidFill>
          <a:ln w="19050" cap="flat" cmpd="sng" algn="ctr">
            <a:solidFill>
              <a:srgbClr val="DC262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E1454A3-4B40-4FF9-B6F6-D8E9FB7AD5D6}"/>
              </a:ext>
            </a:extLst>
          </p:cNvPr>
          <p:cNvSpPr txBox="1"/>
          <p:nvPr/>
        </p:nvSpPr>
        <p:spPr>
          <a:xfrm>
            <a:off x="9779000" y="2768600"/>
            <a:ext cx="165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DC2626"/>
                </a:solidFill>
              </a:rPr>
              <a:t>Output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3EF107F-EE26-4763-999B-53BA4C8940CB}"/>
              </a:ext>
            </a:extLst>
          </p:cNvPr>
          <p:cNvSpPr txBox="1"/>
          <p:nvPr/>
        </p:nvSpPr>
        <p:spPr>
          <a:xfrm>
            <a:off x="9779000" y="3175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MQTT / LED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1DD963F-2658-442A-9AB0-6631780B14D3}"/>
              </a:ext>
            </a:extLst>
          </p:cNvPr>
          <p:cNvSpPr/>
          <p:nvPr/>
        </p:nvSpPr>
        <p:spPr>
          <a:xfrm>
            <a:off x="10452100" y="3479800"/>
            <a:ext cx="304800" cy="3048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01A8CCF-F9C9-46BA-8D19-27AEDB630C1B}"/>
              </a:ext>
            </a:extLst>
          </p:cNvPr>
          <p:cNvSpPr/>
          <p:nvPr/>
        </p:nvSpPr>
        <p:spPr>
          <a:xfrm>
            <a:off x="635000" y="4254500"/>
            <a:ext cx="10922000" cy="1016000"/>
          </a:xfrm>
          <a:prstGeom prst="roundRect">
            <a:avLst/>
          </a:prstGeom>
          <a:solidFill>
            <a:srgbClr val="FEFCE8"/>
          </a:solidFill>
          <a:ln w="12700" cap="flat" cmpd="sng" algn="ctr">
            <a:solidFill>
              <a:srgbClr val="FDE6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CB18644-7798-4CF6-BCD0-71C311BD8185}"/>
              </a:ext>
            </a:extLst>
          </p:cNvPr>
          <p:cNvSpPr txBox="1"/>
          <p:nvPr/>
        </p:nvSpPr>
        <p:spPr>
          <a:xfrm>
            <a:off x="889000" y="4419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854D0E"/>
                </a:solidFill>
              </a:rPr>
              <a:t>⏱  Orçamento de tempo (frame de 21 ms @ 48 kHz × 1024 amostras)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B5FF32A-79C4-49C9-AFCF-5AB38D5D08AB}"/>
              </a:ext>
            </a:extLst>
          </p:cNvPr>
          <p:cNvSpPr txBox="1"/>
          <p:nvPr/>
        </p:nvSpPr>
        <p:spPr>
          <a:xfrm>
            <a:off x="889000" y="47625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713F12"/>
                </a:solidFill>
              </a:rPr>
              <a:t>DMA: 21 ms  ·  DC offset: 0,15 ms  ·  Window: 0,12 ms  ·  FFT: 1,8 ms  ·  Detection: 0,3 ms  ·  Output: &lt; 0,1 ms  →  total ≈ 2,5 ms / frame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1560313-E091-45D2-BBB5-3D403758D07D}"/>
              </a:ext>
            </a:extLst>
          </p:cNvPr>
          <p:cNvSpPr txBox="1"/>
          <p:nvPr/>
        </p:nvSpPr>
        <p:spPr>
          <a:xfrm>
            <a:off x="635000" y="54610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475569"/>
                </a:solidFill>
              </a:rPr>
              <a:t>Conectores: xQueue ou TaskNotify (preferível). Cada conexão = 1 buffer DMA-capable rotativo.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C8738F10-F07D-4532-91A3-512F83252AA6}"/>
              </a:ext>
            </a:extLst>
          </p:cNvPr>
          <p:cNvSpPr/>
          <p:nvPr/>
        </p:nvSpPr>
        <p:spPr>
          <a:xfrm>
            <a:off x="635000" y="5969000"/>
            <a:ext cx="10922000" cy="508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D3BB97C-D31F-4D12-9E4C-01AA5C2D5D71}"/>
              </a:ext>
            </a:extLst>
          </p:cNvPr>
          <p:cNvSpPr txBox="1"/>
          <p:nvPr/>
        </p:nvSpPr>
        <p:spPr>
          <a:xfrm>
            <a:off x="889000" y="61087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15803D"/>
                </a:solidFill>
              </a:rPr>
              <a:t>📊  CPU ocupada apenas ~12% para fazer FFT contínua a 48 kHz com detecção em tempo real</a:t>
            </a:r>
          </a:p>
        </p:txBody>
      </p:sp>
    </p:spTree>
    <p:extLst>
      <p:ext uri="{BB962C8B-B14F-4D97-AF65-F5344CB8AC3E}">
        <p14:creationId xmlns:p14="http://schemas.microsoft.com/office/powerpoint/2010/main" val="3395508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4AA7610-1E1B-44A6-AE57-24E18743C93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47450D-4139-45B2-8643-A3C5B2F9B71A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6A34A"/>
                </a:solidFill>
              </a:rPr>
              <a:t>PIPELINE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20854F-D0DA-43FF-B4B2-A8A6A183957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Exemplo: FFT contínua com esp-dsp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FB7035-D181-494F-B119-6C6F6ED1F9E7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9958040-FD43-4145-BFC1-C2D436B331FB}"/>
              </a:ext>
            </a:extLst>
          </p:cNvPr>
          <p:cNvSpPr/>
          <p:nvPr/>
        </p:nvSpPr>
        <p:spPr>
          <a:xfrm>
            <a:off x="635000" y="1778000"/>
            <a:ext cx="10922000" cy="46355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785FD4-7DF4-42F8-A117-34CBBCA9D332}"/>
              </a:ext>
            </a:extLst>
          </p:cNvPr>
          <p:cNvSpPr txBox="1"/>
          <p:nvPr/>
        </p:nvSpPr>
        <p:spPr>
          <a:xfrm>
            <a:off x="863600" y="1955800"/>
            <a:ext cx="10464800" cy="427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E2E8F0"/>
                </a:solidFill>
                <a:latin typeface="Consolas"/>
              </a:rPr>
              <a:t>#include "esp_dsp.h"
#define N_FFT  1024
__attribute__((aligned(16))) float fft_in[N_FFT * 2];   // complexo
__attribute__((aligned(16))) float window[N_FFT];
void fft_task(void *arg)
{
    dsps_fft2r_init_fc32(NULL, N_FFT);
    dsps_wind_hann_f32(window, N_FFT);
    while (1) {
        int16_t *frame;
        // Recebe ponteiro de buffer DMA via queue (zero-copy)
        xQueueReceive(adc_q, &amp;frame, portMAX_DELAY);
        // 1. Converte int16 → float, aplica janela, complexo (real, 0)
        for (int i = 0; i &lt; N_FFT; i++) {
            fft_in[i * 2]     = (frame[i] / 32768.0f) * window[i];
            fft_in[i * 2 + 1] = 0.0f;
        }
        // 2. FFT in-place
        dsps_fft2r_fc32(fft_in, N_FFT);
        dsps_bit_rev_fc32(fft_in, N_FFT);
        // 3. Magnitude e envio para detecção
        float *out = get_free_mag_buf();
        for (int i = 0; i &lt; N_FFT / 2; i++) {
            float re = fft_in[i * 2], im = fft_in[i * 2 + 1];
            out[i] = re*re + im*im;        // magnitude²
        }
        xQueueSend(detect_q, &amp;out, 0);     // não bloqueia
    }
}</a:t>
            </a:r>
          </a:p>
        </p:txBody>
      </p:sp>
    </p:spTree>
    <p:extLst>
      <p:ext uri="{BB962C8B-B14F-4D97-AF65-F5344CB8AC3E}">
        <p14:creationId xmlns:p14="http://schemas.microsoft.com/office/powerpoint/2010/main" val="1485122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69636C-72FE-4185-938B-C670A79EAB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CAE23B-858D-4BFC-8ECC-7202D13FF59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4A0540-40A9-4D4F-999D-8D0497E888DB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EA580C"/>
                </a:solidFill>
              </a:rPr>
              <a:t>09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C5BAF3-07C7-44E0-A15D-5F2A4FD8D146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Benchmarks &amp; Otimização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D8F602-4AA3-4D04-BBBA-ED64C622E0DF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Medindo throughput, latência e custo de memória</a:t>
            </a:r>
          </a:p>
        </p:txBody>
      </p:sp>
    </p:spTree>
    <p:extLst>
      <p:ext uri="{BB962C8B-B14F-4D97-AF65-F5344CB8AC3E}">
        <p14:creationId xmlns:p14="http://schemas.microsoft.com/office/powerpoint/2010/main" val="2673901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1FFF0A9-1D21-4DCE-945D-D57DCDA78BC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180D41-7802-4187-A7C3-34E4F07577F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BENCH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BD67A2-DBF3-4AA1-AB64-EDE7A9349DF3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3200" b="1">
                <a:solidFill>
                  <a:srgbClr val="0F172A"/>
                </a:solidFill>
              </a:rPr>
              <a:t>Carga de CPU — polling vs DMA</a:t>
            </a:r>
            <a:endParaRPr lang="pt-BR" sz="3200" b="1">
              <a:solidFill>
                <a:srgbClr val="0F172A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93B6A52-F127-4615-AD2C-61949E783036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6FCC36-F005-478A-874D-5AADF21BBD77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Workload: aquisição contínua + processamento. Medido com vTaskGetRunTimeStats().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A6486F-0334-4F3D-9A01-965FF3033732}"/>
              </a:ext>
            </a:extLst>
          </p:cNvPr>
          <p:cNvSpPr txBox="1"/>
          <p:nvPr/>
        </p:nvSpPr>
        <p:spPr>
          <a:xfrm>
            <a:off x="635000" y="2654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I2S 48 kHz estéreo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510798C-A744-4725-9736-40D34BB15791}"/>
              </a:ext>
            </a:extLst>
          </p:cNvPr>
          <p:cNvSpPr/>
          <p:nvPr/>
        </p:nvSpPr>
        <p:spPr>
          <a:xfrm>
            <a:off x="3683000" y="2692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0BFCBA-8292-455D-8954-783F4FA24A93}"/>
              </a:ext>
            </a:extLst>
          </p:cNvPr>
          <p:cNvSpPr/>
          <p:nvPr/>
        </p:nvSpPr>
        <p:spPr>
          <a:xfrm>
            <a:off x="3683000" y="2692400"/>
            <a:ext cx="39624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27EB84-1F68-41A3-890C-FA3DBD39A1F5}"/>
              </a:ext>
            </a:extLst>
          </p:cNvPr>
          <p:cNvSpPr txBox="1"/>
          <p:nvPr/>
        </p:nvSpPr>
        <p:spPr>
          <a:xfrm>
            <a:off x="8826500" y="2654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78%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DDEC5D1-92F1-473D-AC32-AAC207ADD8E0}"/>
              </a:ext>
            </a:extLst>
          </p:cNvPr>
          <p:cNvSpPr/>
          <p:nvPr/>
        </p:nvSpPr>
        <p:spPr>
          <a:xfrm>
            <a:off x="3683000" y="2997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A0F679-C4C0-48DA-9C7D-866DE4BE8788}"/>
              </a:ext>
            </a:extLst>
          </p:cNvPr>
          <p:cNvSpPr/>
          <p:nvPr/>
        </p:nvSpPr>
        <p:spPr>
          <a:xfrm>
            <a:off x="3683000" y="2997200"/>
            <a:ext cx="2032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50BA7C8-FD5A-483A-9A33-B19E4F4CFECB}"/>
              </a:ext>
            </a:extLst>
          </p:cNvPr>
          <p:cNvSpPr txBox="1"/>
          <p:nvPr/>
        </p:nvSpPr>
        <p:spPr>
          <a:xfrm>
            <a:off x="8826500" y="2959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4%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5CC1440-D421-4661-B487-803FEE06D3B5}"/>
              </a:ext>
            </a:extLst>
          </p:cNvPr>
          <p:cNvSpPr/>
          <p:nvPr/>
        </p:nvSpPr>
        <p:spPr>
          <a:xfrm>
            <a:off x="10350500" y="2794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19.5×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3A1E3E-BD29-4540-9767-7374CD6E82F4}"/>
              </a:ext>
            </a:extLst>
          </p:cNvPr>
          <p:cNvSpPr txBox="1"/>
          <p:nvPr/>
        </p:nvSpPr>
        <p:spPr>
          <a:xfrm>
            <a:off x="635000" y="3543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ADC 100 kSPS 1 canal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68FE577-01D8-4D12-845C-AA60D3356DB2}"/>
              </a:ext>
            </a:extLst>
          </p:cNvPr>
          <p:cNvSpPr/>
          <p:nvPr/>
        </p:nvSpPr>
        <p:spPr>
          <a:xfrm>
            <a:off x="3683000" y="3581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BC625BE-4622-4987-BB83-39486C0918F8}"/>
              </a:ext>
            </a:extLst>
          </p:cNvPr>
          <p:cNvSpPr/>
          <p:nvPr/>
        </p:nvSpPr>
        <p:spPr>
          <a:xfrm>
            <a:off x="3683000" y="3581400"/>
            <a:ext cx="20828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8ECADFC-0B77-4010-A119-C570A08939C2}"/>
              </a:ext>
            </a:extLst>
          </p:cNvPr>
          <p:cNvSpPr txBox="1"/>
          <p:nvPr/>
        </p:nvSpPr>
        <p:spPr>
          <a:xfrm>
            <a:off x="8826500" y="3543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41%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12AE68E-4066-4C20-AFF3-55FB14555106}"/>
              </a:ext>
            </a:extLst>
          </p:cNvPr>
          <p:cNvSpPr/>
          <p:nvPr/>
        </p:nvSpPr>
        <p:spPr>
          <a:xfrm>
            <a:off x="3683000" y="3886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1AD1B7C-218C-46E9-AA6C-5A39D3FC829C}"/>
              </a:ext>
            </a:extLst>
          </p:cNvPr>
          <p:cNvSpPr/>
          <p:nvPr/>
        </p:nvSpPr>
        <p:spPr>
          <a:xfrm>
            <a:off x="3683000" y="3886200"/>
            <a:ext cx="1016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1E546C-7916-4FDC-8610-BD28E37B8056}"/>
              </a:ext>
            </a:extLst>
          </p:cNvPr>
          <p:cNvSpPr txBox="1"/>
          <p:nvPr/>
        </p:nvSpPr>
        <p:spPr>
          <a:xfrm>
            <a:off x="8826500" y="3848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2%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54C56D8-3242-4400-B2F9-3D3A84CBC7A3}"/>
              </a:ext>
            </a:extLst>
          </p:cNvPr>
          <p:cNvSpPr/>
          <p:nvPr/>
        </p:nvSpPr>
        <p:spPr>
          <a:xfrm>
            <a:off x="10350500" y="3683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20.5×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3D2DC2F-CC37-409A-BAF5-A1A578CECC79}"/>
              </a:ext>
            </a:extLst>
          </p:cNvPr>
          <p:cNvSpPr txBox="1"/>
          <p:nvPr/>
        </p:nvSpPr>
        <p:spPr>
          <a:xfrm>
            <a:off x="635000" y="4432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SPI display 320×240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38B5CD4-24BB-480E-B818-4483E4A827BE}"/>
              </a:ext>
            </a:extLst>
          </p:cNvPr>
          <p:cNvSpPr/>
          <p:nvPr/>
        </p:nvSpPr>
        <p:spPr>
          <a:xfrm>
            <a:off x="3683000" y="4470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48B1448-4CDB-450D-8D41-0A167142431A}"/>
              </a:ext>
            </a:extLst>
          </p:cNvPr>
          <p:cNvSpPr/>
          <p:nvPr/>
        </p:nvSpPr>
        <p:spPr>
          <a:xfrm>
            <a:off x="3683000" y="4470400"/>
            <a:ext cx="46736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74C1A1B-4342-4ED8-81D8-60D500526656}"/>
              </a:ext>
            </a:extLst>
          </p:cNvPr>
          <p:cNvSpPr txBox="1"/>
          <p:nvPr/>
        </p:nvSpPr>
        <p:spPr>
          <a:xfrm>
            <a:off x="8826500" y="4432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92%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A9E31E6-D98F-4F9B-970F-DBD6FA81B2B3}"/>
              </a:ext>
            </a:extLst>
          </p:cNvPr>
          <p:cNvSpPr/>
          <p:nvPr/>
        </p:nvSpPr>
        <p:spPr>
          <a:xfrm>
            <a:off x="3683000" y="4775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02440A6-60AC-4660-83E0-7A2113C925FB}"/>
              </a:ext>
            </a:extLst>
          </p:cNvPr>
          <p:cNvSpPr/>
          <p:nvPr/>
        </p:nvSpPr>
        <p:spPr>
          <a:xfrm>
            <a:off x="3683000" y="4775200"/>
            <a:ext cx="4572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3B34BEB-D70D-4DD7-99AE-943BB91338FF}"/>
              </a:ext>
            </a:extLst>
          </p:cNvPr>
          <p:cNvSpPr txBox="1"/>
          <p:nvPr/>
        </p:nvSpPr>
        <p:spPr>
          <a:xfrm>
            <a:off x="8826500" y="4737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9%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EB90F3C-F470-4322-9D78-B46252255607}"/>
              </a:ext>
            </a:extLst>
          </p:cNvPr>
          <p:cNvSpPr/>
          <p:nvPr/>
        </p:nvSpPr>
        <p:spPr>
          <a:xfrm>
            <a:off x="10350500" y="4572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10.2×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C6503BE-914B-41AB-9B4B-F87EE9D8B34E}"/>
              </a:ext>
            </a:extLst>
          </p:cNvPr>
          <p:cNvSpPr txBox="1"/>
          <p:nvPr/>
        </p:nvSpPr>
        <p:spPr>
          <a:xfrm>
            <a:off x="635000" y="53213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ADC + FFT 1024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3E30E22-2CA8-488D-9856-508D857618EB}"/>
              </a:ext>
            </a:extLst>
          </p:cNvPr>
          <p:cNvSpPr/>
          <p:nvPr/>
        </p:nvSpPr>
        <p:spPr>
          <a:xfrm>
            <a:off x="3683000" y="53594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F9D85F6-8B8F-46F4-B64D-E7D61C03B040}"/>
              </a:ext>
            </a:extLst>
          </p:cNvPr>
          <p:cNvSpPr/>
          <p:nvPr/>
        </p:nvSpPr>
        <p:spPr>
          <a:xfrm>
            <a:off x="3683000" y="5359400"/>
            <a:ext cx="5080000" cy="228600"/>
          </a:xfrm>
          <a:prstGeom prst="rect">
            <a:avLst/>
          </a:prstGeom>
          <a:solidFill>
            <a:srgbClr val="FCA5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F90C7AF-38D8-4D25-B723-98C7CD27E400}"/>
              </a:ext>
            </a:extLst>
          </p:cNvPr>
          <p:cNvSpPr txBox="1"/>
          <p:nvPr/>
        </p:nvSpPr>
        <p:spPr>
          <a:xfrm>
            <a:off x="8826500" y="53213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B91C1C"/>
                </a:solidFill>
              </a:rPr>
              <a:t>Polling 100%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F2F1037-DFA4-40BD-AE34-371EE4B66A3C}"/>
              </a:ext>
            </a:extLst>
          </p:cNvPr>
          <p:cNvSpPr/>
          <p:nvPr/>
        </p:nvSpPr>
        <p:spPr>
          <a:xfrm>
            <a:off x="3683000" y="5664200"/>
            <a:ext cx="5080000" cy="2286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1546AC39-1DAB-4AE9-9D71-AADCC0CA1476}"/>
              </a:ext>
            </a:extLst>
          </p:cNvPr>
          <p:cNvSpPr/>
          <p:nvPr/>
        </p:nvSpPr>
        <p:spPr>
          <a:xfrm>
            <a:off x="3683000" y="5664200"/>
            <a:ext cx="609600" cy="228600"/>
          </a:xfrm>
          <a:prstGeom prst="rect">
            <a:avLst/>
          </a:prstGeom>
          <a:solidFill>
            <a:srgbClr val="86EFA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F75A225-7CE4-4C01-8030-3BD044386273}"/>
              </a:ext>
            </a:extLst>
          </p:cNvPr>
          <p:cNvSpPr txBox="1"/>
          <p:nvPr/>
        </p:nvSpPr>
        <p:spPr>
          <a:xfrm>
            <a:off x="8826500" y="56261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15803D"/>
                </a:solidFill>
              </a:rPr>
              <a:t>DMA 12%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585690A4-A389-44EA-8A8E-C76C826E8242}"/>
              </a:ext>
            </a:extLst>
          </p:cNvPr>
          <p:cNvSpPr/>
          <p:nvPr/>
        </p:nvSpPr>
        <p:spPr>
          <a:xfrm>
            <a:off x="10350500" y="5461000"/>
            <a:ext cx="1143000" cy="355600"/>
          </a:xfrm>
          <a:prstGeom prst="roundRect">
            <a:avLst/>
          </a:prstGeom>
          <a:solidFill>
            <a:srgbClr val="FED7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9A3412"/>
                </a:solidFill>
              </a:rPr>
              <a:t>↓ 8.3×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7CF80D1-E9F0-4321-B395-829BECFF8F7E}"/>
              </a:ext>
            </a:extLst>
          </p:cNvPr>
          <p:cNvSpPr/>
          <p:nvPr/>
        </p:nvSpPr>
        <p:spPr>
          <a:xfrm>
            <a:off x="635000" y="6070600"/>
            <a:ext cx="10922000" cy="5334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956C02F-61B0-4D88-96C2-E33730AE3A27}"/>
              </a:ext>
            </a:extLst>
          </p:cNvPr>
          <p:cNvSpPr txBox="1"/>
          <p:nvPr/>
        </p:nvSpPr>
        <p:spPr>
          <a:xfrm>
            <a:off x="889000" y="62103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9A3412"/>
                </a:solidFill>
              </a:rPr>
              <a:t>💡  DMA libera 70-95% da CPU — possibilita Wi-Fi simultâneo, DSP pesado e UI responsiva no mesmo SoC</a:t>
            </a:r>
          </a:p>
        </p:txBody>
      </p:sp>
    </p:spTree>
    <p:extLst>
      <p:ext uri="{BB962C8B-B14F-4D97-AF65-F5344CB8AC3E}">
        <p14:creationId xmlns:p14="http://schemas.microsoft.com/office/powerpoint/2010/main" val="5620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DA78463-0173-4796-97FE-57E38E36FF6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6DAF1E-FF75-4FCC-8222-413E7BA8D733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BENCH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68F1D6-A447-433F-BC62-7752A9A1FD9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Memória — onde aloca o quê?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41E919B-D7B0-46DD-A37F-873CE574A9C7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D450184-D385-460B-88C7-0DDD9DEB52EC}"/>
              </a:ext>
            </a:extLst>
          </p:cNvPr>
          <p:cNvSpPr/>
          <p:nvPr/>
        </p:nvSpPr>
        <p:spPr>
          <a:xfrm>
            <a:off x="635000" y="1778000"/>
            <a:ext cx="5270500" cy="4635500"/>
          </a:xfrm>
          <a:prstGeom prst="roundRect">
            <a:avLst/>
          </a:prstGeom>
          <a:solidFill>
            <a:srgbClr val="FFF7ED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A69D3A-1813-4272-9D31-AE3886B8D471}"/>
              </a:ext>
            </a:extLst>
          </p:cNvPr>
          <p:cNvSpPr txBox="1"/>
          <p:nvPr/>
        </p:nvSpPr>
        <p:spPr>
          <a:xfrm>
            <a:off x="889000" y="1968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9A3412"/>
                </a:solidFill>
              </a:rPr>
              <a:t>DRAM interna (≈ 512 KB)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04C2CE-0ABD-49EA-A1AB-C2DBF1E45025}"/>
              </a:ext>
            </a:extLst>
          </p:cNvPr>
          <p:cNvSpPr txBox="1"/>
          <p:nvPr/>
        </p:nvSpPr>
        <p:spPr>
          <a:xfrm>
            <a:off x="889000" y="2349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7C2D12"/>
                </a:solidFill>
              </a:rPr>
              <a:t>Latência: ~10 ns  ·  Mandatório p/ DMA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E58BCAA-43BF-4C75-86A7-E402388DDD83}"/>
              </a:ext>
            </a:extLst>
          </p:cNvPr>
          <p:cNvSpPr/>
          <p:nvPr/>
        </p:nvSpPr>
        <p:spPr>
          <a:xfrm>
            <a:off x="889000" y="285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3DA2D6-F5EF-46BE-B6C1-486FB8436514}"/>
              </a:ext>
            </a:extLst>
          </p:cNvPr>
          <p:cNvSpPr txBox="1"/>
          <p:nvPr/>
        </p:nvSpPr>
        <p:spPr>
          <a:xfrm>
            <a:off x="1079500" y="299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Buffers DMA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9899EA6-2794-4C94-A2A3-F742CFEDAF24}"/>
              </a:ext>
            </a:extLst>
          </p:cNvPr>
          <p:cNvSpPr txBox="1"/>
          <p:nvPr/>
        </p:nvSpPr>
        <p:spPr>
          <a:xfrm>
            <a:off x="4064000" y="299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obrigatório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4D7AC60-F8B1-45D3-BFF4-D1E61ABB3665}"/>
              </a:ext>
            </a:extLst>
          </p:cNvPr>
          <p:cNvSpPr/>
          <p:nvPr/>
        </p:nvSpPr>
        <p:spPr>
          <a:xfrm>
            <a:off x="889000" y="349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86E501A-FCE1-4ABC-A471-4136B42C1060}"/>
              </a:ext>
            </a:extLst>
          </p:cNvPr>
          <p:cNvSpPr txBox="1"/>
          <p:nvPr/>
        </p:nvSpPr>
        <p:spPr>
          <a:xfrm>
            <a:off x="1079500" y="363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Descriptors GDMA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BA0718-1053-4C02-8746-9E4DD4A1F50F}"/>
              </a:ext>
            </a:extLst>
          </p:cNvPr>
          <p:cNvSpPr txBox="1"/>
          <p:nvPr/>
        </p:nvSpPr>
        <p:spPr>
          <a:xfrm>
            <a:off x="4064000" y="363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obrigatório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CA0D12A-2CBD-4EA3-A5BD-81F495788DE2}"/>
              </a:ext>
            </a:extLst>
          </p:cNvPr>
          <p:cNvSpPr/>
          <p:nvPr/>
        </p:nvSpPr>
        <p:spPr>
          <a:xfrm>
            <a:off x="889000" y="412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F1ECC32-5C20-486F-AE4D-79B58F6D23C4}"/>
              </a:ext>
            </a:extLst>
          </p:cNvPr>
          <p:cNvSpPr txBox="1"/>
          <p:nvPr/>
        </p:nvSpPr>
        <p:spPr>
          <a:xfrm>
            <a:off x="1079500" y="426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Stack de tasks RT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A720357-0E10-43E7-9E52-522D74D2A194}"/>
              </a:ext>
            </a:extLst>
          </p:cNvPr>
          <p:cNvSpPr txBox="1"/>
          <p:nvPr/>
        </p:nvSpPr>
        <p:spPr>
          <a:xfrm>
            <a:off x="40640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recomendado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A749521-E4CD-4CCA-9CD9-9784F55F2C03}"/>
              </a:ext>
            </a:extLst>
          </p:cNvPr>
          <p:cNvSpPr/>
          <p:nvPr/>
        </p:nvSpPr>
        <p:spPr>
          <a:xfrm>
            <a:off x="889000" y="476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FDAF761-D320-4AFE-92AA-EE34F1E002DA}"/>
              </a:ext>
            </a:extLst>
          </p:cNvPr>
          <p:cNvSpPr txBox="1"/>
          <p:nvPr/>
        </p:nvSpPr>
        <p:spPr>
          <a:xfrm>
            <a:off x="1079500" y="490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ISR handlers (IRAM)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40ACF0F-6F85-449A-95A3-D8AA36C38357}"/>
              </a:ext>
            </a:extLst>
          </p:cNvPr>
          <p:cNvSpPr txBox="1"/>
          <p:nvPr/>
        </p:nvSpPr>
        <p:spPr>
          <a:xfrm>
            <a:off x="4064000" y="490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obrigatório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E1A96E8-8E50-4527-9AD2-480F47A9848F}"/>
              </a:ext>
            </a:extLst>
          </p:cNvPr>
          <p:cNvSpPr/>
          <p:nvPr/>
        </p:nvSpPr>
        <p:spPr>
          <a:xfrm>
            <a:off x="889000" y="539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FDBA7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DB6974-2793-4ED6-ADF7-696C7595EFE7}"/>
              </a:ext>
            </a:extLst>
          </p:cNvPr>
          <p:cNvSpPr txBox="1"/>
          <p:nvPr/>
        </p:nvSpPr>
        <p:spPr>
          <a:xfrm>
            <a:off x="1079500" y="553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Lookup tables FFT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0A43B64-3EDE-448E-8568-FD7B93224D42}"/>
              </a:ext>
            </a:extLst>
          </p:cNvPr>
          <p:cNvSpPr txBox="1"/>
          <p:nvPr/>
        </p:nvSpPr>
        <p:spPr>
          <a:xfrm>
            <a:off x="4064000" y="553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A3412"/>
                </a:solidFill>
              </a:rPr>
              <a:t>✓ desempenho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866C85B-0546-47AC-A0DA-0E16B0D91F18}"/>
              </a:ext>
            </a:extLst>
          </p:cNvPr>
          <p:cNvSpPr/>
          <p:nvPr/>
        </p:nvSpPr>
        <p:spPr>
          <a:xfrm>
            <a:off x="6286500" y="1778000"/>
            <a:ext cx="5270500" cy="4635500"/>
          </a:xfrm>
          <a:prstGeom prst="roundRect">
            <a:avLst/>
          </a:prstGeom>
          <a:solidFill>
            <a:srgbClr val="EFF6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CBB2B9C-253E-4EFF-AF96-40620716F8F1}"/>
              </a:ext>
            </a:extLst>
          </p:cNvPr>
          <p:cNvSpPr txBox="1"/>
          <p:nvPr/>
        </p:nvSpPr>
        <p:spPr>
          <a:xfrm>
            <a:off x="6540500" y="1968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D4ED8"/>
                </a:solidFill>
              </a:rPr>
              <a:t>PSRAM externa (até 8 MB)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47F57EC-3A06-4E46-872A-70AE6BEBA111}"/>
              </a:ext>
            </a:extLst>
          </p:cNvPr>
          <p:cNvSpPr txBox="1"/>
          <p:nvPr/>
        </p:nvSpPr>
        <p:spPr>
          <a:xfrm>
            <a:off x="6540500" y="23495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1E3A8A"/>
                </a:solidFill>
              </a:rPr>
              <a:t>Latência: ~80 ns  ·  Mais lenta, mas grande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7D72046-0DEA-4402-8FC7-5886FDD80980}"/>
              </a:ext>
            </a:extLst>
          </p:cNvPr>
          <p:cNvSpPr/>
          <p:nvPr/>
        </p:nvSpPr>
        <p:spPr>
          <a:xfrm>
            <a:off x="6540500" y="285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BAAC9F-2C84-49D3-B562-0E00E5364A03}"/>
              </a:ext>
            </a:extLst>
          </p:cNvPr>
          <p:cNvSpPr txBox="1"/>
          <p:nvPr/>
        </p:nvSpPr>
        <p:spPr>
          <a:xfrm>
            <a:off x="6731000" y="299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Buffers de log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5514E9F-EA99-4C0C-B42A-4847C0A022C6}"/>
              </a:ext>
            </a:extLst>
          </p:cNvPr>
          <p:cNvSpPr txBox="1"/>
          <p:nvPr/>
        </p:nvSpPr>
        <p:spPr>
          <a:xfrm>
            <a:off x="9715500" y="299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ótimo uso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BFF35EA-679A-455B-876A-1AFF8FFDA703}"/>
              </a:ext>
            </a:extLst>
          </p:cNvPr>
          <p:cNvSpPr/>
          <p:nvPr/>
        </p:nvSpPr>
        <p:spPr>
          <a:xfrm>
            <a:off x="6540500" y="349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B02A97A-A4F6-4DDD-AECB-5B93F33456A2}"/>
              </a:ext>
            </a:extLst>
          </p:cNvPr>
          <p:cNvSpPr txBox="1"/>
          <p:nvPr/>
        </p:nvSpPr>
        <p:spPr>
          <a:xfrm>
            <a:off x="6731000" y="363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Imagens / framebuffer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E61C519-9C80-421E-8ED6-75CAD665800B}"/>
              </a:ext>
            </a:extLst>
          </p:cNvPr>
          <p:cNvSpPr txBox="1"/>
          <p:nvPr/>
        </p:nvSpPr>
        <p:spPr>
          <a:xfrm>
            <a:off x="9715500" y="363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aceitável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F11533D-F854-4A60-8894-292713338345}"/>
              </a:ext>
            </a:extLst>
          </p:cNvPr>
          <p:cNvSpPr/>
          <p:nvPr/>
        </p:nvSpPr>
        <p:spPr>
          <a:xfrm>
            <a:off x="6540500" y="412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E064618-E670-49AF-96D7-425E4A7B8C83}"/>
              </a:ext>
            </a:extLst>
          </p:cNvPr>
          <p:cNvSpPr txBox="1"/>
          <p:nvPr/>
        </p:nvSpPr>
        <p:spPr>
          <a:xfrm>
            <a:off x="6731000" y="426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Cache de áudio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AA7771-20B3-4145-A089-5DAD2DBBF544}"/>
              </a:ext>
            </a:extLst>
          </p:cNvPr>
          <p:cNvSpPr txBox="1"/>
          <p:nvPr/>
        </p:nvSpPr>
        <p:spPr>
          <a:xfrm>
            <a:off x="97155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aceitável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C18C0770-2F42-4585-A6E9-4A549C8D29E9}"/>
              </a:ext>
            </a:extLst>
          </p:cNvPr>
          <p:cNvSpPr/>
          <p:nvPr/>
        </p:nvSpPr>
        <p:spPr>
          <a:xfrm>
            <a:off x="6540500" y="4762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8F13B76-A181-402E-A7E7-4C2A5A4C8370}"/>
              </a:ext>
            </a:extLst>
          </p:cNvPr>
          <p:cNvSpPr txBox="1"/>
          <p:nvPr/>
        </p:nvSpPr>
        <p:spPr>
          <a:xfrm>
            <a:off x="6731000" y="4902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Buffers DMA críticos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8C7C7B1-42E4-4D8D-99E9-8EF6F8785540}"/>
              </a:ext>
            </a:extLst>
          </p:cNvPr>
          <p:cNvSpPr txBox="1"/>
          <p:nvPr/>
        </p:nvSpPr>
        <p:spPr>
          <a:xfrm>
            <a:off x="9715500" y="4902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</a:rPr>
              <a:t>✗ evitar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B832F67-BCA3-4467-A108-18BBD7AC58BA}"/>
              </a:ext>
            </a:extLst>
          </p:cNvPr>
          <p:cNvSpPr/>
          <p:nvPr/>
        </p:nvSpPr>
        <p:spPr>
          <a:xfrm>
            <a:off x="6540500" y="5397500"/>
            <a:ext cx="47625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FDBF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D72F3CE-455C-4629-BFA5-2F3ABFCCF430}"/>
              </a:ext>
            </a:extLst>
          </p:cNvPr>
          <p:cNvSpPr txBox="1"/>
          <p:nvPr/>
        </p:nvSpPr>
        <p:spPr>
          <a:xfrm>
            <a:off x="6731000" y="5537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Heap geral da app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D8E2757-3BA0-43E8-B25F-479BF3AEC931}"/>
              </a:ext>
            </a:extLst>
          </p:cNvPr>
          <p:cNvSpPr txBox="1"/>
          <p:nvPr/>
        </p:nvSpPr>
        <p:spPr>
          <a:xfrm>
            <a:off x="9715500" y="55372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D4ED8"/>
                </a:solidFill>
              </a:rPr>
              <a:t>✓ default</a:t>
            </a:r>
          </a:p>
        </p:txBody>
      </p:sp>
    </p:spTree>
    <p:extLst>
      <p:ext uri="{BB962C8B-B14F-4D97-AF65-F5344CB8AC3E}">
        <p14:creationId xmlns:p14="http://schemas.microsoft.com/office/powerpoint/2010/main" val="1364208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BE8E2B2-F2D0-4E29-A056-6A11991EEEC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09B642-2A38-4949-B2A7-7C2399786DD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EA580C"/>
                </a:solidFill>
              </a:rPr>
              <a:t>BENCH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AE47D0-4D2E-4268-BF51-B9CE0FFC4D2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Checklist de otimização DMA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74C454-F618-4DD4-800E-3B6261A37EED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2C0E9CA-3E9C-442C-B0E2-DD04393AED36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Aplique em ordem — cada item assume os anteriores resolvidos.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81289E-7066-422E-AF4D-D9CA0B9BD0B1}"/>
              </a:ext>
            </a:extLst>
          </p:cNvPr>
          <p:cNvSpPr/>
          <p:nvPr/>
        </p:nvSpPr>
        <p:spPr>
          <a:xfrm>
            <a:off x="635000" y="22225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D1708AD-A60C-47DD-9404-E9002246FF7B}"/>
              </a:ext>
            </a:extLst>
          </p:cNvPr>
          <p:cNvSpPr/>
          <p:nvPr/>
        </p:nvSpPr>
        <p:spPr>
          <a:xfrm>
            <a:off x="787400" y="2362200"/>
            <a:ext cx="330200" cy="3302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0D63D6C-9B3C-49EC-BAC1-D445F16E36E2}"/>
              </a:ext>
            </a:extLst>
          </p:cNvPr>
          <p:cNvSpPr txBox="1"/>
          <p:nvPr/>
        </p:nvSpPr>
        <p:spPr>
          <a:xfrm>
            <a:off x="1295400" y="2298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Aloque buffers com MALLOC_CAP_DMA e alinhamento 4 B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F145767-DA85-4448-9A19-6221DD1AFC33}"/>
              </a:ext>
            </a:extLst>
          </p:cNvPr>
          <p:cNvSpPr txBox="1"/>
          <p:nvPr/>
        </p:nvSpPr>
        <p:spPr>
          <a:xfrm>
            <a:off x="1295400" y="2565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Buffers fora da DRAM interna geram cache invalidations caras ou falham silenciosamente.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47E7A89-05F8-41B9-A5A3-46AEC4B6600C}"/>
              </a:ext>
            </a:extLst>
          </p:cNvPr>
          <p:cNvSpPr/>
          <p:nvPr/>
        </p:nvSpPr>
        <p:spPr>
          <a:xfrm>
            <a:off x="635000" y="29210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6165488-D3DA-496E-8637-9B32838C8A99}"/>
              </a:ext>
            </a:extLst>
          </p:cNvPr>
          <p:cNvSpPr/>
          <p:nvPr/>
        </p:nvSpPr>
        <p:spPr>
          <a:xfrm>
            <a:off x="787400" y="3060700"/>
            <a:ext cx="330200" cy="3302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A700C5-2B88-4C70-AE88-022B4A643927}"/>
              </a:ext>
            </a:extLst>
          </p:cNvPr>
          <p:cNvSpPr txBox="1"/>
          <p:nvPr/>
        </p:nvSpPr>
        <p:spPr>
          <a:xfrm>
            <a:off x="1295400" y="2997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Dimensione o buffer para frames de 10–20 ms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EEE263D-4300-453F-B86F-CB7784C7383B}"/>
              </a:ext>
            </a:extLst>
          </p:cNvPr>
          <p:cNvSpPr txBox="1"/>
          <p:nvPr/>
        </p:nvSpPr>
        <p:spPr>
          <a:xfrm>
            <a:off x="1295400" y="3263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Frames muito pequenos = overhead de IRQ. Muito grandes = latência alta e jitter de pipeline.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7ACA5CF-6F48-4FF9-BDD7-FF5ACBBF660F}"/>
              </a:ext>
            </a:extLst>
          </p:cNvPr>
          <p:cNvSpPr/>
          <p:nvPr/>
        </p:nvSpPr>
        <p:spPr>
          <a:xfrm>
            <a:off x="635000" y="36195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3274704-1843-4B7B-A85B-C69FA15F685B}"/>
              </a:ext>
            </a:extLst>
          </p:cNvPr>
          <p:cNvSpPr/>
          <p:nvPr/>
        </p:nvSpPr>
        <p:spPr>
          <a:xfrm>
            <a:off x="787400" y="3759200"/>
            <a:ext cx="330200" cy="3302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9C6DBFA-FE71-44F6-BE25-2B232CE713BA}"/>
              </a:ext>
            </a:extLst>
          </p:cNvPr>
          <p:cNvSpPr txBox="1"/>
          <p:nvPr/>
        </p:nvSpPr>
        <p:spPr>
          <a:xfrm>
            <a:off x="1295400" y="3695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Use double/triple buffering em todos os streams contínuos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268973B-E03D-453C-A196-AB51BAED86FE}"/>
              </a:ext>
            </a:extLst>
          </p:cNvPr>
          <p:cNvSpPr txBox="1"/>
          <p:nvPr/>
        </p:nvSpPr>
        <p:spPr>
          <a:xfrm>
            <a:off x="1295400" y="3962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Single buffer só serve para transações one-shot. Streams precisam de ping-pong para zero perda.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C87BA5B-4181-4DEF-86B0-FB97915593EA}"/>
              </a:ext>
            </a:extLst>
          </p:cNvPr>
          <p:cNvSpPr/>
          <p:nvPr/>
        </p:nvSpPr>
        <p:spPr>
          <a:xfrm>
            <a:off x="635000" y="43180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A0F2876-F3B0-471B-BA28-ABFFF0957778}"/>
              </a:ext>
            </a:extLst>
          </p:cNvPr>
          <p:cNvSpPr/>
          <p:nvPr/>
        </p:nvSpPr>
        <p:spPr>
          <a:xfrm>
            <a:off x="787400" y="4457700"/>
            <a:ext cx="330200" cy="3302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A4A3AF5-AA83-4200-99EA-29C647AA4E44}"/>
              </a:ext>
            </a:extLst>
          </p:cNvPr>
          <p:cNvSpPr txBox="1"/>
          <p:nvPr/>
        </p:nvSpPr>
        <p:spPr>
          <a:xfrm>
            <a:off x="1295400" y="4394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Mantenha ISR enxuto: só sinaliza, nunca processa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2C8A752-8CD1-489E-BECD-A19BAC8EC90D}"/>
              </a:ext>
            </a:extLst>
          </p:cNvPr>
          <p:cNvSpPr txBox="1"/>
          <p:nvPr/>
        </p:nvSpPr>
        <p:spPr>
          <a:xfrm>
            <a:off x="1295400" y="4660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Movimente todo trabalho para uma task de prioridade alta acordada via TaskNotify.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58CA795-5F0D-453E-A05B-5E1ACE8DC468}"/>
              </a:ext>
            </a:extLst>
          </p:cNvPr>
          <p:cNvSpPr/>
          <p:nvPr/>
        </p:nvSpPr>
        <p:spPr>
          <a:xfrm>
            <a:off x="635000" y="50165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9A82DF4-F668-4746-B93A-5AFCDA1F68C4}"/>
              </a:ext>
            </a:extLst>
          </p:cNvPr>
          <p:cNvSpPr/>
          <p:nvPr/>
        </p:nvSpPr>
        <p:spPr>
          <a:xfrm>
            <a:off x="787400" y="5156200"/>
            <a:ext cx="330200" cy="3302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CE4BD00-3563-4D51-8507-93CEF5792648}"/>
              </a:ext>
            </a:extLst>
          </p:cNvPr>
          <p:cNvSpPr txBox="1"/>
          <p:nvPr/>
        </p:nvSpPr>
        <p:spPr>
          <a:xfrm>
            <a:off x="1295400" y="50927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Pin tasks tempo-real no Core 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5130F01-FD1D-41BA-8BF5-EE03A9975971}"/>
              </a:ext>
            </a:extLst>
          </p:cNvPr>
          <p:cNvSpPr txBox="1"/>
          <p:nvPr/>
        </p:nvSpPr>
        <p:spPr>
          <a:xfrm>
            <a:off x="1295400" y="5359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Wi-Fi e BLE rodam no Core 0 com prioridade alta — eles podem preemptar sua pipeline.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0E49A72-B365-491E-B389-4C768F3CAA7C}"/>
              </a:ext>
            </a:extLst>
          </p:cNvPr>
          <p:cNvSpPr/>
          <p:nvPr/>
        </p:nvSpPr>
        <p:spPr>
          <a:xfrm>
            <a:off x="635000" y="5715000"/>
            <a:ext cx="10922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4C6094B-9087-40B2-AE03-DC7184E3F0E0}"/>
              </a:ext>
            </a:extLst>
          </p:cNvPr>
          <p:cNvSpPr/>
          <p:nvPr/>
        </p:nvSpPr>
        <p:spPr>
          <a:xfrm>
            <a:off x="787400" y="5854700"/>
            <a:ext cx="330200" cy="3302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5301E26-1A34-4A02-BDE6-DD1625E5D4B5}"/>
              </a:ext>
            </a:extLst>
          </p:cNvPr>
          <p:cNvSpPr txBox="1"/>
          <p:nvPr/>
        </p:nvSpPr>
        <p:spPr>
          <a:xfrm>
            <a:off x="1295400" y="5791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Meça antes de otimizar — esp_timer + RunTimeStats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9585CF0-FD11-48EA-BAB8-CB32CEF75FB9}"/>
              </a:ext>
            </a:extLst>
          </p:cNvPr>
          <p:cNvSpPr txBox="1"/>
          <p:nvPr/>
        </p:nvSpPr>
        <p:spPr>
          <a:xfrm>
            <a:off x="1295400" y="60579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Identifique o gargalo real (IRQ vs cópia vs algoritmo) com perfilamento sistemático.</a:t>
            </a:r>
          </a:p>
        </p:txBody>
      </p:sp>
    </p:spTree>
    <p:extLst>
      <p:ext uri="{BB962C8B-B14F-4D97-AF65-F5344CB8AC3E}">
        <p14:creationId xmlns:p14="http://schemas.microsoft.com/office/powerpoint/2010/main" val="1552660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A88816-9E11-4BA2-B03B-39E2E3470D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D76711-78E9-4B89-AAB6-EF98736DE0E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1CF80C-BED1-48CF-990C-4B34B46C44EF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7C3AED"/>
                </a:solidFill>
              </a:rPr>
              <a:t>10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95CEB5-3D5B-4012-8202-1BA83A83473B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Pitfalls &amp; Debugging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241A32-CF18-4414-9143-2ED7B6336E6C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Os 6 erros mais comuns — e como detectá-los</a:t>
            </a:r>
          </a:p>
        </p:txBody>
      </p:sp>
    </p:spTree>
    <p:extLst>
      <p:ext uri="{BB962C8B-B14F-4D97-AF65-F5344CB8AC3E}">
        <p14:creationId xmlns:p14="http://schemas.microsoft.com/office/powerpoint/2010/main" val="944236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FA7F88A-941B-428E-871F-D6634F70BEB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708605-F555-4576-A72F-63DFB76C5AFB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PITFALLS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939E2E7-BEBB-4F84-9FF4-2F1DA0DC2432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Os 3 erros mais comuns (parte 1/2)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DADC7F-E99E-49BF-BFBB-175BC858AFE0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84488C-13F0-4F6D-9757-13AB365D2A4B}"/>
              </a:ext>
            </a:extLst>
          </p:cNvPr>
          <p:cNvSpPr/>
          <p:nvPr/>
        </p:nvSpPr>
        <p:spPr>
          <a:xfrm>
            <a:off x="635000" y="1778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181E01-6A85-43EC-A764-9A1CB31303BF}"/>
              </a:ext>
            </a:extLst>
          </p:cNvPr>
          <p:cNvSpPr txBox="1"/>
          <p:nvPr/>
        </p:nvSpPr>
        <p:spPr>
          <a:xfrm>
            <a:off x="825500" y="1930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①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A2EC25-9429-47EC-8D37-E4DAB2F6711D}"/>
              </a:ext>
            </a:extLst>
          </p:cNvPr>
          <p:cNvSpPr txBox="1"/>
          <p:nvPr/>
        </p:nvSpPr>
        <p:spPr>
          <a:xfrm>
            <a:off x="1397000" y="1968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Alocar buffer em PSRAM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DCB0FA1-4839-446D-8DAC-668B779FC09E}"/>
              </a:ext>
            </a:extLst>
          </p:cNvPr>
          <p:cNvSpPr/>
          <p:nvPr/>
        </p:nvSpPr>
        <p:spPr>
          <a:xfrm>
            <a:off x="1397000" y="2336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E5F217-A263-4706-84E8-69BABC008560}"/>
              </a:ext>
            </a:extLst>
          </p:cNvPr>
          <p:cNvSpPr txBox="1"/>
          <p:nvPr/>
        </p:nvSpPr>
        <p:spPr>
          <a:xfrm>
            <a:off x="1460500" y="2362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uint8_t *buf = malloc(2048);  // pode cair em PSRAM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669B8A-70D1-4DF7-807A-CEA3A988019F}"/>
              </a:ext>
            </a:extLst>
          </p:cNvPr>
          <p:cNvSpPr/>
          <p:nvPr/>
        </p:nvSpPr>
        <p:spPr>
          <a:xfrm>
            <a:off x="1397000" y="2667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8D7F17-E772-4F03-A382-3E41D51FDF8A}"/>
              </a:ext>
            </a:extLst>
          </p:cNvPr>
          <p:cNvSpPr txBox="1"/>
          <p:nvPr/>
        </p:nvSpPr>
        <p:spPr>
          <a:xfrm>
            <a:off x="1460500" y="2692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uint8_t *buf = heap_caps_aligned_alloc(4, 2048, MALLOC_CAP_DMA | MALLOC_CAP_INTERNAL);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C7BFC01-FEEA-44E3-9158-70BF2D835AD0}"/>
              </a:ext>
            </a:extLst>
          </p:cNvPr>
          <p:cNvSpPr txBox="1"/>
          <p:nvPr/>
        </p:nvSpPr>
        <p:spPr>
          <a:xfrm>
            <a:off x="1397000" y="2984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ESP_ERR_INVALID_ARG ou dados corrompidos silenciosamente.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84BF60B-011C-4C19-BA46-E9387D69CA37}"/>
              </a:ext>
            </a:extLst>
          </p:cNvPr>
          <p:cNvSpPr/>
          <p:nvPr/>
        </p:nvSpPr>
        <p:spPr>
          <a:xfrm>
            <a:off x="635000" y="33655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D150BE4-2976-44C1-9183-C6EC37CF0C64}"/>
              </a:ext>
            </a:extLst>
          </p:cNvPr>
          <p:cNvSpPr txBox="1"/>
          <p:nvPr/>
        </p:nvSpPr>
        <p:spPr>
          <a:xfrm>
            <a:off x="825500" y="35179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②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A77F03F-499A-41E3-8EA4-C438B8C471CC}"/>
              </a:ext>
            </a:extLst>
          </p:cNvPr>
          <p:cNvSpPr txBox="1"/>
          <p:nvPr/>
        </p:nvSpPr>
        <p:spPr>
          <a:xfrm>
            <a:off x="1397000" y="35560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Modificar buffer enquanto DMA escreve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79D8B37-C4EE-4CBD-8F4F-AF16632ABBF4}"/>
              </a:ext>
            </a:extLst>
          </p:cNvPr>
          <p:cNvSpPr/>
          <p:nvPr/>
        </p:nvSpPr>
        <p:spPr>
          <a:xfrm>
            <a:off x="1397000" y="39243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5E1C9DD-3EB5-45A9-9CA0-381B29CC01CD}"/>
              </a:ext>
            </a:extLst>
          </p:cNvPr>
          <p:cNvSpPr txBox="1"/>
          <p:nvPr/>
        </p:nvSpPr>
        <p:spPr>
          <a:xfrm>
            <a:off x="1460500" y="39497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memset(buf, 0, sizeof(buf));  // sem aguardar conclusão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3622CAA-99A7-473B-9A9F-3868DDD42DF7}"/>
              </a:ext>
            </a:extLst>
          </p:cNvPr>
          <p:cNvSpPr/>
          <p:nvPr/>
        </p:nvSpPr>
        <p:spPr>
          <a:xfrm>
            <a:off x="1397000" y="42545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1E1F548-9875-4188-8D40-338943BB4B9F}"/>
              </a:ext>
            </a:extLst>
          </p:cNvPr>
          <p:cNvSpPr txBox="1"/>
          <p:nvPr/>
        </p:nvSpPr>
        <p:spPr>
          <a:xfrm>
            <a:off x="1460500" y="42799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xSemaphoreTake(done_sem, portMAX_DELAY); memset(buf, 0, sizeof(buf));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14B656-29C5-45A8-BF3A-6EE23809995E}"/>
              </a:ext>
            </a:extLst>
          </p:cNvPr>
          <p:cNvSpPr txBox="1"/>
          <p:nvPr/>
        </p:nvSpPr>
        <p:spPr>
          <a:xfrm>
            <a:off x="1397000" y="45720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Glitches periódicos no áudio, pixels intermitentes no display.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DC47D27-2358-45A0-88C6-90240F244E1B}"/>
              </a:ext>
            </a:extLst>
          </p:cNvPr>
          <p:cNvSpPr/>
          <p:nvPr/>
        </p:nvSpPr>
        <p:spPr>
          <a:xfrm>
            <a:off x="635000" y="4953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06762FB-6FBD-497D-8E5D-7990FA5B89C0}"/>
              </a:ext>
            </a:extLst>
          </p:cNvPr>
          <p:cNvSpPr txBox="1"/>
          <p:nvPr/>
        </p:nvSpPr>
        <p:spPr>
          <a:xfrm>
            <a:off x="825500" y="5105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③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472CFA7-8C54-4BA5-9720-C856420A9E8D}"/>
              </a:ext>
            </a:extLst>
          </p:cNvPr>
          <p:cNvSpPr txBox="1"/>
          <p:nvPr/>
        </p:nvSpPr>
        <p:spPr>
          <a:xfrm>
            <a:off x="1397000" y="5143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ISR processando dados pesados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60E6E40-AA7B-4A63-87D7-1E60BD0869E2}"/>
              </a:ext>
            </a:extLst>
          </p:cNvPr>
          <p:cNvSpPr/>
          <p:nvPr/>
        </p:nvSpPr>
        <p:spPr>
          <a:xfrm>
            <a:off x="1397000" y="5511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F3364D6-6996-4A10-AB71-24508B1AF32C}"/>
              </a:ext>
            </a:extLst>
          </p:cNvPr>
          <p:cNvSpPr txBox="1"/>
          <p:nvPr/>
        </p:nvSpPr>
        <p:spPr>
          <a:xfrm>
            <a:off x="1460500" y="5537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IRAM_ATTR void cb(...) { run_fft(...); /* 1.8 ms! */ }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07539EE-0C7D-45CB-B8E9-CB67E4DFE6E9}"/>
              </a:ext>
            </a:extLst>
          </p:cNvPr>
          <p:cNvSpPr/>
          <p:nvPr/>
        </p:nvSpPr>
        <p:spPr>
          <a:xfrm>
            <a:off x="1397000" y="5842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29BE340-14BE-4575-81B5-0671EAB12DC7}"/>
              </a:ext>
            </a:extLst>
          </p:cNvPr>
          <p:cNvSpPr txBox="1"/>
          <p:nvPr/>
        </p:nvSpPr>
        <p:spPr>
          <a:xfrm>
            <a:off x="1460500" y="5867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IRAM_ATTR void cb(...) { vTaskNotifyGiveFromISR(task, &amp;hpw); }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D53C995-09A1-4CBD-929E-4F7D38F6AC6A}"/>
              </a:ext>
            </a:extLst>
          </p:cNvPr>
          <p:cNvSpPr txBox="1"/>
          <p:nvPr/>
        </p:nvSpPr>
        <p:spPr>
          <a:xfrm>
            <a:off x="1397000" y="6159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Wi-Fi cai, watchdog dispara, ISR_TIMEOUT no log.</a:t>
            </a:r>
          </a:p>
        </p:txBody>
      </p:sp>
    </p:spTree>
    <p:extLst>
      <p:ext uri="{BB962C8B-B14F-4D97-AF65-F5344CB8AC3E}">
        <p14:creationId xmlns:p14="http://schemas.microsoft.com/office/powerpoint/2010/main" val="16415027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C60B763-5A77-4F20-9F7B-2BCBCB06544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646181-31E8-4237-9923-D894A07CCF6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PITFALLS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79F995-6046-4B4F-8E70-96EAEF7F8609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Os 3 erros mais comuns (parte 2/2)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50BE84B-8B9A-4291-860D-E5BBC7F34717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B50530A-CC06-43E1-A5ED-2809A6672212}"/>
              </a:ext>
            </a:extLst>
          </p:cNvPr>
          <p:cNvSpPr/>
          <p:nvPr/>
        </p:nvSpPr>
        <p:spPr>
          <a:xfrm>
            <a:off x="635000" y="1778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BD74C7-513A-4336-89DC-5679ED7F6C02}"/>
              </a:ext>
            </a:extLst>
          </p:cNvPr>
          <p:cNvSpPr txBox="1"/>
          <p:nvPr/>
        </p:nvSpPr>
        <p:spPr>
          <a:xfrm>
            <a:off x="825500" y="1930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④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7182F9-9452-41F6-BA07-14B451E30029}"/>
              </a:ext>
            </a:extLst>
          </p:cNvPr>
          <p:cNvSpPr txBox="1"/>
          <p:nvPr/>
        </p:nvSpPr>
        <p:spPr>
          <a:xfrm>
            <a:off x="1397000" y="1968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Esquecer xHigherPriorityTaskWoken na ISR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92384E-228A-4738-9438-55478DA5D861}"/>
              </a:ext>
            </a:extLst>
          </p:cNvPr>
          <p:cNvSpPr/>
          <p:nvPr/>
        </p:nvSpPr>
        <p:spPr>
          <a:xfrm>
            <a:off x="1397000" y="2336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3D00E8-5DE9-42EC-A684-46A46A79512D}"/>
              </a:ext>
            </a:extLst>
          </p:cNvPr>
          <p:cNvSpPr txBox="1"/>
          <p:nvPr/>
        </p:nvSpPr>
        <p:spPr>
          <a:xfrm>
            <a:off x="1460500" y="2362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xQueueSendFromISR(q, &amp;data, NULL);  // não chama portYIELD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6F6D4C8-BF17-4664-B679-58E40BDD6B52}"/>
              </a:ext>
            </a:extLst>
          </p:cNvPr>
          <p:cNvSpPr/>
          <p:nvPr/>
        </p:nvSpPr>
        <p:spPr>
          <a:xfrm>
            <a:off x="1397000" y="2667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4BF8406-8CC4-417B-82FF-EFA117F3C522}"/>
              </a:ext>
            </a:extLst>
          </p:cNvPr>
          <p:cNvSpPr txBox="1"/>
          <p:nvPr/>
        </p:nvSpPr>
        <p:spPr>
          <a:xfrm>
            <a:off x="1460500" y="2692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BaseType_t hpw=pdFALSE; xQueueSendFromISR(q,&amp;data,&amp;hpw); portYIELD_FROM_ISR(hpw);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B5934B-D5F0-467B-8F08-F1746B30ABEB}"/>
              </a:ext>
            </a:extLst>
          </p:cNvPr>
          <p:cNvSpPr txBox="1"/>
          <p:nvPr/>
        </p:nvSpPr>
        <p:spPr>
          <a:xfrm>
            <a:off x="1397000" y="2984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Latência alta variável — task acorda só no próximo tick.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270C15A-2D39-4685-9F4B-E91C7A870A1F}"/>
              </a:ext>
            </a:extLst>
          </p:cNvPr>
          <p:cNvSpPr/>
          <p:nvPr/>
        </p:nvSpPr>
        <p:spPr>
          <a:xfrm>
            <a:off x="635000" y="33655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D072E72-1744-4F6F-A369-988AD30264B2}"/>
              </a:ext>
            </a:extLst>
          </p:cNvPr>
          <p:cNvSpPr txBox="1"/>
          <p:nvPr/>
        </p:nvSpPr>
        <p:spPr>
          <a:xfrm>
            <a:off x="825500" y="35179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⑤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4A1706-24E9-43B8-AF43-9EB0ECF63420}"/>
              </a:ext>
            </a:extLst>
          </p:cNvPr>
          <p:cNvSpPr txBox="1"/>
          <p:nvPr/>
        </p:nvSpPr>
        <p:spPr>
          <a:xfrm>
            <a:off x="1397000" y="35560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Buffer size não múltiplo do burst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0CEA355-DE13-434D-B13B-231C083DF32A}"/>
              </a:ext>
            </a:extLst>
          </p:cNvPr>
          <p:cNvSpPr/>
          <p:nvPr/>
        </p:nvSpPr>
        <p:spPr>
          <a:xfrm>
            <a:off x="1397000" y="39243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9856D3A-1A30-4C80-96C9-A55885D451EF}"/>
              </a:ext>
            </a:extLst>
          </p:cNvPr>
          <p:cNvSpPr txBox="1"/>
          <p:nvPr/>
        </p:nvSpPr>
        <p:spPr>
          <a:xfrm>
            <a:off x="1460500" y="39497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#define BUF_SIZE  1500   // não alinhado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016B895-F400-4CB5-899C-8377491F9DD9}"/>
              </a:ext>
            </a:extLst>
          </p:cNvPr>
          <p:cNvSpPr/>
          <p:nvPr/>
        </p:nvSpPr>
        <p:spPr>
          <a:xfrm>
            <a:off x="1397000" y="42545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9E9472B-4E36-4CB7-B0BD-B5615A582D04}"/>
              </a:ext>
            </a:extLst>
          </p:cNvPr>
          <p:cNvSpPr txBox="1"/>
          <p:nvPr/>
        </p:nvSpPr>
        <p:spPr>
          <a:xfrm>
            <a:off x="1460500" y="42799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#define BUF_SIZE  2048   // múltiplo de 64 (burst máx GDMA)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04029FC-7744-4464-AB11-081D6474F628}"/>
              </a:ext>
            </a:extLst>
          </p:cNvPr>
          <p:cNvSpPr txBox="1"/>
          <p:nvPr/>
        </p:nvSpPr>
        <p:spPr>
          <a:xfrm>
            <a:off x="1397000" y="45720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Throughput abaixo do esperado, IRQ extra ao final do bloco.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026C51A-1DBF-4691-82C5-F9F77C8AC435}"/>
              </a:ext>
            </a:extLst>
          </p:cNvPr>
          <p:cNvSpPr/>
          <p:nvPr/>
        </p:nvSpPr>
        <p:spPr>
          <a:xfrm>
            <a:off x="635000" y="4953000"/>
            <a:ext cx="10922000" cy="1460500"/>
          </a:xfrm>
          <a:prstGeom prst="roundRect">
            <a:avLst/>
          </a:prstGeom>
          <a:solidFill>
            <a:srgbClr val="FAF5FF"/>
          </a:solidFill>
          <a:ln w="12700" cap="flat" cmpd="sng" algn="ctr">
            <a:solidFill>
              <a:srgbClr val="C4B5F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84A94E7-9E30-4BEE-81D3-8F32749831A3}"/>
              </a:ext>
            </a:extLst>
          </p:cNvPr>
          <p:cNvSpPr txBox="1"/>
          <p:nvPr/>
        </p:nvSpPr>
        <p:spPr>
          <a:xfrm>
            <a:off x="825500" y="5105400"/>
            <a:ext cx="50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 b="1">
                <a:solidFill>
                  <a:srgbClr val="7C3AED"/>
                </a:solidFill>
              </a:rPr>
              <a:t>⑥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714529D-2E63-4C5E-8DD6-0781BF918F8D}"/>
              </a:ext>
            </a:extLst>
          </p:cNvPr>
          <p:cNvSpPr txBox="1"/>
          <p:nvPr/>
        </p:nvSpPr>
        <p:spPr>
          <a:xfrm>
            <a:off x="1397000" y="51435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5B21B6"/>
                </a:solidFill>
              </a:rPr>
              <a:t>Compartilhar SPI host entre tasks sem fila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68C1F34-6DF1-445D-A393-770A554FEF82}"/>
              </a:ext>
            </a:extLst>
          </p:cNvPr>
          <p:cNvSpPr/>
          <p:nvPr/>
        </p:nvSpPr>
        <p:spPr>
          <a:xfrm>
            <a:off x="1397000" y="5511800"/>
            <a:ext cx="9906000" cy="279400"/>
          </a:xfrm>
          <a:prstGeom prst="rect">
            <a:avLst/>
          </a:prstGeom>
          <a:solidFill>
            <a:srgbClr val="FE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918C52D-751E-4C94-AD3C-635C62C05781}"/>
              </a:ext>
            </a:extLst>
          </p:cNvPr>
          <p:cNvSpPr txBox="1"/>
          <p:nvPr/>
        </p:nvSpPr>
        <p:spPr>
          <a:xfrm>
            <a:off x="1460500" y="55372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B91C1C"/>
                </a:solidFill>
                <a:latin typeface="Consolas"/>
              </a:rPr>
              <a:t>✗  spi_device_polling_transmit(d, &amp;t);  // de duas tasks ao mesmo tempo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62845FB-62A1-4310-B80E-A2EDE0875A7B}"/>
              </a:ext>
            </a:extLst>
          </p:cNvPr>
          <p:cNvSpPr/>
          <p:nvPr/>
        </p:nvSpPr>
        <p:spPr>
          <a:xfrm>
            <a:off x="1397000" y="5842000"/>
            <a:ext cx="9906000" cy="279400"/>
          </a:xfrm>
          <a:prstGeom prst="rect">
            <a:avLst/>
          </a:prstGeom>
          <a:solidFill>
            <a:srgbClr val="F0FD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F9C98EE-17F9-448A-A8F4-36CB271C954F}"/>
              </a:ext>
            </a:extLst>
          </p:cNvPr>
          <p:cNvSpPr txBox="1"/>
          <p:nvPr/>
        </p:nvSpPr>
        <p:spPr>
          <a:xfrm>
            <a:off x="1460500" y="5867400"/>
            <a:ext cx="977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15803D"/>
                </a:solidFill>
                <a:latin typeface="Consolas"/>
              </a:rPr>
              <a:t>✓  spi_device_queue_trans(d, &amp;t, portMAX_DELAY);  // driver serializa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A5E7E5F-A2C3-4D0E-9D74-904227685E57}"/>
              </a:ext>
            </a:extLst>
          </p:cNvPr>
          <p:cNvSpPr txBox="1"/>
          <p:nvPr/>
        </p:nvSpPr>
        <p:spPr>
          <a:xfrm>
            <a:off x="1397000" y="6159500"/>
            <a:ext cx="990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5B21B6"/>
                </a:solidFill>
              </a:rPr>
              <a:t>🩺  Corrupção de dados, comandos misturados, MISO retornando lixo.</a:t>
            </a:r>
          </a:p>
        </p:txBody>
      </p:sp>
    </p:spTree>
    <p:extLst>
      <p:ext uri="{BB962C8B-B14F-4D97-AF65-F5344CB8AC3E}">
        <p14:creationId xmlns:p14="http://schemas.microsoft.com/office/powerpoint/2010/main" val="31133419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7930290-575D-4D26-B5EB-9ED533B64DB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DB9F21-2EBC-4632-AD62-7A750B04D5F5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7C3AED"/>
                </a:solidFill>
              </a:rPr>
              <a:t>PITFALLS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A43849-CD1B-41D0-9AFE-1DBB0FDEB034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Ferramentas de debug essenciais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F6DA93-7CC0-45DE-ADE7-39E82BC0239D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7D2DFA-2631-4654-A978-DDF81D111607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Os 6 instrumentos para identificar problemas de DMA em campo.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776E011-8EF5-4AFC-BB4E-1D7FCB59DB11}"/>
              </a:ext>
            </a:extLst>
          </p:cNvPr>
          <p:cNvSpPr/>
          <p:nvPr/>
        </p:nvSpPr>
        <p:spPr>
          <a:xfrm>
            <a:off x="635000" y="22225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1C21BA-5388-4FFB-82D2-6A377DD42628}"/>
              </a:ext>
            </a:extLst>
          </p:cNvPr>
          <p:cNvSpPr/>
          <p:nvPr/>
        </p:nvSpPr>
        <p:spPr>
          <a:xfrm>
            <a:off x="635000" y="2222500"/>
            <a:ext cx="50800" cy="12065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51B3E5-83CF-4F5C-AF6C-A19476498EDB}"/>
              </a:ext>
            </a:extLst>
          </p:cNvPr>
          <p:cNvSpPr txBox="1"/>
          <p:nvPr/>
        </p:nvSpPr>
        <p:spPr>
          <a:xfrm>
            <a:off x="838200" y="24003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⏱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9C53F-D30B-4195-A44C-BBA5CB0F7BB4}"/>
              </a:ext>
            </a:extLst>
          </p:cNvPr>
          <p:cNvSpPr txBox="1"/>
          <p:nvPr/>
        </p:nvSpPr>
        <p:spPr>
          <a:xfrm>
            <a:off x="1346200" y="24003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6A34A"/>
                </a:solidFill>
                <a:latin typeface="Consolas"/>
              </a:rPr>
              <a:t>esp_timer_get_time()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7ED886-D466-4A4C-B73C-0668A88CAA76}"/>
              </a:ext>
            </a:extLst>
          </p:cNvPr>
          <p:cNvSpPr txBox="1"/>
          <p:nvPr/>
        </p:nvSpPr>
        <p:spPr>
          <a:xfrm>
            <a:off x="1346200" y="27559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Microssegundos para medir frame, IRQ-to-task latency, e duração de processamento.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4F4C587-A94D-4A61-B8D6-A1318F6DB522}"/>
              </a:ext>
            </a:extLst>
          </p:cNvPr>
          <p:cNvSpPr/>
          <p:nvPr/>
        </p:nvSpPr>
        <p:spPr>
          <a:xfrm>
            <a:off x="6134100" y="22225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5DCD81C-63DB-40D1-B5BF-CD9C2042D4D4}"/>
              </a:ext>
            </a:extLst>
          </p:cNvPr>
          <p:cNvSpPr/>
          <p:nvPr/>
        </p:nvSpPr>
        <p:spPr>
          <a:xfrm>
            <a:off x="6134100" y="2222500"/>
            <a:ext cx="50800" cy="12065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2232523-DD46-49CA-B395-50870F271F57}"/>
              </a:ext>
            </a:extLst>
          </p:cNvPr>
          <p:cNvSpPr txBox="1"/>
          <p:nvPr/>
        </p:nvSpPr>
        <p:spPr>
          <a:xfrm>
            <a:off x="6337300" y="24003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📊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9EF68B5-FC07-4E94-9F08-6A8B53ADB209}"/>
              </a:ext>
            </a:extLst>
          </p:cNvPr>
          <p:cNvSpPr txBox="1"/>
          <p:nvPr/>
        </p:nvSpPr>
        <p:spPr>
          <a:xfrm>
            <a:off x="6845300" y="24003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891B2"/>
                </a:solidFill>
                <a:latin typeface="Consolas"/>
              </a:rPr>
              <a:t>vTaskGetRunTimeStats()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17FB837-7B2B-4DC3-96C2-B4D8C6C9D8F0}"/>
              </a:ext>
            </a:extLst>
          </p:cNvPr>
          <p:cNvSpPr txBox="1"/>
          <p:nvPr/>
        </p:nvSpPr>
        <p:spPr>
          <a:xfrm>
            <a:off x="6845300" y="27559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Quanto da CPU cada task consome. Identifica gargalos e starvation.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3DC8751-CB0A-4B69-847B-4BFB3095F6EC}"/>
              </a:ext>
            </a:extLst>
          </p:cNvPr>
          <p:cNvSpPr/>
          <p:nvPr/>
        </p:nvSpPr>
        <p:spPr>
          <a:xfrm>
            <a:off x="635000" y="35814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376A0FD-B925-4AF9-9106-8D7D652B7A17}"/>
              </a:ext>
            </a:extLst>
          </p:cNvPr>
          <p:cNvSpPr/>
          <p:nvPr/>
        </p:nvSpPr>
        <p:spPr>
          <a:xfrm>
            <a:off x="635000" y="3581400"/>
            <a:ext cx="50800" cy="1206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C7AE16A-7023-4722-AAC5-504DBB71A500}"/>
              </a:ext>
            </a:extLst>
          </p:cNvPr>
          <p:cNvSpPr txBox="1"/>
          <p:nvPr/>
        </p:nvSpPr>
        <p:spPr>
          <a:xfrm>
            <a:off x="838200" y="37592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💾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033D8B1-9F06-4CC5-BC83-8C8B3DEFCB4A}"/>
              </a:ext>
            </a:extLst>
          </p:cNvPr>
          <p:cNvSpPr txBox="1"/>
          <p:nvPr/>
        </p:nvSpPr>
        <p:spPr>
          <a:xfrm>
            <a:off x="1346200" y="37592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2563EB"/>
                </a:solidFill>
                <a:latin typeface="Consolas"/>
              </a:rPr>
              <a:t>heap_caps_get_info()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5D1E41-2A57-4A83-A455-0CE709D5DC69}"/>
              </a:ext>
            </a:extLst>
          </p:cNvPr>
          <p:cNvSpPr txBox="1"/>
          <p:nvPr/>
        </p:nvSpPr>
        <p:spPr>
          <a:xfrm>
            <a:off x="1346200" y="41148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Quanto resta de DRAM/PSRAM. Detecta vazamentos em buffers DMA.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8A95EFE-3D34-486B-8F0F-853D0599A36E}"/>
              </a:ext>
            </a:extLst>
          </p:cNvPr>
          <p:cNvSpPr/>
          <p:nvPr/>
        </p:nvSpPr>
        <p:spPr>
          <a:xfrm>
            <a:off x="6134100" y="35814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84EDCB7-C914-4ED9-A2DD-15CFDF87CAF6}"/>
              </a:ext>
            </a:extLst>
          </p:cNvPr>
          <p:cNvSpPr/>
          <p:nvPr/>
        </p:nvSpPr>
        <p:spPr>
          <a:xfrm>
            <a:off x="6134100" y="3581400"/>
            <a:ext cx="50800" cy="12065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7141F8B-9DFD-4A57-9CC7-34BA5EDB75D3}"/>
              </a:ext>
            </a:extLst>
          </p:cNvPr>
          <p:cNvSpPr txBox="1"/>
          <p:nvPr/>
        </p:nvSpPr>
        <p:spPr>
          <a:xfrm>
            <a:off x="6337300" y="37592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🔍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A639CB2-CFA6-4414-9837-75CF2D1B9871}"/>
              </a:ext>
            </a:extLst>
          </p:cNvPr>
          <p:cNvSpPr txBox="1"/>
          <p:nvPr/>
        </p:nvSpPr>
        <p:spPr>
          <a:xfrm>
            <a:off x="6845300" y="37592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EA580C"/>
                </a:solidFill>
                <a:latin typeface="Consolas"/>
              </a:rPr>
              <a:t>esp_log_level_set(...)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258AD38-D636-4456-BE07-5F2ACE7E24C8}"/>
              </a:ext>
            </a:extLst>
          </p:cNvPr>
          <p:cNvSpPr txBox="1"/>
          <p:nvPr/>
        </p:nvSpPr>
        <p:spPr>
          <a:xfrm>
            <a:off x="6845300" y="41148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Ative DMA driver em DEBUG para ver enchimento de descriptor e under/overrun.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CD8C334-FF03-4F4B-94EE-F1F704F98501}"/>
              </a:ext>
            </a:extLst>
          </p:cNvPr>
          <p:cNvSpPr/>
          <p:nvPr/>
        </p:nvSpPr>
        <p:spPr>
          <a:xfrm>
            <a:off x="635000" y="49403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423CF87-7373-465C-9272-200A0F0B4B95}"/>
              </a:ext>
            </a:extLst>
          </p:cNvPr>
          <p:cNvSpPr/>
          <p:nvPr/>
        </p:nvSpPr>
        <p:spPr>
          <a:xfrm>
            <a:off x="635000" y="4940300"/>
            <a:ext cx="50800" cy="12065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018705-C95F-445C-BA4E-6D7A1C6F3765}"/>
              </a:ext>
            </a:extLst>
          </p:cNvPr>
          <p:cNvSpPr txBox="1"/>
          <p:nvPr/>
        </p:nvSpPr>
        <p:spPr>
          <a:xfrm>
            <a:off x="838200" y="51181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📡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098A37D-8B86-4356-A493-B042F2A3736D}"/>
              </a:ext>
            </a:extLst>
          </p:cNvPr>
          <p:cNvSpPr txBox="1"/>
          <p:nvPr/>
        </p:nvSpPr>
        <p:spPr>
          <a:xfrm>
            <a:off x="1346200" y="51181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DC2626"/>
                </a:solidFill>
                <a:latin typeface="Consolas"/>
              </a:rPr>
              <a:t>Logic Analyzer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02B5F4E-0136-4F04-A3C5-3E0F72F08FDC}"/>
              </a:ext>
            </a:extLst>
          </p:cNvPr>
          <p:cNvSpPr txBox="1"/>
          <p:nvPr/>
        </p:nvSpPr>
        <p:spPr>
          <a:xfrm>
            <a:off x="1346200" y="54737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Saleae/DSLogic no clock SPI/I2S — confirma timing real do periférico.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8B57145-AE42-4347-8C83-E32B396D7716}"/>
              </a:ext>
            </a:extLst>
          </p:cNvPr>
          <p:cNvSpPr/>
          <p:nvPr/>
        </p:nvSpPr>
        <p:spPr>
          <a:xfrm>
            <a:off x="6134100" y="4940300"/>
            <a:ext cx="52705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CA88330-96B2-4747-89D6-E611D962C2DA}"/>
              </a:ext>
            </a:extLst>
          </p:cNvPr>
          <p:cNvSpPr/>
          <p:nvPr/>
        </p:nvSpPr>
        <p:spPr>
          <a:xfrm>
            <a:off x="6134100" y="4940300"/>
            <a:ext cx="50800" cy="1206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B8ABB18-0396-4086-9C01-9E41BFC53303}"/>
              </a:ext>
            </a:extLst>
          </p:cNvPr>
          <p:cNvSpPr txBox="1"/>
          <p:nvPr/>
        </p:nvSpPr>
        <p:spPr>
          <a:xfrm>
            <a:off x="6337300" y="5118100"/>
            <a:ext cx="457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400"/>
              <a:t>⚙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0917CA6-B275-4E32-83CB-3AE7C471821E}"/>
              </a:ext>
            </a:extLst>
          </p:cNvPr>
          <p:cNvSpPr txBox="1"/>
          <p:nvPr/>
        </p:nvSpPr>
        <p:spPr>
          <a:xfrm>
            <a:off x="6845300" y="51181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7C3AED"/>
                </a:solidFill>
                <a:latin typeface="Consolas"/>
              </a:rPr>
              <a:t>GPIO toggle na ISR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B094504-9A96-4B18-9ADA-0B19AC8E016E}"/>
              </a:ext>
            </a:extLst>
          </p:cNvPr>
          <p:cNvSpPr txBox="1"/>
          <p:nvPr/>
        </p:nvSpPr>
        <p:spPr>
          <a:xfrm>
            <a:off x="6845300" y="5473700"/>
            <a:ext cx="4381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Pulse um pino na entrada/saída da ISR — visualize jitter no osciloscópio.</a:t>
            </a:r>
          </a:p>
        </p:txBody>
      </p:sp>
    </p:spTree>
    <p:extLst>
      <p:ext uri="{BB962C8B-B14F-4D97-AF65-F5344CB8AC3E}">
        <p14:creationId xmlns:p14="http://schemas.microsoft.com/office/powerpoint/2010/main" val="3915302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F5A94B9-ADB6-483C-840A-616DFC36AB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F05B6F-D803-40DC-8ACA-28A3D9B89D5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C5A3F5-B2F8-40C9-B13D-01290C2342AC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0891B2"/>
                </a:solidFill>
              </a:rPr>
              <a:t>11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3F3CD3-C3E3-4D02-A005-DAD16027C031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400" b="1">
                <a:solidFill>
                  <a:srgbClr val="0F172A"/>
                </a:solidFill>
              </a:rPr>
              <a:t>Laboratório prático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CCCE04E-28BF-4BDC-A80D-A677B36E713E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Roteiro de exercício: medidor de áudio com FFT</a:t>
            </a:r>
          </a:p>
        </p:txBody>
      </p:sp>
    </p:spTree>
    <p:extLst>
      <p:ext uri="{BB962C8B-B14F-4D97-AF65-F5344CB8AC3E}">
        <p14:creationId xmlns:p14="http://schemas.microsoft.com/office/powerpoint/2010/main" val="1334524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62CCCD2-4870-4E27-BE7E-EE268837C6A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204986-94C0-461B-8AB8-6E0F245145AC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LAB · ESPECIFICAÇÃO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3E3BDC-FA70-47F4-83FB-584DB94B3E2E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Projeto: VU meter inteligente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0BA529-986B-41A1-A48D-9CF8A5F2F0E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D825338-AED1-40EC-BA05-ED4491961052}"/>
              </a:ext>
            </a:extLst>
          </p:cNvPr>
          <p:cNvSpPr/>
          <p:nvPr/>
        </p:nvSpPr>
        <p:spPr>
          <a:xfrm>
            <a:off x="635000" y="1752600"/>
            <a:ext cx="5270500" cy="4660900"/>
          </a:xfrm>
          <a:prstGeom prst="roundRect">
            <a:avLst/>
          </a:prstGeom>
          <a:solidFill>
            <a:srgbClr val="ECFEFF"/>
          </a:solidFill>
          <a:ln w="12700" cap="flat" cmpd="sng" algn="ctr">
            <a:solidFill>
              <a:srgbClr val="A5F3F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A6BC06E-93A6-4A8F-9DE2-07C5165AFB99}"/>
              </a:ext>
            </a:extLst>
          </p:cNvPr>
          <p:cNvSpPr txBox="1"/>
          <p:nvPr/>
        </p:nvSpPr>
        <p:spPr>
          <a:xfrm>
            <a:off x="889000" y="1955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5E75"/>
                </a:solidFill>
              </a:rPr>
              <a:t>🎯 Objetivo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3F729C-9A2A-406D-821E-159FECE91C70}"/>
              </a:ext>
            </a:extLst>
          </p:cNvPr>
          <p:cNvSpPr txBox="1"/>
          <p:nvPr/>
        </p:nvSpPr>
        <p:spPr>
          <a:xfrm>
            <a:off x="889000" y="2349500"/>
            <a:ext cx="4826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Construir um medidor de áudio em tempo real que detecta a banda dominante (graves / médios / agudos) e indica em uma fita de LEDs WS2812.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A9206B-B35B-4A16-B1E1-7DDFA89DC121}"/>
              </a:ext>
            </a:extLst>
          </p:cNvPr>
          <p:cNvSpPr txBox="1"/>
          <p:nvPr/>
        </p:nvSpPr>
        <p:spPr>
          <a:xfrm>
            <a:off x="889000" y="36830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5E75"/>
                </a:solidFill>
              </a:rPr>
              <a:t>📦 Hardware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9103C74-269B-4B5A-9FD8-FD4A0DEF85F0}"/>
              </a:ext>
            </a:extLst>
          </p:cNvPr>
          <p:cNvSpPr txBox="1"/>
          <p:nvPr/>
        </p:nvSpPr>
        <p:spPr>
          <a:xfrm>
            <a:off x="889000" y="40640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0F172A"/>
                </a:solidFill>
              </a:rPr>
              <a:t>• ESP32-S3 DevKit-C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55CEF9-9D0C-4656-8E38-95FA26D0BD17}"/>
              </a:ext>
            </a:extLst>
          </p:cNvPr>
          <p:cNvSpPr txBox="1"/>
          <p:nvPr/>
        </p:nvSpPr>
        <p:spPr>
          <a:xfrm>
            <a:off x="889000" y="43942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>
                <a:solidFill>
                  <a:srgbClr val="0F172A"/>
                </a:solidFill>
              </a:rPr>
              <a:t>• Microfone MEMS I2S (INMP441 ou similar)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6720A0-34FD-47E2-B4F8-BDCB28D5221C}"/>
              </a:ext>
            </a:extLst>
          </p:cNvPr>
          <p:cNvSpPr txBox="1"/>
          <p:nvPr/>
        </p:nvSpPr>
        <p:spPr>
          <a:xfrm>
            <a:off x="889000" y="4724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0F172A"/>
                </a:solidFill>
              </a:rPr>
              <a:t>• Fita LED WS2812B (8 LEDs mínimo)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C7B1743-8145-4311-AC52-07DDD22A3DED}"/>
              </a:ext>
            </a:extLst>
          </p:cNvPr>
          <p:cNvSpPr txBox="1"/>
          <p:nvPr/>
        </p:nvSpPr>
        <p:spPr>
          <a:xfrm>
            <a:off x="889000" y="50546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0F172A"/>
                </a:solidFill>
              </a:rPr>
              <a:t>• Push button para mute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0F448AD-CD51-4DE0-BF37-14F4F2F808C4}"/>
              </a:ext>
            </a:extLst>
          </p:cNvPr>
          <p:cNvSpPr/>
          <p:nvPr/>
        </p:nvSpPr>
        <p:spPr>
          <a:xfrm>
            <a:off x="6286500" y="1752600"/>
            <a:ext cx="5270500" cy="466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A5F3F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52062EC-B61C-4EE0-B122-BDA93940DC7B}"/>
              </a:ext>
            </a:extLst>
          </p:cNvPr>
          <p:cNvSpPr txBox="1"/>
          <p:nvPr/>
        </p:nvSpPr>
        <p:spPr>
          <a:xfrm>
            <a:off x="6540500" y="1955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155E75"/>
                </a:solidFill>
              </a:rPr>
              <a:t>✅ Critérios de aceitação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F380AE8-B69A-485C-B0A6-479453DACEB5}"/>
              </a:ext>
            </a:extLst>
          </p:cNvPr>
          <p:cNvSpPr/>
          <p:nvPr/>
        </p:nvSpPr>
        <p:spPr>
          <a:xfrm>
            <a:off x="6540500" y="23495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B5C069C-3202-47F5-BAA3-AB24306D51D4}"/>
              </a:ext>
            </a:extLst>
          </p:cNvPr>
          <p:cNvSpPr txBox="1"/>
          <p:nvPr/>
        </p:nvSpPr>
        <p:spPr>
          <a:xfrm>
            <a:off x="6731000" y="24257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Latência E2E &lt; 50 ms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E8CEA08-8A93-4B37-BFEA-D7945F9ACBA9}"/>
              </a:ext>
            </a:extLst>
          </p:cNvPr>
          <p:cNvSpPr txBox="1"/>
          <p:nvPr/>
        </p:nvSpPr>
        <p:spPr>
          <a:xfrm>
            <a:off x="6731000" y="26924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Da mudança de som até o LED acender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80408E0-F826-467E-9909-52D8FB7C780B}"/>
              </a:ext>
            </a:extLst>
          </p:cNvPr>
          <p:cNvSpPr/>
          <p:nvPr/>
        </p:nvSpPr>
        <p:spPr>
          <a:xfrm>
            <a:off x="6540500" y="30226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7B0E12E-D208-4062-A93D-42DFCB35323E}"/>
              </a:ext>
            </a:extLst>
          </p:cNvPr>
          <p:cNvSpPr txBox="1"/>
          <p:nvPr/>
        </p:nvSpPr>
        <p:spPr>
          <a:xfrm>
            <a:off x="6731000" y="3098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CPU &lt; 25%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AD2901E-BF9A-46DB-A9DB-EA71E591C24A}"/>
              </a:ext>
            </a:extLst>
          </p:cNvPr>
          <p:cNvSpPr txBox="1"/>
          <p:nvPr/>
        </p:nvSpPr>
        <p:spPr>
          <a:xfrm>
            <a:off x="6731000" y="33655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Medido com vTaskGetRunTimeStats() em regime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DB59DDD-140A-4E03-9950-7A0D0AF8FBEC}"/>
              </a:ext>
            </a:extLst>
          </p:cNvPr>
          <p:cNvSpPr/>
          <p:nvPr/>
        </p:nvSpPr>
        <p:spPr>
          <a:xfrm>
            <a:off x="6540500" y="36957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CC225D3-1976-4C22-9F7A-24F7E7696D8E}"/>
              </a:ext>
            </a:extLst>
          </p:cNvPr>
          <p:cNvSpPr txBox="1"/>
          <p:nvPr/>
        </p:nvSpPr>
        <p:spPr>
          <a:xfrm>
            <a:off x="6731000" y="3771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Zero amostras perdidas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9AE857B-CF81-4D15-94C3-C70BFB9D1C40}"/>
              </a:ext>
            </a:extLst>
          </p:cNvPr>
          <p:cNvSpPr txBox="1"/>
          <p:nvPr/>
        </p:nvSpPr>
        <p:spPr>
          <a:xfrm>
            <a:off x="6731000" y="40386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Buffer overrun nunca registrado em 10 min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9F9F1CC-58A5-4DB6-A12F-4722A0ABF850}"/>
              </a:ext>
            </a:extLst>
          </p:cNvPr>
          <p:cNvSpPr/>
          <p:nvPr/>
        </p:nvSpPr>
        <p:spPr>
          <a:xfrm>
            <a:off x="6540500" y="43688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3EF721F-A445-49BE-970D-C3835FC1C39B}"/>
              </a:ext>
            </a:extLst>
          </p:cNvPr>
          <p:cNvSpPr txBox="1"/>
          <p:nvPr/>
        </p:nvSpPr>
        <p:spPr>
          <a:xfrm>
            <a:off x="6731000" y="4445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155E75"/>
                </a:solidFill>
              </a:rPr>
              <a:t>FFT 1024 pts a 16 kHz</a:t>
            </a:r>
            <a:endParaRPr lang="pt-BR" sz="1300" b="1">
              <a:solidFill>
                <a:srgbClr val="155E75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C68BC3-1719-4064-B77E-F26620391B2E}"/>
              </a:ext>
            </a:extLst>
          </p:cNvPr>
          <p:cNvSpPr txBox="1"/>
          <p:nvPr/>
        </p:nvSpPr>
        <p:spPr>
          <a:xfrm>
            <a:off x="6731000" y="47117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Frame de 64 ms, atualização de display a ~15 FPS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2FD352F-C765-45FB-925F-42520822581A}"/>
              </a:ext>
            </a:extLst>
          </p:cNvPr>
          <p:cNvSpPr/>
          <p:nvPr/>
        </p:nvSpPr>
        <p:spPr>
          <a:xfrm>
            <a:off x="6540500" y="50419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D4E7030-746C-4150-ADB7-78971F9B87C0}"/>
              </a:ext>
            </a:extLst>
          </p:cNvPr>
          <p:cNvSpPr txBox="1"/>
          <p:nvPr/>
        </p:nvSpPr>
        <p:spPr>
          <a:xfrm>
            <a:off x="6731000" y="5118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Wi-Fi MQTT simultâneo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E129F67-78A1-40AB-B26C-AE664353D407}"/>
              </a:ext>
            </a:extLst>
          </p:cNvPr>
          <p:cNvSpPr txBox="1"/>
          <p:nvPr/>
        </p:nvSpPr>
        <p:spPr>
          <a:xfrm>
            <a:off x="6731000" y="53848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Publica RMS médio a cada 1s em paralelo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0E146D7-9107-40BF-9E08-DFBC19745AFF}"/>
              </a:ext>
            </a:extLst>
          </p:cNvPr>
          <p:cNvSpPr/>
          <p:nvPr/>
        </p:nvSpPr>
        <p:spPr>
          <a:xfrm>
            <a:off x="6540500" y="5715000"/>
            <a:ext cx="4762500" cy="596900"/>
          </a:xfrm>
          <a:prstGeom prst="roundRect">
            <a:avLst/>
          </a:prstGeom>
          <a:solidFill>
            <a:srgbClr val="ECFE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09AF17F-57CF-44B9-9C01-3DFD0984D4D1}"/>
              </a:ext>
            </a:extLst>
          </p:cNvPr>
          <p:cNvSpPr txBox="1"/>
          <p:nvPr/>
        </p:nvSpPr>
        <p:spPr>
          <a:xfrm>
            <a:off x="6731000" y="57912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155E75"/>
                </a:solidFill>
              </a:rPr>
              <a:t>Sem allocações em runtime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981274-EBF8-44BE-B82F-39AEC7E7BFF0}"/>
              </a:ext>
            </a:extLst>
          </p:cNvPr>
          <p:cNvSpPr txBox="1"/>
          <p:nvPr/>
        </p:nvSpPr>
        <p:spPr>
          <a:xfrm>
            <a:off x="6731000" y="60579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475569"/>
                </a:solidFill>
              </a:rPr>
              <a:t>Todos buffers DMA criados no boot</a:t>
            </a:r>
          </a:p>
        </p:txBody>
      </p:sp>
    </p:spTree>
    <p:extLst>
      <p:ext uri="{BB962C8B-B14F-4D97-AF65-F5344CB8AC3E}">
        <p14:creationId xmlns:p14="http://schemas.microsoft.com/office/powerpoint/2010/main" val="3045731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7F4F35-200D-486F-9C0E-197F4DD33BE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755685-6A32-4A45-B0D6-A221E85FCC71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0891B2"/>
                </a:solidFill>
              </a:rPr>
              <a:t>LAB · ROTEIRO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D1EBF1-6494-465F-896A-9E8AC8360DD6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5 passos para executar o lab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197088-7E51-47EE-A2CA-6FCC6EE38901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57BDE4-0D8E-4359-B956-445182F98380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Cada passo é um commit. Valide antes de avançar.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843A958-67C5-4935-8C9E-ECC0A1301B99}"/>
              </a:ext>
            </a:extLst>
          </p:cNvPr>
          <p:cNvSpPr/>
          <p:nvPr/>
        </p:nvSpPr>
        <p:spPr>
          <a:xfrm>
            <a:off x="635000" y="22225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7E9B99B-270E-4874-8630-9C18EE6D2AC8}"/>
              </a:ext>
            </a:extLst>
          </p:cNvPr>
          <p:cNvSpPr/>
          <p:nvPr/>
        </p:nvSpPr>
        <p:spPr>
          <a:xfrm>
            <a:off x="787400" y="2400300"/>
            <a:ext cx="355600" cy="3556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8FF1D2-94C7-486B-8AB7-55E3C2DAB423}"/>
              </a:ext>
            </a:extLst>
          </p:cNvPr>
          <p:cNvSpPr txBox="1"/>
          <p:nvPr/>
        </p:nvSpPr>
        <p:spPr>
          <a:xfrm>
            <a:off x="1333500" y="23114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Bring-up do I2S + DMA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B1D676-211C-40E9-8723-890370070904}"/>
              </a:ext>
            </a:extLst>
          </p:cNvPr>
          <p:cNvSpPr txBox="1"/>
          <p:nvPr/>
        </p:nvSpPr>
        <p:spPr>
          <a:xfrm>
            <a:off x="1333500" y="25781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Configure INMP441, verifique forma de onda via Serial.printf de 100 amostras. Sample rate efetivo confirmado.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2339FA-9E74-4613-86BF-782C483029E6}"/>
              </a:ext>
            </a:extLst>
          </p:cNvPr>
          <p:cNvSpPr/>
          <p:nvPr/>
        </p:nvSpPr>
        <p:spPr>
          <a:xfrm>
            <a:off x="8382000" y="23876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Senoide reconhecível ao assobiar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D00C45C-7F8F-4BC5-9468-87B379EA60C5}"/>
              </a:ext>
            </a:extLst>
          </p:cNvPr>
          <p:cNvSpPr/>
          <p:nvPr/>
        </p:nvSpPr>
        <p:spPr>
          <a:xfrm>
            <a:off x="635000" y="30099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67E7D3F-2516-467F-AE66-F4F807F57499}"/>
              </a:ext>
            </a:extLst>
          </p:cNvPr>
          <p:cNvSpPr/>
          <p:nvPr/>
        </p:nvSpPr>
        <p:spPr>
          <a:xfrm>
            <a:off x="787400" y="3187700"/>
            <a:ext cx="355600" cy="355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3D23C5F-7379-49F4-96DF-DD510C90AFEE}"/>
              </a:ext>
            </a:extLst>
          </p:cNvPr>
          <p:cNvSpPr txBox="1"/>
          <p:nvPr/>
        </p:nvSpPr>
        <p:spPr>
          <a:xfrm>
            <a:off x="1333500" y="30988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Pipeline → FFT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6193F00-05AB-4144-8C1C-FA6D9D6B7A2E}"/>
              </a:ext>
            </a:extLst>
          </p:cNvPr>
          <p:cNvSpPr txBox="1"/>
          <p:nvPr/>
        </p:nvSpPr>
        <p:spPr>
          <a:xfrm>
            <a:off x="1333500" y="33655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Adicione task FFT em Core 1. Imprima top-3 bins a cada segundo. Confirme que graves dominam quando você fala.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A1EAF79-F49A-4BC0-8A80-B959C0765554}"/>
              </a:ext>
            </a:extLst>
          </p:cNvPr>
          <p:cNvSpPr/>
          <p:nvPr/>
        </p:nvSpPr>
        <p:spPr>
          <a:xfrm>
            <a:off x="8382000" y="31750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Bins 5-15 acendem com fala humana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41A26B4-E175-4CF0-9540-2154C9C173B4}"/>
              </a:ext>
            </a:extLst>
          </p:cNvPr>
          <p:cNvSpPr/>
          <p:nvPr/>
        </p:nvSpPr>
        <p:spPr>
          <a:xfrm>
            <a:off x="635000" y="37973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4EF01D9-FF48-46CF-80A1-459F78C20AFC}"/>
              </a:ext>
            </a:extLst>
          </p:cNvPr>
          <p:cNvSpPr/>
          <p:nvPr/>
        </p:nvSpPr>
        <p:spPr>
          <a:xfrm>
            <a:off x="787400" y="3975100"/>
            <a:ext cx="355600" cy="3556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7888542-51FC-45EC-A114-C24667CC0F1F}"/>
              </a:ext>
            </a:extLst>
          </p:cNvPr>
          <p:cNvSpPr txBox="1"/>
          <p:nvPr/>
        </p:nvSpPr>
        <p:spPr>
          <a:xfrm>
            <a:off x="1333500" y="38862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Classificação em 3 bandas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5932A55-1CA4-41C5-B100-5E6D4ADA386B}"/>
              </a:ext>
            </a:extLst>
          </p:cNvPr>
          <p:cNvSpPr txBox="1"/>
          <p:nvPr/>
        </p:nvSpPr>
        <p:spPr>
          <a:xfrm>
            <a:off x="1333500" y="41529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Some energia em [0-200Hz], [200-2kHz], [2k-8kHz]. Selecione a banda dominante por frame.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FCD9F33-C40E-4680-AF12-67D1019E80F4}"/>
              </a:ext>
            </a:extLst>
          </p:cNvPr>
          <p:cNvSpPr/>
          <p:nvPr/>
        </p:nvSpPr>
        <p:spPr>
          <a:xfrm>
            <a:off x="8382000" y="39624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Banda média ganha com voz; aguda com chiado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09B8E3F-358F-49F7-919B-6376722157D6}"/>
              </a:ext>
            </a:extLst>
          </p:cNvPr>
          <p:cNvSpPr/>
          <p:nvPr/>
        </p:nvSpPr>
        <p:spPr>
          <a:xfrm>
            <a:off x="635000" y="45847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29C79AC-1913-4D8E-90E7-80331B0576AF}"/>
              </a:ext>
            </a:extLst>
          </p:cNvPr>
          <p:cNvSpPr/>
          <p:nvPr/>
        </p:nvSpPr>
        <p:spPr>
          <a:xfrm>
            <a:off x="787400" y="4762500"/>
            <a:ext cx="355600" cy="355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482DC80-6FF7-4C06-BBB9-DC6641493E13}"/>
              </a:ext>
            </a:extLst>
          </p:cNvPr>
          <p:cNvSpPr txBox="1"/>
          <p:nvPr/>
        </p:nvSpPr>
        <p:spPr>
          <a:xfrm>
            <a:off x="1333500" y="46736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Saída para LEDs WS2812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D5579D-E11E-4E59-ADCA-B72237299B5F}"/>
              </a:ext>
            </a:extLst>
          </p:cNvPr>
          <p:cNvSpPr txBox="1"/>
          <p:nvPr/>
        </p:nvSpPr>
        <p:spPr>
          <a:xfrm>
            <a:off x="1333500" y="49403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Use rmt_tx + DMA. Mapeie banda → cor (azul/verde/laranja). Atualize a fita a partir de uma task de UI a 30 FPS.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7F4CFAF-E5F9-46AB-B8EF-73D2AC92F389}"/>
              </a:ext>
            </a:extLst>
          </p:cNvPr>
          <p:cNvSpPr/>
          <p:nvPr/>
        </p:nvSpPr>
        <p:spPr>
          <a:xfrm>
            <a:off x="8382000" y="47498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LEDs respondem em tempo real ao som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AB405CB-BB49-4248-BE95-5A7F5CA05AFA}"/>
              </a:ext>
            </a:extLst>
          </p:cNvPr>
          <p:cNvSpPr/>
          <p:nvPr/>
        </p:nvSpPr>
        <p:spPr>
          <a:xfrm>
            <a:off x="635000" y="5372100"/>
            <a:ext cx="10922000" cy="69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64C86E2-7F9E-4287-B852-CEBD660FB7A4}"/>
              </a:ext>
            </a:extLst>
          </p:cNvPr>
          <p:cNvSpPr/>
          <p:nvPr/>
        </p:nvSpPr>
        <p:spPr>
          <a:xfrm>
            <a:off x="787400" y="5549900"/>
            <a:ext cx="355600" cy="355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72F1A97-7C91-4377-85E3-99A1598837AC}"/>
              </a:ext>
            </a:extLst>
          </p:cNvPr>
          <p:cNvSpPr txBox="1"/>
          <p:nvPr/>
        </p:nvSpPr>
        <p:spPr>
          <a:xfrm>
            <a:off x="1333500" y="5461000"/>
            <a:ext cx="609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0F172A"/>
                </a:solidFill>
              </a:rPr>
              <a:t>Wi-Fi + MQTT em paralelo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00EFE55-F3FF-4E08-BE55-92312F743A8E}"/>
              </a:ext>
            </a:extLst>
          </p:cNvPr>
          <p:cNvSpPr txBox="1"/>
          <p:nvPr/>
        </p:nvSpPr>
        <p:spPr>
          <a:xfrm>
            <a:off x="1333500" y="5727700"/>
            <a:ext cx="685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Adicione publicação 1 Hz do RMS médio. Confirme que a pipeline de áudio não regrediu — meça latência e CPU.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F5689EC-2EE9-4C80-A4D8-CB9692E56396}"/>
              </a:ext>
            </a:extLst>
          </p:cNvPr>
          <p:cNvSpPr/>
          <p:nvPr/>
        </p:nvSpPr>
        <p:spPr>
          <a:xfrm>
            <a:off x="8382000" y="5537200"/>
            <a:ext cx="3048000" cy="3810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pt-BR" sz="1000">
                <a:solidFill>
                  <a:srgbClr val="15803D"/>
                </a:solidFill>
              </a:rPr>
              <a:t>✓ MQTT publica enquanto LEDs continuam fluidos</a:t>
            </a:r>
          </a:p>
        </p:txBody>
      </p:sp>
    </p:spTree>
    <p:extLst>
      <p:ext uri="{BB962C8B-B14F-4D97-AF65-F5344CB8AC3E}">
        <p14:creationId xmlns:p14="http://schemas.microsoft.com/office/powerpoint/2010/main" val="1196349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D5B6EF-5769-4C8E-A1E0-9D816A25AA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29BBAC-4071-4524-AAD8-6CCBDFFBF208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D745E7-EB16-40B1-ACA1-3048BFD8E5A5}"/>
              </a:ext>
            </a:extLst>
          </p:cNvPr>
          <p:cNvSpPr txBox="1"/>
          <p:nvPr/>
        </p:nvSpPr>
        <p:spPr>
          <a:xfrm>
            <a:off x="1016000" y="2286000"/>
            <a:ext cx="254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0" b="1">
                <a:solidFill>
                  <a:srgbClr val="DC2626"/>
                </a:solidFill>
              </a:rPr>
              <a:t>12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2EAEBF-43E2-434B-87E9-C0D27D44B92C}"/>
              </a:ext>
            </a:extLst>
          </p:cNvPr>
          <p:cNvSpPr txBox="1"/>
          <p:nvPr/>
        </p:nvSpPr>
        <p:spPr>
          <a:xfrm>
            <a:off x="3683000" y="27305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000" b="1">
                <a:solidFill>
                  <a:srgbClr val="0F172A"/>
                </a:solidFill>
              </a:rPr>
              <a:t>Conclusões &amp; próximos passos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DF7459-4081-4A1B-A9F0-AD9FD5D8662D}"/>
              </a:ext>
            </a:extLst>
          </p:cNvPr>
          <p:cNvSpPr txBox="1"/>
          <p:nvPr/>
        </p:nvSpPr>
        <p:spPr>
          <a:xfrm>
            <a:off x="3683000" y="355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475569"/>
                </a:solidFill>
              </a:rPr>
              <a:t>Síntese, decisões de projeto e referências</a:t>
            </a:r>
          </a:p>
        </p:txBody>
      </p:sp>
    </p:spTree>
    <p:extLst>
      <p:ext uri="{BB962C8B-B14F-4D97-AF65-F5344CB8AC3E}">
        <p14:creationId xmlns:p14="http://schemas.microsoft.com/office/powerpoint/2010/main" val="20106901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2DA6A67-5FA0-49BB-907B-3A6588D9AD3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B3301A-400D-4973-B775-A37EC4AF3DA7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CONCLUSÕES · 01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ABBEE2-8B0F-4873-B240-A89F845C593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5 lições que você leva deste workshop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71288B-3614-4BCE-A41D-81C5A06D6CFA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A5A6B0B-0675-4447-A266-7965CEE976FC}"/>
              </a:ext>
            </a:extLst>
          </p:cNvPr>
          <p:cNvSpPr/>
          <p:nvPr/>
        </p:nvSpPr>
        <p:spPr>
          <a:xfrm>
            <a:off x="635000" y="17526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75D335-AE5A-4B11-94A7-75503B48F6E8}"/>
              </a:ext>
            </a:extLst>
          </p:cNvPr>
          <p:cNvSpPr txBox="1"/>
          <p:nvPr/>
        </p:nvSpPr>
        <p:spPr>
          <a:xfrm>
            <a:off x="762000" y="19050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DC2626"/>
                </a:solidFill>
              </a:rPr>
              <a:t>01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228254-25FE-4EF7-A57F-293F0D8B2259}"/>
              </a:ext>
            </a:extLst>
          </p:cNvPr>
          <p:cNvSpPr txBox="1"/>
          <p:nvPr/>
        </p:nvSpPr>
        <p:spPr>
          <a:xfrm>
            <a:off x="1778000" y="19050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DMA é grátis em ciclos — mas custa atenção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EFE23AB-0D1C-4604-A4C1-79D10C928DBC}"/>
              </a:ext>
            </a:extLst>
          </p:cNvPr>
          <p:cNvSpPr txBox="1"/>
          <p:nvPr/>
        </p:nvSpPr>
        <p:spPr>
          <a:xfrm>
            <a:off x="1778000" y="22098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O hardware copia sozinho, mas você precisa pensar em alinhamento, cache, descritores e sincronização desde o desenho.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BF3826C-8143-4F1C-BC12-681FF5448095}"/>
              </a:ext>
            </a:extLst>
          </p:cNvPr>
          <p:cNvSpPr/>
          <p:nvPr/>
        </p:nvSpPr>
        <p:spPr>
          <a:xfrm>
            <a:off x="635000" y="26797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9B774A0-29FF-4D29-9A82-A284E4F05511}"/>
              </a:ext>
            </a:extLst>
          </p:cNvPr>
          <p:cNvSpPr txBox="1"/>
          <p:nvPr/>
        </p:nvSpPr>
        <p:spPr>
          <a:xfrm>
            <a:off x="762000" y="28321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EA580C"/>
                </a:solidFill>
              </a:rPr>
              <a:t>02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509DD39-204D-4AEE-93B1-DD07E3D80AFD}"/>
              </a:ext>
            </a:extLst>
          </p:cNvPr>
          <p:cNvSpPr txBox="1"/>
          <p:nvPr/>
        </p:nvSpPr>
        <p:spPr>
          <a:xfrm>
            <a:off x="1778000" y="28321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ISR é um sinalizador, não um worker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276343-F02F-411D-8A81-3729B699B150}"/>
              </a:ext>
            </a:extLst>
          </p:cNvPr>
          <p:cNvSpPr txBox="1"/>
          <p:nvPr/>
        </p:nvSpPr>
        <p:spPr>
          <a:xfrm>
            <a:off x="1778000" y="31369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Em um sistema com DMA bem configurado, sua ISR só precisa dar um xTaskNotifyGiveFromISR(). O resto é task.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A623654-61CB-4581-A2BF-C551BFF6C017}"/>
              </a:ext>
            </a:extLst>
          </p:cNvPr>
          <p:cNvSpPr/>
          <p:nvPr/>
        </p:nvSpPr>
        <p:spPr>
          <a:xfrm>
            <a:off x="635000" y="36068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7E9B83-EE40-440B-9096-F12E3ACAA03C}"/>
              </a:ext>
            </a:extLst>
          </p:cNvPr>
          <p:cNvSpPr txBox="1"/>
          <p:nvPr/>
        </p:nvSpPr>
        <p:spPr>
          <a:xfrm>
            <a:off x="762000" y="37592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823D289-51EE-48D4-86B1-604A3EF27ADC}"/>
              </a:ext>
            </a:extLst>
          </p:cNvPr>
          <p:cNvSpPr txBox="1"/>
          <p:nvPr/>
        </p:nvSpPr>
        <p:spPr>
          <a:xfrm>
            <a:off x="1778000" y="37592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Buffer size define seu jitter de pipeline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7EA48A9-E23E-4A24-996A-F235CD6C67EE}"/>
              </a:ext>
            </a:extLst>
          </p:cNvPr>
          <p:cNvSpPr txBox="1"/>
          <p:nvPr/>
        </p:nvSpPr>
        <p:spPr>
          <a:xfrm>
            <a:off x="1778000" y="40640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Frames menores reduzem latência mas aumentam overhead de IRQ. Escolha por target de latência, não por convenção.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888A984-6E08-4C2E-911C-0D616F855BAF}"/>
              </a:ext>
            </a:extLst>
          </p:cNvPr>
          <p:cNvSpPr/>
          <p:nvPr/>
        </p:nvSpPr>
        <p:spPr>
          <a:xfrm>
            <a:off x="635000" y="45339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062029-B929-4F6D-9B78-F30C9241FBE3}"/>
              </a:ext>
            </a:extLst>
          </p:cNvPr>
          <p:cNvSpPr txBox="1"/>
          <p:nvPr/>
        </p:nvSpPr>
        <p:spPr>
          <a:xfrm>
            <a:off x="762000" y="46863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16A34A"/>
                </a:solidFill>
              </a:rPr>
              <a:t>04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D9C80EA-C858-4395-92F4-63C214C9D8D5}"/>
              </a:ext>
            </a:extLst>
          </p:cNvPr>
          <p:cNvSpPr txBox="1"/>
          <p:nvPr/>
        </p:nvSpPr>
        <p:spPr>
          <a:xfrm>
            <a:off x="1778000" y="46863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Double buffering é o padrão, não a otimização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77A20A4-AC7C-4367-A011-9C2ED14A972E}"/>
              </a:ext>
            </a:extLst>
          </p:cNvPr>
          <p:cNvSpPr txBox="1"/>
          <p:nvPr/>
        </p:nvSpPr>
        <p:spPr>
          <a:xfrm>
            <a:off x="1778000" y="49911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Qualquer stream contínuo precisa de pelo menos 2 buffers. Single buffer é exceção para transações isoladas.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A9F6E08-7DE2-4079-86A7-45F08E3B87EC}"/>
              </a:ext>
            </a:extLst>
          </p:cNvPr>
          <p:cNvSpPr/>
          <p:nvPr/>
        </p:nvSpPr>
        <p:spPr>
          <a:xfrm>
            <a:off x="635000" y="5461000"/>
            <a:ext cx="10922000" cy="85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2BA8063-1D7C-46AE-B6CC-90F70EDCA835}"/>
              </a:ext>
            </a:extLst>
          </p:cNvPr>
          <p:cNvSpPr txBox="1"/>
          <p:nvPr/>
        </p:nvSpPr>
        <p:spPr>
          <a:xfrm>
            <a:off x="762000" y="56134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6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74AF31B-0ECE-48D9-BF8D-75594A7860B2}"/>
              </a:ext>
            </a:extLst>
          </p:cNvPr>
          <p:cNvSpPr txBox="1"/>
          <p:nvPr/>
        </p:nvSpPr>
        <p:spPr>
          <a:xfrm>
            <a:off x="1778000" y="5613400"/>
            <a:ext cx="965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0F172A"/>
                </a:solidFill>
              </a:rPr>
              <a:t>Meça, não suponha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9736DE-3013-49B4-8F4D-DC666CF4AF3E}"/>
              </a:ext>
            </a:extLst>
          </p:cNvPr>
          <p:cNvSpPr txBox="1"/>
          <p:nvPr/>
        </p:nvSpPr>
        <p:spPr>
          <a:xfrm>
            <a:off x="1778000" y="5918200"/>
            <a:ext cx="965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475569"/>
                </a:solidFill>
              </a:rPr>
              <a:t>esp_timer_get_time(), GPIO toggle e RunTimeStats valem mais que qualquer regra empírica. Profilar é parte do design.</a:t>
            </a:r>
          </a:p>
        </p:txBody>
      </p:sp>
    </p:spTree>
    <p:extLst>
      <p:ext uri="{BB962C8B-B14F-4D97-AF65-F5344CB8AC3E}">
        <p14:creationId xmlns:p14="http://schemas.microsoft.com/office/powerpoint/2010/main" val="42372839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F2F20C5-F115-494C-8D5D-3F0B2EFADE9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9F8B9E-9DC2-4364-AF26-C407EED1282E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CONCLUSÕES · 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42CA93-270C-4625-B1A0-69B29871B421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Quando NÃO usar DMA?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FEFBB54-D59E-45BF-BA44-12FA7F3FB89C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12264E-04A5-4836-8415-26DA62CBF760}"/>
              </a:ext>
            </a:extLst>
          </p:cNvPr>
          <p:cNvSpPr txBox="1"/>
          <p:nvPr/>
        </p:nvSpPr>
        <p:spPr>
          <a:xfrm>
            <a:off x="635000" y="1752600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75569"/>
                </a:solidFill>
              </a:rPr>
              <a:t>DMA é poderoso, mas tem custo. Para alguns workloads, polling é mais simples e suficiente.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FDBAC02-E46B-41A6-84AF-841BDAB6FC0F}"/>
              </a:ext>
            </a:extLst>
          </p:cNvPr>
          <p:cNvSpPr/>
          <p:nvPr/>
        </p:nvSpPr>
        <p:spPr>
          <a:xfrm>
            <a:off x="635000" y="2286000"/>
            <a:ext cx="5270500" cy="4127500"/>
          </a:xfrm>
          <a:prstGeom prst="roundRect">
            <a:avLst/>
          </a:prstGeom>
          <a:solidFill>
            <a:srgbClr val="F0FDF4"/>
          </a:solidFill>
          <a:ln w="12700" cap="flat" cmpd="sng" algn="ctr">
            <a:solidFill>
              <a:srgbClr val="86EFA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505042-4C73-4938-A371-77D0B271201E}"/>
              </a:ext>
            </a:extLst>
          </p:cNvPr>
          <p:cNvSpPr txBox="1"/>
          <p:nvPr/>
        </p:nvSpPr>
        <p:spPr>
          <a:xfrm>
            <a:off x="889000" y="2476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15803D"/>
                </a:solidFill>
              </a:rPr>
              <a:t>✓  USE DMA quando…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1180379-A64C-4ABD-8EFB-D35BA11908CC}"/>
              </a:ext>
            </a:extLst>
          </p:cNvPr>
          <p:cNvSpPr/>
          <p:nvPr/>
        </p:nvSpPr>
        <p:spPr>
          <a:xfrm>
            <a:off x="952500" y="30607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E1EEEC-3DE5-40A9-946A-9D941ACCDEA4}"/>
              </a:ext>
            </a:extLst>
          </p:cNvPr>
          <p:cNvSpPr txBox="1"/>
          <p:nvPr/>
        </p:nvSpPr>
        <p:spPr>
          <a:xfrm>
            <a:off x="12065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Stream contínuo &gt; 10 kSPS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21EEBBA-349A-44A4-A7F4-91FC2711616C}"/>
              </a:ext>
            </a:extLst>
          </p:cNvPr>
          <p:cNvSpPr/>
          <p:nvPr/>
        </p:nvSpPr>
        <p:spPr>
          <a:xfrm>
            <a:off x="952500" y="35433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8B60912-C1F8-4065-A4E6-B990B185E9B0}"/>
              </a:ext>
            </a:extLst>
          </p:cNvPr>
          <p:cNvSpPr txBox="1"/>
          <p:nvPr/>
        </p:nvSpPr>
        <p:spPr>
          <a:xfrm>
            <a:off x="1206500" y="3467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Workload de áudio, vídeo ou ML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AB72293-4825-4524-9A5C-2BC350F38D79}"/>
              </a:ext>
            </a:extLst>
          </p:cNvPr>
          <p:cNvSpPr/>
          <p:nvPr/>
        </p:nvSpPr>
        <p:spPr>
          <a:xfrm>
            <a:off x="952500" y="40259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4317D0-4F04-4F0F-A1CB-D8BB46A6ACEF}"/>
              </a:ext>
            </a:extLst>
          </p:cNvPr>
          <p:cNvSpPr txBox="1"/>
          <p:nvPr/>
        </p:nvSpPr>
        <p:spPr>
          <a:xfrm>
            <a:off x="1206500" y="3949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Wi-Fi/BLE precisa coexistir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9551935-9FB6-4ABE-B686-D1D039401A9A}"/>
              </a:ext>
            </a:extLst>
          </p:cNvPr>
          <p:cNvSpPr/>
          <p:nvPr/>
        </p:nvSpPr>
        <p:spPr>
          <a:xfrm>
            <a:off x="952500" y="45085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D13BCA6-FB42-4ED0-B01D-D1A0FA404C3D}"/>
              </a:ext>
            </a:extLst>
          </p:cNvPr>
          <p:cNvSpPr txBox="1"/>
          <p:nvPr/>
        </p:nvSpPr>
        <p:spPr>
          <a:xfrm>
            <a:off x="1206500" y="44323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Latência determinística importa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C056437-0CEC-4565-84A2-96830697D9C5}"/>
              </a:ext>
            </a:extLst>
          </p:cNvPr>
          <p:cNvSpPr/>
          <p:nvPr/>
        </p:nvSpPr>
        <p:spPr>
          <a:xfrm>
            <a:off x="952500" y="49911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72D5FA0-4F54-48C5-BAD7-42A2F492996E}"/>
              </a:ext>
            </a:extLst>
          </p:cNvPr>
          <p:cNvSpPr txBox="1"/>
          <p:nvPr/>
        </p:nvSpPr>
        <p:spPr>
          <a:xfrm>
            <a:off x="1206500" y="4914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Transferências &gt; 256 bytes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558992D-8260-45A4-BA62-F43BD5718600}"/>
              </a:ext>
            </a:extLst>
          </p:cNvPr>
          <p:cNvSpPr/>
          <p:nvPr/>
        </p:nvSpPr>
        <p:spPr>
          <a:xfrm>
            <a:off x="952500" y="54737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3EF22E8-C14B-451D-B396-FDEAE5E5F939}"/>
              </a:ext>
            </a:extLst>
          </p:cNvPr>
          <p:cNvSpPr txBox="1"/>
          <p:nvPr/>
        </p:nvSpPr>
        <p:spPr>
          <a:xfrm>
            <a:off x="1206500" y="5397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Múltiplos periféricos simultâneos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1B7BD8F-3747-4CB3-8740-2DE69301D9E8}"/>
              </a:ext>
            </a:extLst>
          </p:cNvPr>
          <p:cNvSpPr/>
          <p:nvPr/>
        </p:nvSpPr>
        <p:spPr>
          <a:xfrm>
            <a:off x="952500" y="5956300"/>
            <a:ext cx="152400" cy="1524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46B28BF-A94C-49C0-89D4-E7962BC48CC1}"/>
              </a:ext>
            </a:extLst>
          </p:cNvPr>
          <p:cNvSpPr txBox="1"/>
          <p:nvPr/>
        </p:nvSpPr>
        <p:spPr>
          <a:xfrm>
            <a:off x="1206500" y="5880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Sistema multi-task com timing crítico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2114D34-8BA1-4404-B5FF-D0A7441A1F03}"/>
              </a:ext>
            </a:extLst>
          </p:cNvPr>
          <p:cNvSpPr/>
          <p:nvPr/>
        </p:nvSpPr>
        <p:spPr>
          <a:xfrm>
            <a:off x="6286500" y="2286000"/>
            <a:ext cx="5270500" cy="4127500"/>
          </a:xfrm>
          <a:prstGeom prst="roundRect">
            <a:avLst/>
          </a:prstGeom>
          <a:solidFill>
            <a:srgbClr val="FEF2F2"/>
          </a:solidFill>
          <a:ln w="1270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C800E2F-4C34-49B3-A706-F21D084D529F}"/>
              </a:ext>
            </a:extLst>
          </p:cNvPr>
          <p:cNvSpPr txBox="1"/>
          <p:nvPr/>
        </p:nvSpPr>
        <p:spPr>
          <a:xfrm>
            <a:off x="6540500" y="24765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B91C1C"/>
                </a:solidFill>
              </a:rPr>
              <a:t>✗  Polling pode ser melhor…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F01776D-F1E8-480A-ADD5-5E7B98AA1A9C}"/>
              </a:ext>
            </a:extLst>
          </p:cNvPr>
          <p:cNvSpPr/>
          <p:nvPr/>
        </p:nvSpPr>
        <p:spPr>
          <a:xfrm>
            <a:off x="6604000" y="30607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FF33F30-6AD1-45EA-90B9-3A8125048C65}"/>
              </a:ext>
            </a:extLst>
          </p:cNvPr>
          <p:cNvSpPr txBox="1"/>
          <p:nvPr/>
        </p:nvSpPr>
        <p:spPr>
          <a:xfrm>
            <a:off x="6858000" y="2984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Single shot &lt; 64 bytes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D88155D-8AF5-42B6-948F-D66F3D57272D}"/>
              </a:ext>
            </a:extLst>
          </p:cNvPr>
          <p:cNvSpPr/>
          <p:nvPr/>
        </p:nvSpPr>
        <p:spPr>
          <a:xfrm>
            <a:off x="6604000" y="35433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95793E4-E553-42CD-B9D9-ED5D96B56AEC}"/>
              </a:ext>
            </a:extLst>
          </p:cNvPr>
          <p:cNvSpPr txBox="1"/>
          <p:nvPr/>
        </p:nvSpPr>
        <p:spPr>
          <a:xfrm>
            <a:off x="6858000" y="3467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Sensor lido 1× por segundo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BB89A2F-FD8B-499E-AEC0-B65AFDD4B87E}"/>
              </a:ext>
            </a:extLst>
          </p:cNvPr>
          <p:cNvSpPr/>
          <p:nvPr/>
        </p:nvSpPr>
        <p:spPr>
          <a:xfrm>
            <a:off x="6604000" y="40259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7D509F-4CB4-4660-9751-97AA6F06AE3B}"/>
              </a:ext>
            </a:extLst>
          </p:cNvPr>
          <p:cNvSpPr txBox="1"/>
          <p:nvPr/>
        </p:nvSpPr>
        <p:spPr>
          <a:xfrm>
            <a:off x="6858000" y="39497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Boot/init code não-crítico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C66C11D5-4DC9-487D-85FD-3CD6A1645ECD}"/>
              </a:ext>
            </a:extLst>
          </p:cNvPr>
          <p:cNvSpPr/>
          <p:nvPr/>
        </p:nvSpPr>
        <p:spPr>
          <a:xfrm>
            <a:off x="6604000" y="45085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4697ECA-DF22-4B3B-AFD3-7F067818CAE5}"/>
              </a:ext>
            </a:extLst>
          </p:cNvPr>
          <p:cNvSpPr txBox="1"/>
          <p:nvPr/>
        </p:nvSpPr>
        <p:spPr>
          <a:xfrm>
            <a:off x="6858000" y="44323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GPIO read simples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82102F9-5AB3-4CDB-ABEB-E2F29E871201}"/>
              </a:ext>
            </a:extLst>
          </p:cNvPr>
          <p:cNvSpPr/>
          <p:nvPr/>
        </p:nvSpPr>
        <p:spPr>
          <a:xfrm>
            <a:off x="6604000" y="49911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A049F75-2741-4C84-8F99-A49BC4D6A517}"/>
              </a:ext>
            </a:extLst>
          </p:cNvPr>
          <p:cNvSpPr txBox="1"/>
          <p:nvPr/>
        </p:nvSpPr>
        <p:spPr>
          <a:xfrm>
            <a:off x="6858000" y="49149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Setup de registradores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EF631156-9143-4FB6-9952-7BEB11D20537}"/>
              </a:ext>
            </a:extLst>
          </p:cNvPr>
          <p:cNvSpPr/>
          <p:nvPr/>
        </p:nvSpPr>
        <p:spPr>
          <a:xfrm>
            <a:off x="6604000" y="54737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358CFED-86FD-4CF6-BCD1-78937511B34C}"/>
              </a:ext>
            </a:extLst>
          </p:cNvPr>
          <p:cNvSpPr txBox="1"/>
          <p:nvPr/>
        </p:nvSpPr>
        <p:spPr>
          <a:xfrm>
            <a:off x="6858000" y="5397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Comunicação one-shot com display estático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A084C81A-5FBC-4491-BC5D-801A29FC0363}"/>
              </a:ext>
            </a:extLst>
          </p:cNvPr>
          <p:cNvSpPr/>
          <p:nvPr/>
        </p:nvSpPr>
        <p:spPr>
          <a:xfrm>
            <a:off x="6604000" y="5956300"/>
            <a:ext cx="152400" cy="1524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2BEB97E-13E2-4D9A-8925-866042627803}"/>
              </a:ext>
            </a:extLst>
          </p:cNvPr>
          <p:cNvSpPr txBox="1"/>
          <p:nvPr/>
        </p:nvSpPr>
        <p:spPr>
          <a:xfrm>
            <a:off x="6858000" y="58801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>
                <a:solidFill>
                  <a:srgbClr val="0F172A"/>
                </a:solidFill>
              </a:rPr>
              <a:t>Protótipo rápido /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955377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27C8CDF-4532-43FC-8B92-14970247D29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384AAF-4262-4156-9FA3-763FD1537A3F}"/>
              </a:ext>
            </a:extLst>
          </p:cNvPr>
          <p:cNvSpPr txBox="1"/>
          <p:nvPr/>
        </p:nvSpPr>
        <p:spPr>
          <a:xfrm>
            <a:off x="635000" y="35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DC2626"/>
                </a:solidFill>
              </a:rPr>
              <a:t>CONCLUSÕES · 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DBF670-00E4-44BE-B2BA-207DF87683B0}"/>
              </a:ext>
            </a:extLst>
          </p:cNvPr>
          <p:cNvSpPr txBox="1"/>
          <p:nvPr/>
        </p:nvSpPr>
        <p:spPr>
          <a:xfrm>
            <a:off x="635000" y="635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3200" b="1">
                <a:solidFill>
                  <a:srgbClr val="0F172A"/>
                </a:solidFill>
              </a:rPr>
              <a:t>Referências e aprofundamento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AD8D78-B40E-4CCD-BB89-51DFA545E748}"/>
              </a:ext>
            </a:extLst>
          </p:cNvPr>
          <p:cNvSpPr/>
          <p:nvPr/>
        </p:nvSpPr>
        <p:spPr>
          <a:xfrm>
            <a:off x="635000" y="1333500"/>
            <a:ext cx="762000" cy="381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883FAB7-692C-4DCE-A513-66C9ED90450F}"/>
              </a:ext>
            </a:extLst>
          </p:cNvPr>
          <p:cNvSpPr/>
          <p:nvPr/>
        </p:nvSpPr>
        <p:spPr>
          <a:xfrm>
            <a:off x="635000" y="1752600"/>
            <a:ext cx="5270500" cy="466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4CAFEC-98FC-4433-B135-F1A4DB8FB1C0}"/>
              </a:ext>
            </a:extLst>
          </p:cNvPr>
          <p:cNvSpPr txBox="1"/>
          <p:nvPr/>
        </p:nvSpPr>
        <p:spPr>
          <a:xfrm>
            <a:off x="889000" y="19558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DC2626"/>
                </a:solidFill>
              </a:rPr>
              <a:t>📚  Documentação oficial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E5ABF1-FBEA-4BBA-B545-9C5359793A3B}"/>
              </a:ext>
            </a:extLst>
          </p:cNvPr>
          <p:cNvSpPr/>
          <p:nvPr/>
        </p:nvSpPr>
        <p:spPr>
          <a:xfrm>
            <a:off x="889000" y="2578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539D00-AC80-4CF9-85A4-8A86E54C0A6E}"/>
              </a:ext>
            </a:extLst>
          </p:cNvPr>
          <p:cNvSpPr txBox="1"/>
          <p:nvPr/>
        </p:nvSpPr>
        <p:spPr>
          <a:xfrm>
            <a:off x="1066800" y="2527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ESP-IDF Programming Guide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CF17D2-28DB-4178-88C6-FB7C3F4A9E5F}"/>
              </a:ext>
            </a:extLst>
          </p:cNvPr>
          <p:cNvSpPr txBox="1"/>
          <p:nvPr/>
        </p:nvSpPr>
        <p:spPr>
          <a:xfrm>
            <a:off x="1066800" y="2819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docs.espressif.com/projects/esp-idf/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4C53638-A2F9-4547-8989-75127C906CCE}"/>
              </a:ext>
            </a:extLst>
          </p:cNvPr>
          <p:cNvSpPr/>
          <p:nvPr/>
        </p:nvSpPr>
        <p:spPr>
          <a:xfrm>
            <a:off x="889000" y="3340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C30CDAE-D8EB-483F-8EA0-313015D4041F}"/>
              </a:ext>
            </a:extLst>
          </p:cNvPr>
          <p:cNvSpPr txBox="1"/>
          <p:nvPr/>
        </p:nvSpPr>
        <p:spPr>
          <a:xfrm>
            <a:off x="1066800" y="3289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ESP32-S3 Technical Reference Manual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7F8B91A-175F-4BE3-ABF9-81C74078365F}"/>
              </a:ext>
            </a:extLst>
          </p:cNvPr>
          <p:cNvSpPr txBox="1"/>
          <p:nvPr/>
        </p:nvSpPr>
        <p:spPr>
          <a:xfrm>
            <a:off x="1066800" y="3581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Capítulos GDMA, I2S, SPI, ADC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44EF150-B8FA-4739-A428-D7A28A986787}"/>
              </a:ext>
            </a:extLst>
          </p:cNvPr>
          <p:cNvSpPr/>
          <p:nvPr/>
        </p:nvSpPr>
        <p:spPr>
          <a:xfrm>
            <a:off x="889000" y="4102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92AA0F-36CA-4400-B788-97BD2030805B}"/>
              </a:ext>
            </a:extLst>
          </p:cNvPr>
          <p:cNvSpPr txBox="1"/>
          <p:nvPr/>
        </p:nvSpPr>
        <p:spPr>
          <a:xfrm>
            <a:off x="1066800" y="4051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esp_dma_utils API reference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996104-62F0-48BF-ACB9-1C6E2A497363}"/>
              </a:ext>
            </a:extLst>
          </p:cNvPr>
          <p:cNvSpPr txBox="1"/>
          <p:nvPr/>
        </p:nvSpPr>
        <p:spPr>
          <a:xfrm>
            <a:off x="1066800" y="4343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Helpers para alocação alinhada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5FD95DB-484A-4DCC-BB17-6B6A7720E214}"/>
              </a:ext>
            </a:extLst>
          </p:cNvPr>
          <p:cNvSpPr/>
          <p:nvPr/>
        </p:nvSpPr>
        <p:spPr>
          <a:xfrm>
            <a:off x="889000" y="4864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B62329-91E3-4EB7-B1EA-7EE1D18DC973}"/>
              </a:ext>
            </a:extLst>
          </p:cNvPr>
          <p:cNvSpPr txBox="1"/>
          <p:nvPr/>
        </p:nvSpPr>
        <p:spPr>
          <a:xfrm>
            <a:off x="1066800" y="4813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esp-dsp library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B41A5F8-A028-4D74-9824-4B0DA31F2AE6}"/>
              </a:ext>
            </a:extLst>
          </p:cNvPr>
          <p:cNvSpPr txBox="1"/>
          <p:nvPr/>
        </p:nvSpPr>
        <p:spPr>
          <a:xfrm>
            <a:off x="1066800" y="5105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FFT, FIR, IIR, mat utils otimizados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FFBA7DF-AC29-4EC4-ACA9-2A1C4F0B1E94}"/>
              </a:ext>
            </a:extLst>
          </p:cNvPr>
          <p:cNvSpPr/>
          <p:nvPr/>
        </p:nvSpPr>
        <p:spPr>
          <a:xfrm>
            <a:off x="889000" y="5626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E83511E-2484-4CC5-900C-FD36CF46B8B9}"/>
              </a:ext>
            </a:extLst>
          </p:cNvPr>
          <p:cNvSpPr txBox="1"/>
          <p:nvPr/>
        </p:nvSpPr>
        <p:spPr>
          <a:xfrm>
            <a:off x="1066800" y="5575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FreeRTOS Real-Time Kernel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A548EC-A883-4D25-A9DB-71C4D6989CD7}"/>
              </a:ext>
            </a:extLst>
          </p:cNvPr>
          <p:cNvSpPr txBox="1"/>
          <p:nvPr/>
        </p:nvSpPr>
        <p:spPr>
          <a:xfrm>
            <a:off x="1066800" y="5867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freertos.org/Documentation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19296C0-E742-4EC0-A121-013841FADD2D}"/>
              </a:ext>
            </a:extLst>
          </p:cNvPr>
          <p:cNvSpPr/>
          <p:nvPr/>
        </p:nvSpPr>
        <p:spPr>
          <a:xfrm>
            <a:off x="6286500" y="1752600"/>
            <a:ext cx="5270500" cy="46609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9058043-76B8-4876-9F05-31465E4EC05F}"/>
              </a:ext>
            </a:extLst>
          </p:cNvPr>
          <p:cNvSpPr txBox="1"/>
          <p:nvPr/>
        </p:nvSpPr>
        <p:spPr>
          <a:xfrm>
            <a:off x="6540500" y="19558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DC2626"/>
                </a:solidFill>
              </a:rPr>
              <a:t>🔧  Repositórios &amp; práticos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9CE06D8-D069-48E9-80F0-DDFF46907117}"/>
              </a:ext>
            </a:extLst>
          </p:cNvPr>
          <p:cNvSpPr/>
          <p:nvPr/>
        </p:nvSpPr>
        <p:spPr>
          <a:xfrm>
            <a:off x="6540500" y="2578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30ABD8C-48FA-400D-B1E4-635309BBB312}"/>
              </a:ext>
            </a:extLst>
          </p:cNvPr>
          <p:cNvSpPr txBox="1"/>
          <p:nvPr/>
        </p:nvSpPr>
        <p:spPr>
          <a:xfrm>
            <a:off x="6718300" y="2527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esp-idf/examples/peripherals/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BC6677C-058A-4AFF-9914-7DEC09325004}"/>
              </a:ext>
            </a:extLst>
          </p:cNvPr>
          <p:cNvSpPr txBox="1"/>
          <p:nvPr/>
        </p:nvSpPr>
        <p:spPr>
          <a:xfrm>
            <a:off x="6718300" y="2819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Exemplos oficiais por driver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7FFCFAE-DD16-4115-B386-5351D16B8C1F}"/>
              </a:ext>
            </a:extLst>
          </p:cNvPr>
          <p:cNvSpPr/>
          <p:nvPr/>
        </p:nvSpPr>
        <p:spPr>
          <a:xfrm>
            <a:off x="6540500" y="3340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BC3E1BB-4979-4764-A623-97B46C547454}"/>
              </a:ext>
            </a:extLst>
          </p:cNvPr>
          <p:cNvSpPr txBox="1"/>
          <p:nvPr/>
        </p:nvSpPr>
        <p:spPr>
          <a:xfrm>
            <a:off x="6718300" y="3289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esp-idf/examples/system/freertos/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BE05D8F-E70A-4BE5-9797-CF2A2FBC98E6}"/>
              </a:ext>
            </a:extLst>
          </p:cNvPr>
          <p:cNvSpPr txBox="1"/>
          <p:nvPr/>
        </p:nvSpPr>
        <p:spPr>
          <a:xfrm>
            <a:off x="6718300" y="3581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Patterns de RTOS prontos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9932949-959A-4F81-8C8B-E258FBCD2B6C}"/>
              </a:ext>
            </a:extLst>
          </p:cNvPr>
          <p:cNvSpPr/>
          <p:nvPr/>
        </p:nvSpPr>
        <p:spPr>
          <a:xfrm>
            <a:off x="6540500" y="4102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4A0F23C-A2E2-42CE-B44D-40A7F84C6E97}"/>
              </a:ext>
            </a:extLst>
          </p:cNvPr>
          <p:cNvSpPr txBox="1"/>
          <p:nvPr/>
        </p:nvSpPr>
        <p:spPr>
          <a:xfrm>
            <a:off x="6718300" y="4051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espressif/esp-dsp/examples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22F5ED0-8D69-44BA-B502-FC2496DE76C7}"/>
              </a:ext>
            </a:extLst>
          </p:cNvPr>
          <p:cNvSpPr txBox="1"/>
          <p:nvPr/>
        </p:nvSpPr>
        <p:spPr>
          <a:xfrm>
            <a:off x="6718300" y="4343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Pipelines de DSP funcionais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C7C17E9-75A3-48E2-B27C-648FE67CA647}"/>
              </a:ext>
            </a:extLst>
          </p:cNvPr>
          <p:cNvSpPr/>
          <p:nvPr/>
        </p:nvSpPr>
        <p:spPr>
          <a:xfrm>
            <a:off x="6540500" y="4864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00AC7E0-4733-4BAB-9030-9963FD570CE6}"/>
              </a:ext>
            </a:extLst>
          </p:cNvPr>
          <p:cNvSpPr txBox="1"/>
          <p:nvPr/>
        </p:nvSpPr>
        <p:spPr>
          <a:xfrm>
            <a:off x="6718300" y="4813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espressif/esp-adf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0EB0A29-08E6-4546-A65C-190D7E8768AF}"/>
              </a:ext>
            </a:extLst>
          </p:cNvPr>
          <p:cNvSpPr txBox="1"/>
          <p:nvPr/>
        </p:nvSpPr>
        <p:spPr>
          <a:xfrm>
            <a:off x="6718300" y="5105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Audio Dev Framework completo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03B9444E-A1A1-4846-A41B-B85ABB60743B}"/>
              </a:ext>
            </a:extLst>
          </p:cNvPr>
          <p:cNvSpPr/>
          <p:nvPr/>
        </p:nvSpPr>
        <p:spPr>
          <a:xfrm>
            <a:off x="6540500" y="5626100"/>
            <a:ext cx="38100" cy="4826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F5ED4FD-E6A5-4452-90AA-365CB9BF06E1}"/>
              </a:ext>
            </a:extLst>
          </p:cNvPr>
          <p:cNvSpPr txBox="1"/>
          <p:nvPr/>
        </p:nvSpPr>
        <p:spPr>
          <a:xfrm>
            <a:off x="6718300" y="5575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300" b="1">
                <a:solidFill>
                  <a:srgbClr val="0F172A"/>
                </a:solidFill>
              </a:rPr>
              <a:t>Awesome ESP32 (github)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619CB75-9E4E-4B69-9CF4-AD5F7468A0B8}"/>
              </a:ext>
            </a:extLst>
          </p:cNvPr>
          <p:cNvSpPr txBox="1"/>
          <p:nvPr/>
        </p:nvSpPr>
        <p:spPr>
          <a:xfrm>
            <a:off x="6718300" y="58674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64748B"/>
                </a:solidFill>
              </a:rPr>
              <a:t>Curadoria comunitária de libs e projetos</a:t>
            </a:r>
          </a:p>
        </p:txBody>
      </p:sp>
    </p:spTree>
    <p:extLst>
      <p:ext uri="{BB962C8B-B14F-4D97-AF65-F5344CB8AC3E}">
        <p14:creationId xmlns:p14="http://schemas.microsoft.com/office/powerpoint/2010/main" val="56048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1489AB0-D288-4BD9-B785-7F21296E2E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F71518C-196C-434A-98C3-FD1D75A87DA3}"/>
              </a:ext>
            </a:extLst>
          </p:cNvPr>
          <p:cNvSpPr/>
          <p:nvPr/>
        </p:nvSpPr>
        <p:spPr>
          <a:xfrm rot="-480000">
            <a:off x="-381000" y="-254000"/>
            <a:ext cx="2794000" cy="1016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1777AF-8544-4B88-8436-6538A6108BA1}"/>
              </a:ext>
            </a:extLst>
          </p:cNvPr>
          <p:cNvSpPr/>
          <p:nvPr/>
        </p:nvSpPr>
        <p:spPr>
          <a:xfrm rot="-480000">
            <a:off x="9779000" y="7048500"/>
            <a:ext cx="3175000" cy="101600"/>
          </a:xfrm>
          <a:prstGeom prst="rect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DB13A70-D8EF-47FD-9E12-79BEC517C701}"/>
              </a:ext>
            </a:extLst>
          </p:cNvPr>
          <p:cNvSpPr/>
          <p:nvPr/>
        </p:nvSpPr>
        <p:spPr>
          <a:xfrm>
            <a:off x="4826000" y="1651000"/>
            <a:ext cx="228600" cy="2286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960457F-099B-42BF-9A81-B04DDD00274A}"/>
              </a:ext>
            </a:extLst>
          </p:cNvPr>
          <p:cNvSpPr/>
          <p:nvPr/>
        </p:nvSpPr>
        <p:spPr>
          <a:xfrm>
            <a:off x="5232400" y="1651000"/>
            <a:ext cx="228600" cy="228600"/>
          </a:xfrm>
          <a:prstGeom prst="ellipse">
            <a:avLst/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D914F0A-9219-4ECB-ABCD-7626ED3FC0A8}"/>
              </a:ext>
            </a:extLst>
          </p:cNvPr>
          <p:cNvSpPr/>
          <p:nvPr/>
        </p:nvSpPr>
        <p:spPr>
          <a:xfrm>
            <a:off x="5638800" y="1651000"/>
            <a:ext cx="228600" cy="228600"/>
          </a:xfrm>
          <a:prstGeom prst="ellipse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0B7004D-B719-4586-A3CE-00CEEAD5F17A}"/>
              </a:ext>
            </a:extLst>
          </p:cNvPr>
          <p:cNvSpPr/>
          <p:nvPr/>
        </p:nvSpPr>
        <p:spPr>
          <a:xfrm>
            <a:off x="6045200" y="1651000"/>
            <a:ext cx="228600" cy="228600"/>
          </a:xfrm>
          <a:prstGeom prst="ellipse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D18800B-861A-4054-82B1-9A73C711553C}"/>
              </a:ext>
            </a:extLst>
          </p:cNvPr>
          <p:cNvSpPr/>
          <p:nvPr/>
        </p:nvSpPr>
        <p:spPr>
          <a:xfrm>
            <a:off x="6451600" y="1651000"/>
            <a:ext cx="228600" cy="228600"/>
          </a:xfrm>
          <a:prstGeom prst="ellipse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6FB42C9-D9DE-4D9B-A3E6-A67A2D73779F}"/>
              </a:ext>
            </a:extLst>
          </p:cNvPr>
          <p:cNvSpPr/>
          <p:nvPr/>
        </p:nvSpPr>
        <p:spPr>
          <a:xfrm>
            <a:off x="6858000" y="1651000"/>
            <a:ext cx="228600" cy="228600"/>
          </a:xfrm>
          <a:prstGeom prst="ellipse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7AB0FE-6E9B-423C-9AC7-A132C5C7FFBD}"/>
              </a:ext>
            </a:extLst>
          </p:cNvPr>
          <p:cNvSpPr txBox="1"/>
          <p:nvPr/>
        </p:nvSpPr>
        <p:spPr>
          <a:xfrm>
            <a:off x="635000" y="2286000"/>
            <a:ext cx="1092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7200" b="1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450720E-4081-4476-9697-0A05DFE764FA}"/>
              </a:ext>
            </a:extLst>
          </p:cNvPr>
          <p:cNvSpPr txBox="1"/>
          <p:nvPr/>
        </p:nvSpPr>
        <p:spPr>
          <a:xfrm>
            <a:off x="635000" y="35560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>
                <a:solidFill>
                  <a:srgbClr val="94A3B8"/>
                </a:solidFill>
              </a:rPr>
              <a:t>Perguntas, debate e próximos passos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720C93-B7FC-4398-B1C5-AB01EE8A17A2}"/>
              </a:ext>
            </a:extLst>
          </p:cNvPr>
          <p:cNvSpPr/>
          <p:nvPr/>
        </p:nvSpPr>
        <p:spPr>
          <a:xfrm>
            <a:off x="1651000" y="4572000"/>
            <a:ext cx="2540000" cy="1397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3341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133A8B-47FF-4C80-A07C-C7C105F4EB82}"/>
              </a:ext>
            </a:extLst>
          </p:cNvPr>
          <p:cNvSpPr txBox="1"/>
          <p:nvPr/>
        </p:nvSpPr>
        <p:spPr>
          <a:xfrm>
            <a:off x="1651000" y="4749800"/>
            <a:ext cx="254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/>
              <a:t>💬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AB4C9A7-53A7-411C-8E10-919D01E29DAF}"/>
              </a:ext>
            </a:extLst>
          </p:cNvPr>
          <p:cNvSpPr txBox="1"/>
          <p:nvPr/>
        </p:nvSpPr>
        <p:spPr>
          <a:xfrm>
            <a:off x="1651000" y="5207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B7D3919-C2D7-4CAE-A33B-7487F87C771E}"/>
              </a:ext>
            </a:extLst>
          </p:cNvPr>
          <p:cNvSpPr txBox="1"/>
          <p:nvPr/>
        </p:nvSpPr>
        <p:spPr>
          <a:xfrm>
            <a:off x="1778000" y="55626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4A3B8"/>
                </a:solidFill>
              </a:rPr>
              <a:t>30 minutos para suas dúvidas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867B170-5A85-4AAE-BBEB-AA648CEF99ED}"/>
              </a:ext>
            </a:extLst>
          </p:cNvPr>
          <p:cNvSpPr/>
          <p:nvPr/>
        </p:nvSpPr>
        <p:spPr>
          <a:xfrm>
            <a:off x="4635500" y="4572000"/>
            <a:ext cx="2540000" cy="1397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3341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D4348D-FFAB-45B7-B50E-C90228631481}"/>
              </a:ext>
            </a:extLst>
          </p:cNvPr>
          <p:cNvSpPr txBox="1"/>
          <p:nvPr/>
        </p:nvSpPr>
        <p:spPr>
          <a:xfrm>
            <a:off x="4635500" y="4749800"/>
            <a:ext cx="254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/>
              <a:t>💻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0B0AE0-6F91-4688-BF64-A0EEDF725493}"/>
              </a:ext>
            </a:extLst>
          </p:cNvPr>
          <p:cNvSpPr txBox="1"/>
          <p:nvPr/>
        </p:nvSpPr>
        <p:spPr>
          <a:xfrm>
            <a:off x="4635500" y="5207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Lab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0A40A2C-51E9-4081-92B2-59242934320F}"/>
              </a:ext>
            </a:extLst>
          </p:cNvPr>
          <p:cNvSpPr txBox="1"/>
          <p:nvPr/>
        </p:nvSpPr>
        <p:spPr>
          <a:xfrm>
            <a:off x="4762500" y="55626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4A3B8"/>
                </a:solidFill>
              </a:rPr>
              <a:t>Bancadas abertas a seguir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819267E-0975-4D52-A7A6-EE75227BB5E2}"/>
              </a:ext>
            </a:extLst>
          </p:cNvPr>
          <p:cNvSpPr/>
          <p:nvPr/>
        </p:nvSpPr>
        <p:spPr>
          <a:xfrm>
            <a:off x="7620000" y="4572000"/>
            <a:ext cx="2540000" cy="1397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3341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C94DE26-C449-4902-98EE-0BDE652C7464}"/>
              </a:ext>
            </a:extLst>
          </p:cNvPr>
          <p:cNvSpPr txBox="1"/>
          <p:nvPr/>
        </p:nvSpPr>
        <p:spPr>
          <a:xfrm>
            <a:off x="7620000" y="4749800"/>
            <a:ext cx="254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800"/>
              <a:t>📧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203352-1A96-460A-BE02-AF1DA5EC77A7}"/>
              </a:ext>
            </a:extLst>
          </p:cNvPr>
          <p:cNvSpPr txBox="1"/>
          <p:nvPr/>
        </p:nvSpPr>
        <p:spPr>
          <a:xfrm>
            <a:off x="7620000" y="52070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Follow-up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BEBA7D1-F057-40DE-9016-B4B74B8E08C0}"/>
              </a:ext>
            </a:extLst>
          </p:cNvPr>
          <p:cNvSpPr txBox="1"/>
          <p:nvPr/>
        </p:nvSpPr>
        <p:spPr>
          <a:xfrm>
            <a:off x="7747000" y="55626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>
                <a:solidFill>
                  <a:srgbClr val="94A3B8"/>
                </a:solidFill>
              </a:rPr>
              <a:t>Slides + código no repositório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C5B7D2A-3993-4555-96AA-C43A8CCA0692}"/>
              </a:ext>
            </a:extLst>
          </p:cNvPr>
          <p:cNvSpPr txBox="1"/>
          <p:nvPr/>
        </p:nvSpPr>
        <p:spPr>
          <a:xfrm>
            <a:off x="635000" y="62865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475569"/>
                </a:solidFill>
              </a:rPr>
              <a:t>ESP32-S3  ·  DMA  ·  Real-Time Embedded Systems</a:t>
            </a:r>
            <a:endParaRPr lang="pt-BR" sz="110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65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8498020765]">
  <a:themeElements>
    <a:clrScheme name="ESP32 DMA Dark">
      <a:dk1>
        <a:srgbClr val="1A2332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16A34A"/>
      </a:accent2>
      <a:accent3>
        <a:srgbClr val="EA580C"/>
      </a:accent3>
      <a:accent4>
        <a:srgbClr val="7C3AED"/>
      </a:accent4>
      <a:accent5>
        <a:srgbClr val="0891B2"/>
      </a:accent5>
      <a:accent6>
        <a:srgbClr val="DC2626"/>
      </a:accent6>
      <a:hlink>
        <a:srgbClr val="467886"/>
      </a:hlink>
      <a:folHlink>
        <a:srgbClr val="96607D"/>
      </a:folHlink>
    </a:clrScheme>
    <a:fontScheme name="ESP32 Tech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839578-0F30-49D8-98FE-AB737F93DB7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b832163-4e65-4dba-b627-06bd09bdf0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6565</Words>
  <Application>Microsoft Office PowerPoint</Application>
  <PresentationFormat>Widescreen</PresentationFormat>
  <Paragraphs>830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59" baseType="lpstr">
      <vt:lpstr>Arial</vt:lpstr>
      <vt:lpstr>Consolas</vt:lpstr>
      <vt:lpstr>Segoe UI</vt:lpstr>
      <vt:lpstr>Tema do Office [1778498020765]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Silva de Morais</cp:lastModifiedBy>
  <cp:revision>2</cp:revision>
  <dcterms:created xsi:type="dcterms:W3CDTF">2026-04-05T19:46:02Z</dcterms:created>
  <dcterms:modified xsi:type="dcterms:W3CDTF">2026-05-11T11:33:16Z</dcterms:modified>
</cp:coreProperties>
</file>